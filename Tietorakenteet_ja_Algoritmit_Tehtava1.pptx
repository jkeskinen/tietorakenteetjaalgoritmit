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70" r:id="rId4"/>
    <p:sldId id="260" r:id="rId5"/>
    <p:sldId id="258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59" r:id="rId16"/>
  </p:sldIdLst>
  <p:sldSz cx="12192000" cy="6858000"/>
  <p:notesSz cx="6858000" cy="9144000"/>
  <p:defaultTextStyle>
    <a:defPPr>
      <a:defRPr lang="fi-FI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11" autoAdjust="0"/>
    <p:restoredTop sz="94660"/>
  </p:normalViewPr>
  <p:slideViewPr>
    <p:cSldViewPr snapToGrid="0">
      <p:cViewPr varScale="1">
        <p:scale>
          <a:sx n="68" d="100"/>
          <a:sy n="68" d="100"/>
        </p:scale>
        <p:origin x="580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Ylätunnisteen paikkamerkki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i-FI"/>
          </a:p>
        </p:txBody>
      </p:sp>
      <p:sp>
        <p:nvSpPr>
          <p:cNvPr id="3" name="Päivämäärän paikkamerkki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E05DE35-BE0B-47F8-B316-FC829EAE6EF3}" type="datetimeFigureOut">
              <a:rPr lang="fi-FI" smtClean="0"/>
              <a:t>30.1.2026</a:t>
            </a:fld>
            <a:endParaRPr lang="fi-FI"/>
          </a:p>
        </p:txBody>
      </p:sp>
      <p:sp>
        <p:nvSpPr>
          <p:cNvPr id="4" name="Dian kuvan paikkamerkki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i-FI"/>
          </a:p>
        </p:txBody>
      </p:sp>
      <p:sp>
        <p:nvSpPr>
          <p:cNvPr id="5" name="Huomautusten paikkamerkki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i-FI"/>
              <a:t>Muokkaa tekstin perustyylejä napsauttamalla</a:t>
            </a:r>
          </a:p>
          <a:p>
            <a:pPr lvl="1"/>
            <a:r>
              <a:rPr lang="fi-FI"/>
              <a:t>toinen taso</a:t>
            </a:r>
          </a:p>
          <a:p>
            <a:pPr lvl="2"/>
            <a:r>
              <a:rPr lang="fi-FI"/>
              <a:t>kolmas taso</a:t>
            </a:r>
          </a:p>
          <a:p>
            <a:pPr lvl="3"/>
            <a:r>
              <a:rPr lang="fi-FI"/>
              <a:t>neljäs taso</a:t>
            </a:r>
          </a:p>
          <a:p>
            <a:pPr lvl="4"/>
            <a:r>
              <a:rPr lang="fi-FI"/>
              <a:t>viides taso</a:t>
            </a:r>
          </a:p>
        </p:txBody>
      </p:sp>
      <p:sp>
        <p:nvSpPr>
          <p:cNvPr id="6" name="Alatunnisteen paikkamerkki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i-FI"/>
          </a:p>
        </p:txBody>
      </p:sp>
      <p:sp>
        <p:nvSpPr>
          <p:cNvPr id="7" name="Dian numeron paikkamerkki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E5C9CBD-EB12-4CFD-A29C-D602E51DDFA8}" type="slidenum">
              <a:rPr lang="fi-FI" smtClean="0"/>
              <a:t>‹#›</a:t>
            </a:fld>
            <a:endParaRPr lang="fi-FI"/>
          </a:p>
        </p:txBody>
      </p:sp>
    </p:spTree>
    <p:extLst>
      <p:ext uri="{BB962C8B-B14F-4D97-AF65-F5344CB8AC3E}">
        <p14:creationId xmlns:p14="http://schemas.microsoft.com/office/powerpoint/2010/main" val="27154058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Otsikko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tsikko 1">
            <a:extLst>
              <a:ext uri="{FF2B5EF4-FFF2-40B4-BE49-F238E27FC236}">
                <a16:creationId xmlns:a16="http://schemas.microsoft.com/office/drawing/2014/main" id="{3F3660DA-C4D6-459B-5803-22CF1D15839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i-FI"/>
              <a:t>Muokkaa ots. perustyyl. napsautt.</a:t>
            </a:r>
          </a:p>
        </p:txBody>
      </p:sp>
      <p:sp>
        <p:nvSpPr>
          <p:cNvPr id="3" name="Alaotsikko 2">
            <a:extLst>
              <a:ext uri="{FF2B5EF4-FFF2-40B4-BE49-F238E27FC236}">
                <a16:creationId xmlns:a16="http://schemas.microsoft.com/office/drawing/2014/main" id="{57F8C9B1-F753-A728-1428-D5EB8A870B8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i-FI"/>
              <a:t>Muokkaa alaotsikon perustyyliä napsautt.</a:t>
            </a:r>
          </a:p>
        </p:txBody>
      </p:sp>
      <p:sp>
        <p:nvSpPr>
          <p:cNvPr id="4" name="Päivämäärän paikkamerkki 3">
            <a:extLst>
              <a:ext uri="{FF2B5EF4-FFF2-40B4-BE49-F238E27FC236}">
                <a16:creationId xmlns:a16="http://schemas.microsoft.com/office/drawing/2014/main" id="{F95E333D-A092-8380-4C47-032A2CEDEA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4701AA-6A6F-404C-BC42-56741A886A7A}" type="datetimeFigureOut">
              <a:rPr lang="fi-FI" smtClean="0"/>
              <a:t>30.1.2026</a:t>
            </a:fld>
            <a:endParaRPr lang="fi-FI"/>
          </a:p>
        </p:txBody>
      </p:sp>
      <p:sp>
        <p:nvSpPr>
          <p:cNvPr id="5" name="Alatunnisteen paikkamerkki 4">
            <a:extLst>
              <a:ext uri="{FF2B5EF4-FFF2-40B4-BE49-F238E27FC236}">
                <a16:creationId xmlns:a16="http://schemas.microsoft.com/office/drawing/2014/main" id="{2D8EFE9D-9C4C-D77A-7289-3B2F061732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i-FI"/>
          </a:p>
        </p:txBody>
      </p:sp>
      <p:sp>
        <p:nvSpPr>
          <p:cNvPr id="6" name="Dian numeron paikkamerkki 5">
            <a:extLst>
              <a:ext uri="{FF2B5EF4-FFF2-40B4-BE49-F238E27FC236}">
                <a16:creationId xmlns:a16="http://schemas.microsoft.com/office/drawing/2014/main" id="{93A3FFCC-0640-6EE4-9E3E-90DBE86EFC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FE077F-D9CB-4062-9876-F1F1366511C9}" type="slidenum">
              <a:rPr lang="fi-FI" smtClean="0"/>
              <a:t>‹#›</a:t>
            </a:fld>
            <a:endParaRPr lang="fi-FI"/>
          </a:p>
        </p:txBody>
      </p:sp>
    </p:spTree>
    <p:extLst>
      <p:ext uri="{BB962C8B-B14F-4D97-AF65-F5344CB8AC3E}">
        <p14:creationId xmlns:p14="http://schemas.microsoft.com/office/powerpoint/2010/main" val="12886960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Otsikko ja sisält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tsikko 1">
            <a:extLst>
              <a:ext uri="{FF2B5EF4-FFF2-40B4-BE49-F238E27FC236}">
                <a16:creationId xmlns:a16="http://schemas.microsoft.com/office/drawing/2014/main" id="{DE02957E-9435-B97A-B1BB-57EBBF1689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i-FI"/>
              <a:t>Muokkaa ots. perustyyl. napsautt.</a:t>
            </a:r>
          </a:p>
        </p:txBody>
      </p:sp>
      <p:sp>
        <p:nvSpPr>
          <p:cNvPr id="3" name="Sisällön paikkamerkki 2">
            <a:extLst>
              <a:ext uri="{FF2B5EF4-FFF2-40B4-BE49-F238E27FC236}">
                <a16:creationId xmlns:a16="http://schemas.microsoft.com/office/drawing/2014/main" id="{7621970F-0DB5-0200-784B-8F4D09385A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i-FI"/>
              <a:t>Muokkaa tekstin perustyylejä napsauttamalla</a:t>
            </a:r>
          </a:p>
          <a:p>
            <a:pPr lvl="1"/>
            <a:r>
              <a:rPr lang="fi-FI"/>
              <a:t>toinen taso</a:t>
            </a:r>
          </a:p>
          <a:p>
            <a:pPr lvl="2"/>
            <a:r>
              <a:rPr lang="fi-FI"/>
              <a:t>kolmas taso</a:t>
            </a:r>
          </a:p>
          <a:p>
            <a:pPr lvl="3"/>
            <a:r>
              <a:rPr lang="fi-FI"/>
              <a:t>neljäs taso</a:t>
            </a:r>
          </a:p>
          <a:p>
            <a:pPr lvl="4"/>
            <a:r>
              <a:rPr lang="fi-FI"/>
              <a:t>viides taso</a:t>
            </a:r>
          </a:p>
        </p:txBody>
      </p:sp>
      <p:sp>
        <p:nvSpPr>
          <p:cNvPr id="4" name="Päivämäärän paikkamerkki 3">
            <a:extLst>
              <a:ext uri="{FF2B5EF4-FFF2-40B4-BE49-F238E27FC236}">
                <a16:creationId xmlns:a16="http://schemas.microsoft.com/office/drawing/2014/main" id="{B8865CBC-ED36-F8F8-84C3-DA28237600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4701AA-6A6F-404C-BC42-56741A886A7A}" type="datetimeFigureOut">
              <a:rPr lang="fi-FI" smtClean="0"/>
              <a:t>30.1.2026</a:t>
            </a:fld>
            <a:endParaRPr lang="fi-FI"/>
          </a:p>
        </p:txBody>
      </p:sp>
      <p:sp>
        <p:nvSpPr>
          <p:cNvPr id="5" name="Alatunnisteen paikkamerkki 4">
            <a:extLst>
              <a:ext uri="{FF2B5EF4-FFF2-40B4-BE49-F238E27FC236}">
                <a16:creationId xmlns:a16="http://schemas.microsoft.com/office/drawing/2014/main" id="{62FB60CC-F6AE-D9F0-66C8-EA7016B995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i-FI"/>
          </a:p>
        </p:txBody>
      </p:sp>
      <p:sp>
        <p:nvSpPr>
          <p:cNvPr id="6" name="Dian numeron paikkamerkki 5">
            <a:extLst>
              <a:ext uri="{FF2B5EF4-FFF2-40B4-BE49-F238E27FC236}">
                <a16:creationId xmlns:a16="http://schemas.microsoft.com/office/drawing/2014/main" id="{202E68CF-C4FF-B655-1908-9A31B764B8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FE077F-D9CB-4062-9876-F1F1366511C9}" type="slidenum">
              <a:rPr lang="fi-FI" smtClean="0"/>
              <a:t>‹#›</a:t>
            </a:fld>
            <a:endParaRPr lang="fi-FI"/>
          </a:p>
        </p:txBody>
      </p:sp>
    </p:spTree>
    <p:extLst>
      <p:ext uri="{BB962C8B-B14F-4D97-AF65-F5344CB8AC3E}">
        <p14:creationId xmlns:p14="http://schemas.microsoft.com/office/powerpoint/2010/main" val="32876647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Osan ylätunnis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tsikko 1">
            <a:extLst>
              <a:ext uri="{FF2B5EF4-FFF2-40B4-BE49-F238E27FC236}">
                <a16:creationId xmlns:a16="http://schemas.microsoft.com/office/drawing/2014/main" id="{C8D151CE-F972-AFA1-FCEB-B594E2342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i-FI"/>
              <a:t>Muokkaa ots. perustyyl. napsautt.</a:t>
            </a:r>
          </a:p>
        </p:txBody>
      </p:sp>
      <p:sp>
        <p:nvSpPr>
          <p:cNvPr id="3" name="Tekstin paikkamerkki 2">
            <a:extLst>
              <a:ext uri="{FF2B5EF4-FFF2-40B4-BE49-F238E27FC236}">
                <a16:creationId xmlns:a16="http://schemas.microsoft.com/office/drawing/2014/main" id="{53A3BFE3-2103-FA32-BCC5-A51DDE41ED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i-FI"/>
              <a:t>Muokkaa tekstin perustyylejä napsauttamalla</a:t>
            </a:r>
          </a:p>
        </p:txBody>
      </p:sp>
      <p:sp>
        <p:nvSpPr>
          <p:cNvPr id="4" name="Päivämäärän paikkamerkki 3">
            <a:extLst>
              <a:ext uri="{FF2B5EF4-FFF2-40B4-BE49-F238E27FC236}">
                <a16:creationId xmlns:a16="http://schemas.microsoft.com/office/drawing/2014/main" id="{EBF86AD4-392A-3D8C-471A-093D058348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4701AA-6A6F-404C-BC42-56741A886A7A}" type="datetimeFigureOut">
              <a:rPr lang="fi-FI" smtClean="0"/>
              <a:t>30.1.2026</a:t>
            </a:fld>
            <a:endParaRPr lang="fi-FI"/>
          </a:p>
        </p:txBody>
      </p:sp>
      <p:sp>
        <p:nvSpPr>
          <p:cNvPr id="5" name="Alatunnisteen paikkamerkki 4">
            <a:extLst>
              <a:ext uri="{FF2B5EF4-FFF2-40B4-BE49-F238E27FC236}">
                <a16:creationId xmlns:a16="http://schemas.microsoft.com/office/drawing/2014/main" id="{03780442-BA07-0CDF-3A10-ACBAB9D86C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i-FI"/>
          </a:p>
        </p:txBody>
      </p:sp>
      <p:sp>
        <p:nvSpPr>
          <p:cNvPr id="6" name="Dian numeron paikkamerkki 5">
            <a:extLst>
              <a:ext uri="{FF2B5EF4-FFF2-40B4-BE49-F238E27FC236}">
                <a16:creationId xmlns:a16="http://schemas.microsoft.com/office/drawing/2014/main" id="{58C422A0-B8B1-0F78-CE2F-EFE518F22F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FE077F-D9CB-4062-9876-F1F1366511C9}" type="slidenum">
              <a:rPr lang="fi-FI" smtClean="0"/>
              <a:t>‹#›</a:t>
            </a:fld>
            <a:endParaRPr lang="fi-FI"/>
          </a:p>
        </p:txBody>
      </p:sp>
    </p:spTree>
    <p:extLst>
      <p:ext uri="{BB962C8B-B14F-4D97-AF65-F5344CB8AC3E}">
        <p14:creationId xmlns:p14="http://schemas.microsoft.com/office/powerpoint/2010/main" val="40695815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Kaksi sisältökohdet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tsikko 1">
            <a:extLst>
              <a:ext uri="{FF2B5EF4-FFF2-40B4-BE49-F238E27FC236}">
                <a16:creationId xmlns:a16="http://schemas.microsoft.com/office/drawing/2014/main" id="{DC2E19B0-7DF6-DF30-8A7C-899CCC6B2B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i-FI"/>
              <a:t>Muokkaa ots. perustyyl. napsautt.</a:t>
            </a:r>
          </a:p>
        </p:txBody>
      </p:sp>
      <p:sp>
        <p:nvSpPr>
          <p:cNvPr id="3" name="Sisällön paikkamerkki 2">
            <a:extLst>
              <a:ext uri="{FF2B5EF4-FFF2-40B4-BE49-F238E27FC236}">
                <a16:creationId xmlns:a16="http://schemas.microsoft.com/office/drawing/2014/main" id="{B774AA8A-9580-DC27-6C4C-9EC777FBAB4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i-FI"/>
              <a:t>Muokkaa tekstin perustyylejä napsauttamalla</a:t>
            </a:r>
          </a:p>
          <a:p>
            <a:pPr lvl="1"/>
            <a:r>
              <a:rPr lang="fi-FI"/>
              <a:t>toinen taso</a:t>
            </a:r>
          </a:p>
          <a:p>
            <a:pPr lvl="2"/>
            <a:r>
              <a:rPr lang="fi-FI"/>
              <a:t>kolmas taso</a:t>
            </a:r>
          </a:p>
          <a:p>
            <a:pPr lvl="3"/>
            <a:r>
              <a:rPr lang="fi-FI"/>
              <a:t>neljäs taso</a:t>
            </a:r>
          </a:p>
          <a:p>
            <a:pPr lvl="4"/>
            <a:r>
              <a:rPr lang="fi-FI"/>
              <a:t>viides taso</a:t>
            </a:r>
          </a:p>
        </p:txBody>
      </p:sp>
      <p:sp>
        <p:nvSpPr>
          <p:cNvPr id="4" name="Sisällön paikkamerkki 3">
            <a:extLst>
              <a:ext uri="{FF2B5EF4-FFF2-40B4-BE49-F238E27FC236}">
                <a16:creationId xmlns:a16="http://schemas.microsoft.com/office/drawing/2014/main" id="{70004617-C60F-16CB-C33E-AFBAB4BCDC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i-FI"/>
              <a:t>Muokkaa tekstin perustyylejä napsauttamalla</a:t>
            </a:r>
          </a:p>
          <a:p>
            <a:pPr lvl="1"/>
            <a:r>
              <a:rPr lang="fi-FI"/>
              <a:t>toinen taso</a:t>
            </a:r>
          </a:p>
          <a:p>
            <a:pPr lvl="2"/>
            <a:r>
              <a:rPr lang="fi-FI"/>
              <a:t>kolmas taso</a:t>
            </a:r>
          </a:p>
          <a:p>
            <a:pPr lvl="3"/>
            <a:r>
              <a:rPr lang="fi-FI"/>
              <a:t>neljäs taso</a:t>
            </a:r>
          </a:p>
          <a:p>
            <a:pPr lvl="4"/>
            <a:r>
              <a:rPr lang="fi-FI"/>
              <a:t>viides taso</a:t>
            </a:r>
          </a:p>
        </p:txBody>
      </p:sp>
      <p:sp>
        <p:nvSpPr>
          <p:cNvPr id="5" name="Päivämäärän paikkamerkki 4">
            <a:extLst>
              <a:ext uri="{FF2B5EF4-FFF2-40B4-BE49-F238E27FC236}">
                <a16:creationId xmlns:a16="http://schemas.microsoft.com/office/drawing/2014/main" id="{FD66983C-A88B-7FBB-545B-E74CCCA0D0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4701AA-6A6F-404C-BC42-56741A886A7A}" type="datetimeFigureOut">
              <a:rPr lang="fi-FI" smtClean="0"/>
              <a:t>30.1.2026</a:t>
            </a:fld>
            <a:endParaRPr lang="fi-FI"/>
          </a:p>
        </p:txBody>
      </p:sp>
      <p:sp>
        <p:nvSpPr>
          <p:cNvPr id="6" name="Alatunnisteen paikkamerkki 5">
            <a:extLst>
              <a:ext uri="{FF2B5EF4-FFF2-40B4-BE49-F238E27FC236}">
                <a16:creationId xmlns:a16="http://schemas.microsoft.com/office/drawing/2014/main" id="{59E89191-AE8E-C3CC-B454-72CADA6D39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i-FI"/>
          </a:p>
        </p:txBody>
      </p:sp>
      <p:sp>
        <p:nvSpPr>
          <p:cNvPr id="7" name="Dian numeron paikkamerkki 6">
            <a:extLst>
              <a:ext uri="{FF2B5EF4-FFF2-40B4-BE49-F238E27FC236}">
                <a16:creationId xmlns:a16="http://schemas.microsoft.com/office/drawing/2014/main" id="{55146C20-DA6C-807A-9D9E-DF52A1290A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FE077F-D9CB-4062-9876-F1F1366511C9}" type="slidenum">
              <a:rPr lang="fi-FI" smtClean="0"/>
              <a:t>‹#›</a:t>
            </a:fld>
            <a:endParaRPr lang="fi-FI"/>
          </a:p>
        </p:txBody>
      </p:sp>
    </p:spTree>
    <p:extLst>
      <p:ext uri="{BB962C8B-B14F-4D97-AF65-F5344CB8AC3E}">
        <p14:creationId xmlns:p14="http://schemas.microsoft.com/office/powerpoint/2010/main" val="2470197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tail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tsikko 1">
            <a:extLst>
              <a:ext uri="{FF2B5EF4-FFF2-40B4-BE49-F238E27FC236}">
                <a16:creationId xmlns:a16="http://schemas.microsoft.com/office/drawing/2014/main" id="{334A03CF-BBF3-E99E-5132-B688489337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i-FI"/>
              <a:t>Muokkaa ots. perustyyl. napsautt.</a:t>
            </a:r>
          </a:p>
        </p:txBody>
      </p:sp>
      <p:sp>
        <p:nvSpPr>
          <p:cNvPr id="3" name="Tekstin paikkamerkki 2">
            <a:extLst>
              <a:ext uri="{FF2B5EF4-FFF2-40B4-BE49-F238E27FC236}">
                <a16:creationId xmlns:a16="http://schemas.microsoft.com/office/drawing/2014/main" id="{22CBED78-25C4-9ACA-C8B7-2D382A6D52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i-FI"/>
              <a:t>Muokkaa tekstin perustyylejä napsauttamalla</a:t>
            </a:r>
          </a:p>
        </p:txBody>
      </p:sp>
      <p:sp>
        <p:nvSpPr>
          <p:cNvPr id="4" name="Sisällön paikkamerkki 3">
            <a:extLst>
              <a:ext uri="{FF2B5EF4-FFF2-40B4-BE49-F238E27FC236}">
                <a16:creationId xmlns:a16="http://schemas.microsoft.com/office/drawing/2014/main" id="{0B0050E9-C69E-C120-21FE-04611910F09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i-FI"/>
              <a:t>Muokkaa tekstin perustyylejä napsauttamalla</a:t>
            </a:r>
          </a:p>
          <a:p>
            <a:pPr lvl="1"/>
            <a:r>
              <a:rPr lang="fi-FI"/>
              <a:t>toinen taso</a:t>
            </a:r>
          </a:p>
          <a:p>
            <a:pPr lvl="2"/>
            <a:r>
              <a:rPr lang="fi-FI"/>
              <a:t>kolmas taso</a:t>
            </a:r>
          </a:p>
          <a:p>
            <a:pPr lvl="3"/>
            <a:r>
              <a:rPr lang="fi-FI"/>
              <a:t>neljäs taso</a:t>
            </a:r>
          </a:p>
          <a:p>
            <a:pPr lvl="4"/>
            <a:r>
              <a:rPr lang="fi-FI"/>
              <a:t>viides taso</a:t>
            </a:r>
          </a:p>
        </p:txBody>
      </p:sp>
      <p:sp>
        <p:nvSpPr>
          <p:cNvPr id="5" name="Tekstin paikkamerkki 4">
            <a:extLst>
              <a:ext uri="{FF2B5EF4-FFF2-40B4-BE49-F238E27FC236}">
                <a16:creationId xmlns:a16="http://schemas.microsoft.com/office/drawing/2014/main" id="{DEC45B48-A3E5-A620-277A-A99D3ED754D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i-FI"/>
              <a:t>Muokkaa tekstin perustyylejä napsauttamalla</a:t>
            </a:r>
          </a:p>
        </p:txBody>
      </p:sp>
      <p:sp>
        <p:nvSpPr>
          <p:cNvPr id="6" name="Sisällön paikkamerkki 5">
            <a:extLst>
              <a:ext uri="{FF2B5EF4-FFF2-40B4-BE49-F238E27FC236}">
                <a16:creationId xmlns:a16="http://schemas.microsoft.com/office/drawing/2014/main" id="{05E0DC5B-4873-AB1E-D54D-F0A4D53A2B4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i-FI"/>
              <a:t>Muokkaa tekstin perustyylejä napsauttamalla</a:t>
            </a:r>
          </a:p>
          <a:p>
            <a:pPr lvl="1"/>
            <a:r>
              <a:rPr lang="fi-FI"/>
              <a:t>toinen taso</a:t>
            </a:r>
          </a:p>
          <a:p>
            <a:pPr lvl="2"/>
            <a:r>
              <a:rPr lang="fi-FI"/>
              <a:t>kolmas taso</a:t>
            </a:r>
          </a:p>
          <a:p>
            <a:pPr lvl="3"/>
            <a:r>
              <a:rPr lang="fi-FI"/>
              <a:t>neljäs taso</a:t>
            </a:r>
          </a:p>
          <a:p>
            <a:pPr lvl="4"/>
            <a:r>
              <a:rPr lang="fi-FI"/>
              <a:t>viides taso</a:t>
            </a:r>
          </a:p>
        </p:txBody>
      </p:sp>
      <p:sp>
        <p:nvSpPr>
          <p:cNvPr id="7" name="Päivämäärän paikkamerkki 6">
            <a:extLst>
              <a:ext uri="{FF2B5EF4-FFF2-40B4-BE49-F238E27FC236}">
                <a16:creationId xmlns:a16="http://schemas.microsoft.com/office/drawing/2014/main" id="{66A8E75A-D02B-AA15-DC10-5DB852B2A7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4701AA-6A6F-404C-BC42-56741A886A7A}" type="datetimeFigureOut">
              <a:rPr lang="fi-FI" smtClean="0"/>
              <a:t>30.1.2026</a:t>
            </a:fld>
            <a:endParaRPr lang="fi-FI"/>
          </a:p>
        </p:txBody>
      </p:sp>
      <p:sp>
        <p:nvSpPr>
          <p:cNvPr id="8" name="Alatunnisteen paikkamerkki 7">
            <a:extLst>
              <a:ext uri="{FF2B5EF4-FFF2-40B4-BE49-F238E27FC236}">
                <a16:creationId xmlns:a16="http://schemas.microsoft.com/office/drawing/2014/main" id="{A8E9FDD0-3A20-F3C6-8147-7B9D822584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i-FI"/>
          </a:p>
        </p:txBody>
      </p:sp>
      <p:sp>
        <p:nvSpPr>
          <p:cNvPr id="9" name="Dian numeron paikkamerkki 8">
            <a:extLst>
              <a:ext uri="{FF2B5EF4-FFF2-40B4-BE49-F238E27FC236}">
                <a16:creationId xmlns:a16="http://schemas.microsoft.com/office/drawing/2014/main" id="{197EE88C-C6B1-8A18-35A8-B15F644770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FE077F-D9CB-4062-9876-F1F1366511C9}" type="slidenum">
              <a:rPr lang="fi-FI" smtClean="0"/>
              <a:t>‹#›</a:t>
            </a:fld>
            <a:endParaRPr lang="fi-FI"/>
          </a:p>
        </p:txBody>
      </p:sp>
    </p:spTree>
    <p:extLst>
      <p:ext uri="{BB962C8B-B14F-4D97-AF65-F5344CB8AC3E}">
        <p14:creationId xmlns:p14="http://schemas.microsoft.com/office/powerpoint/2010/main" val="10871788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Vain otsikk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tsikko 1">
            <a:extLst>
              <a:ext uri="{FF2B5EF4-FFF2-40B4-BE49-F238E27FC236}">
                <a16:creationId xmlns:a16="http://schemas.microsoft.com/office/drawing/2014/main" id="{6E67C2E2-52BB-934E-3445-C9D5329DFE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i-FI"/>
              <a:t>Muokkaa ots. perustyyl. napsautt.</a:t>
            </a:r>
          </a:p>
        </p:txBody>
      </p:sp>
      <p:sp>
        <p:nvSpPr>
          <p:cNvPr id="3" name="Päivämäärän paikkamerkki 2">
            <a:extLst>
              <a:ext uri="{FF2B5EF4-FFF2-40B4-BE49-F238E27FC236}">
                <a16:creationId xmlns:a16="http://schemas.microsoft.com/office/drawing/2014/main" id="{763D059F-6AC0-0F1D-880F-2F5E73DFC5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4701AA-6A6F-404C-BC42-56741A886A7A}" type="datetimeFigureOut">
              <a:rPr lang="fi-FI" smtClean="0"/>
              <a:t>30.1.2026</a:t>
            </a:fld>
            <a:endParaRPr lang="fi-FI"/>
          </a:p>
        </p:txBody>
      </p:sp>
      <p:sp>
        <p:nvSpPr>
          <p:cNvPr id="4" name="Alatunnisteen paikkamerkki 3">
            <a:extLst>
              <a:ext uri="{FF2B5EF4-FFF2-40B4-BE49-F238E27FC236}">
                <a16:creationId xmlns:a16="http://schemas.microsoft.com/office/drawing/2014/main" id="{C701C03C-CBB0-06BD-A243-AD953B9DA7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i-FI"/>
          </a:p>
        </p:txBody>
      </p:sp>
      <p:sp>
        <p:nvSpPr>
          <p:cNvPr id="5" name="Dian numeron paikkamerkki 4">
            <a:extLst>
              <a:ext uri="{FF2B5EF4-FFF2-40B4-BE49-F238E27FC236}">
                <a16:creationId xmlns:a16="http://schemas.microsoft.com/office/drawing/2014/main" id="{4F2514E4-C55A-5462-EE99-209A91D8DB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FE077F-D9CB-4062-9876-F1F1366511C9}" type="slidenum">
              <a:rPr lang="fi-FI" smtClean="0"/>
              <a:t>‹#›</a:t>
            </a:fld>
            <a:endParaRPr lang="fi-FI"/>
          </a:p>
        </p:txBody>
      </p:sp>
    </p:spTree>
    <p:extLst>
      <p:ext uri="{BB962C8B-B14F-4D97-AF65-F5344CB8AC3E}">
        <p14:creationId xmlns:p14="http://schemas.microsoft.com/office/powerpoint/2010/main" val="36876540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yhjä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äivämäärän paikkamerkki 1">
            <a:extLst>
              <a:ext uri="{FF2B5EF4-FFF2-40B4-BE49-F238E27FC236}">
                <a16:creationId xmlns:a16="http://schemas.microsoft.com/office/drawing/2014/main" id="{777D7B2C-A803-3C4E-5CA5-5149F4D5E5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4701AA-6A6F-404C-BC42-56741A886A7A}" type="datetimeFigureOut">
              <a:rPr lang="fi-FI" smtClean="0"/>
              <a:t>30.1.2026</a:t>
            </a:fld>
            <a:endParaRPr lang="fi-FI"/>
          </a:p>
        </p:txBody>
      </p:sp>
      <p:sp>
        <p:nvSpPr>
          <p:cNvPr id="3" name="Alatunnisteen paikkamerkki 2">
            <a:extLst>
              <a:ext uri="{FF2B5EF4-FFF2-40B4-BE49-F238E27FC236}">
                <a16:creationId xmlns:a16="http://schemas.microsoft.com/office/drawing/2014/main" id="{B23F0057-B2F0-A5DC-43F0-F259EFA72E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i-FI"/>
          </a:p>
        </p:txBody>
      </p:sp>
      <p:sp>
        <p:nvSpPr>
          <p:cNvPr id="4" name="Dian numeron paikkamerkki 3">
            <a:extLst>
              <a:ext uri="{FF2B5EF4-FFF2-40B4-BE49-F238E27FC236}">
                <a16:creationId xmlns:a16="http://schemas.microsoft.com/office/drawing/2014/main" id="{469218A0-B872-A88F-64B3-D6B5683966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FE077F-D9CB-4062-9876-F1F1366511C9}" type="slidenum">
              <a:rPr lang="fi-FI" smtClean="0"/>
              <a:t>‹#›</a:t>
            </a:fld>
            <a:endParaRPr lang="fi-FI"/>
          </a:p>
        </p:txBody>
      </p:sp>
    </p:spTree>
    <p:extLst>
      <p:ext uri="{BB962C8B-B14F-4D97-AF65-F5344CB8AC3E}">
        <p14:creationId xmlns:p14="http://schemas.microsoft.com/office/powerpoint/2010/main" val="24620387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Kuvatekstillinen sisält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tsikko 1">
            <a:extLst>
              <a:ext uri="{FF2B5EF4-FFF2-40B4-BE49-F238E27FC236}">
                <a16:creationId xmlns:a16="http://schemas.microsoft.com/office/drawing/2014/main" id="{2DDAF79C-9B11-11D2-B55B-CB0F33A5E6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i-FI"/>
              <a:t>Muokkaa ots. perustyyl. napsautt.</a:t>
            </a:r>
          </a:p>
        </p:txBody>
      </p:sp>
      <p:sp>
        <p:nvSpPr>
          <p:cNvPr id="3" name="Sisällön paikkamerkki 2">
            <a:extLst>
              <a:ext uri="{FF2B5EF4-FFF2-40B4-BE49-F238E27FC236}">
                <a16:creationId xmlns:a16="http://schemas.microsoft.com/office/drawing/2014/main" id="{EA01C935-7556-5FD0-3503-C5A01A6B88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i-FI"/>
              <a:t>Muokkaa tekstin perustyylejä napsauttamalla</a:t>
            </a:r>
          </a:p>
          <a:p>
            <a:pPr lvl="1"/>
            <a:r>
              <a:rPr lang="fi-FI"/>
              <a:t>toinen taso</a:t>
            </a:r>
          </a:p>
          <a:p>
            <a:pPr lvl="2"/>
            <a:r>
              <a:rPr lang="fi-FI"/>
              <a:t>kolmas taso</a:t>
            </a:r>
          </a:p>
          <a:p>
            <a:pPr lvl="3"/>
            <a:r>
              <a:rPr lang="fi-FI"/>
              <a:t>neljäs taso</a:t>
            </a:r>
          </a:p>
          <a:p>
            <a:pPr lvl="4"/>
            <a:r>
              <a:rPr lang="fi-FI"/>
              <a:t>viides taso</a:t>
            </a:r>
          </a:p>
        </p:txBody>
      </p:sp>
      <p:sp>
        <p:nvSpPr>
          <p:cNvPr id="4" name="Tekstin paikkamerkki 3">
            <a:extLst>
              <a:ext uri="{FF2B5EF4-FFF2-40B4-BE49-F238E27FC236}">
                <a16:creationId xmlns:a16="http://schemas.microsoft.com/office/drawing/2014/main" id="{E6CD9A70-63FE-B403-233A-8BE8F7564F4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i-FI"/>
              <a:t>Muokkaa tekstin perustyylejä napsauttamalla</a:t>
            </a:r>
          </a:p>
        </p:txBody>
      </p:sp>
      <p:sp>
        <p:nvSpPr>
          <p:cNvPr id="5" name="Päivämäärän paikkamerkki 4">
            <a:extLst>
              <a:ext uri="{FF2B5EF4-FFF2-40B4-BE49-F238E27FC236}">
                <a16:creationId xmlns:a16="http://schemas.microsoft.com/office/drawing/2014/main" id="{7C146C63-1583-C358-D8C7-82283DCC9C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4701AA-6A6F-404C-BC42-56741A886A7A}" type="datetimeFigureOut">
              <a:rPr lang="fi-FI" smtClean="0"/>
              <a:t>30.1.2026</a:t>
            </a:fld>
            <a:endParaRPr lang="fi-FI"/>
          </a:p>
        </p:txBody>
      </p:sp>
      <p:sp>
        <p:nvSpPr>
          <p:cNvPr id="6" name="Alatunnisteen paikkamerkki 5">
            <a:extLst>
              <a:ext uri="{FF2B5EF4-FFF2-40B4-BE49-F238E27FC236}">
                <a16:creationId xmlns:a16="http://schemas.microsoft.com/office/drawing/2014/main" id="{33349B48-A84C-7BB2-2B1A-4E77A386D3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i-FI"/>
          </a:p>
        </p:txBody>
      </p:sp>
      <p:sp>
        <p:nvSpPr>
          <p:cNvPr id="7" name="Dian numeron paikkamerkki 6">
            <a:extLst>
              <a:ext uri="{FF2B5EF4-FFF2-40B4-BE49-F238E27FC236}">
                <a16:creationId xmlns:a16="http://schemas.microsoft.com/office/drawing/2014/main" id="{8D6DBE7D-5014-9D42-FB88-71D6545D59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FE077F-D9CB-4062-9876-F1F1366511C9}" type="slidenum">
              <a:rPr lang="fi-FI" smtClean="0"/>
              <a:t>‹#›</a:t>
            </a:fld>
            <a:endParaRPr lang="fi-FI"/>
          </a:p>
        </p:txBody>
      </p:sp>
    </p:spTree>
    <p:extLst>
      <p:ext uri="{BB962C8B-B14F-4D97-AF65-F5344CB8AC3E}">
        <p14:creationId xmlns:p14="http://schemas.microsoft.com/office/powerpoint/2010/main" val="25729273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uvatekstillinen kuv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tsikko 1">
            <a:extLst>
              <a:ext uri="{FF2B5EF4-FFF2-40B4-BE49-F238E27FC236}">
                <a16:creationId xmlns:a16="http://schemas.microsoft.com/office/drawing/2014/main" id="{B1C178E0-2BCE-ABD3-BE16-D8E2CA8CEE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i-FI"/>
              <a:t>Muokkaa ots. perustyyl. napsautt.</a:t>
            </a:r>
          </a:p>
        </p:txBody>
      </p:sp>
      <p:sp>
        <p:nvSpPr>
          <p:cNvPr id="3" name="Kuvan paikkamerkki 2">
            <a:extLst>
              <a:ext uri="{FF2B5EF4-FFF2-40B4-BE49-F238E27FC236}">
                <a16:creationId xmlns:a16="http://schemas.microsoft.com/office/drawing/2014/main" id="{5803CE44-32AF-1D34-4CE9-29FC3634DDC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i-FI"/>
          </a:p>
        </p:txBody>
      </p:sp>
      <p:sp>
        <p:nvSpPr>
          <p:cNvPr id="4" name="Tekstin paikkamerkki 3">
            <a:extLst>
              <a:ext uri="{FF2B5EF4-FFF2-40B4-BE49-F238E27FC236}">
                <a16:creationId xmlns:a16="http://schemas.microsoft.com/office/drawing/2014/main" id="{09BD1B54-99CA-E0CA-541F-2709295B50C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i-FI"/>
              <a:t>Muokkaa tekstin perustyylejä napsauttamalla</a:t>
            </a:r>
          </a:p>
        </p:txBody>
      </p:sp>
      <p:sp>
        <p:nvSpPr>
          <p:cNvPr id="5" name="Päivämäärän paikkamerkki 4">
            <a:extLst>
              <a:ext uri="{FF2B5EF4-FFF2-40B4-BE49-F238E27FC236}">
                <a16:creationId xmlns:a16="http://schemas.microsoft.com/office/drawing/2014/main" id="{16FEC816-539D-C3D3-D616-6CC8D0FB67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4701AA-6A6F-404C-BC42-56741A886A7A}" type="datetimeFigureOut">
              <a:rPr lang="fi-FI" smtClean="0"/>
              <a:t>30.1.2026</a:t>
            </a:fld>
            <a:endParaRPr lang="fi-FI"/>
          </a:p>
        </p:txBody>
      </p:sp>
      <p:sp>
        <p:nvSpPr>
          <p:cNvPr id="6" name="Alatunnisteen paikkamerkki 5">
            <a:extLst>
              <a:ext uri="{FF2B5EF4-FFF2-40B4-BE49-F238E27FC236}">
                <a16:creationId xmlns:a16="http://schemas.microsoft.com/office/drawing/2014/main" id="{5F464881-476E-B7C7-F043-9D00741716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i-FI"/>
          </a:p>
        </p:txBody>
      </p:sp>
      <p:sp>
        <p:nvSpPr>
          <p:cNvPr id="7" name="Dian numeron paikkamerkki 6">
            <a:extLst>
              <a:ext uri="{FF2B5EF4-FFF2-40B4-BE49-F238E27FC236}">
                <a16:creationId xmlns:a16="http://schemas.microsoft.com/office/drawing/2014/main" id="{F07EA156-2B2E-6B20-1209-7E7AC75645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FE077F-D9CB-4062-9876-F1F1366511C9}" type="slidenum">
              <a:rPr lang="fi-FI" smtClean="0"/>
              <a:t>‹#›</a:t>
            </a:fld>
            <a:endParaRPr lang="fi-FI"/>
          </a:p>
        </p:txBody>
      </p:sp>
    </p:spTree>
    <p:extLst>
      <p:ext uri="{BB962C8B-B14F-4D97-AF65-F5344CB8AC3E}">
        <p14:creationId xmlns:p14="http://schemas.microsoft.com/office/powerpoint/2010/main" val="20277477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Otsikko ja pystysuora teks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tsikko 1">
            <a:extLst>
              <a:ext uri="{FF2B5EF4-FFF2-40B4-BE49-F238E27FC236}">
                <a16:creationId xmlns:a16="http://schemas.microsoft.com/office/drawing/2014/main" id="{DAA0059C-BAC3-8A14-6B28-CB017174B5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i-FI"/>
              <a:t>Muokkaa ots. perustyyl. napsautt.</a:t>
            </a:r>
          </a:p>
        </p:txBody>
      </p:sp>
      <p:sp>
        <p:nvSpPr>
          <p:cNvPr id="3" name="Pystysuoran tekstin paikkamerkki 2">
            <a:extLst>
              <a:ext uri="{FF2B5EF4-FFF2-40B4-BE49-F238E27FC236}">
                <a16:creationId xmlns:a16="http://schemas.microsoft.com/office/drawing/2014/main" id="{59241161-2A36-4919-E5A9-B2AA4B43172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i-FI"/>
              <a:t>Muokkaa tekstin perustyylejä napsauttamalla</a:t>
            </a:r>
          </a:p>
          <a:p>
            <a:pPr lvl="1"/>
            <a:r>
              <a:rPr lang="fi-FI"/>
              <a:t>toinen taso</a:t>
            </a:r>
          </a:p>
          <a:p>
            <a:pPr lvl="2"/>
            <a:r>
              <a:rPr lang="fi-FI"/>
              <a:t>kolmas taso</a:t>
            </a:r>
          </a:p>
          <a:p>
            <a:pPr lvl="3"/>
            <a:r>
              <a:rPr lang="fi-FI"/>
              <a:t>neljäs taso</a:t>
            </a:r>
          </a:p>
          <a:p>
            <a:pPr lvl="4"/>
            <a:r>
              <a:rPr lang="fi-FI"/>
              <a:t>viides taso</a:t>
            </a:r>
          </a:p>
        </p:txBody>
      </p:sp>
      <p:sp>
        <p:nvSpPr>
          <p:cNvPr id="4" name="Päivämäärän paikkamerkki 3">
            <a:extLst>
              <a:ext uri="{FF2B5EF4-FFF2-40B4-BE49-F238E27FC236}">
                <a16:creationId xmlns:a16="http://schemas.microsoft.com/office/drawing/2014/main" id="{6905452A-0B71-5A30-AD48-DE9FDE641D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4701AA-6A6F-404C-BC42-56741A886A7A}" type="datetimeFigureOut">
              <a:rPr lang="fi-FI" smtClean="0"/>
              <a:t>30.1.2026</a:t>
            </a:fld>
            <a:endParaRPr lang="fi-FI"/>
          </a:p>
        </p:txBody>
      </p:sp>
      <p:sp>
        <p:nvSpPr>
          <p:cNvPr id="5" name="Alatunnisteen paikkamerkki 4">
            <a:extLst>
              <a:ext uri="{FF2B5EF4-FFF2-40B4-BE49-F238E27FC236}">
                <a16:creationId xmlns:a16="http://schemas.microsoft.com/office/drawing/2014/main" id="{E3067E1A-14D9-4B46-6332-BE49508D71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i-FI"/>
          </a:p>
        </p:txBody>
      </p:sp>
      <p:sp>
        <p:nvSpPr>
          <p:cNvPr id="6" name="Dian numeron paikkamerkki 5">
            <a:extLst>
              <a:ext uri="{FF2B5EF4-FFF2-40B4-BE49-F238E27FC236}">
                <a16:creationId xmlns:a16="http://schemas.microsoft.com/office/drawing/2014/main" id="{5DA35D50-2757-C3A5-4BF7-81839C8A1A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FE077F-D9CB-4062-9876-F1F1366511C9}" type="slidenum">
              <a:rPr lang="fi-FI" smtClean="0"/>
              <a:t>‹#›</a:t>
            </a:fld>
            <a:endParaRPr lang="fi-FI"/>
          </a:p>
        </p:txBody>
      </p:sp>
    </p:spTree>
    <p:extLst>
      <p:ext uri="{BB962C8B-B14F-4D97-AF65-F5344CB8AC3E}">
        <p14:creationId xmlns:p14="http://schemas.microsoft.com/office/powerpoint/2010/main" val="42875810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Pystysuora otsikko ja teks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ystysuora otsikko 1">
            <a:extLst>
              <a:ext uri="{FF2B5EF4-FFF2-40B4-BE49-F238E27FC236}">
                <a16:creationId xmlns:a16="http://schemas.microsoft.com/office/drawing/2014/main" id="{D5257B52-86F9-F5F8-29A2-011A84F455B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i-FI"/>
              <a:t>Muokkaa ots. perustyyl. napsautt.</a:t>
            </a:r>
          </a:p>
        </p:txBody>
      </p:sp>
      <p:sp>
        <p:nvSpPr>
          <p:cNvPr id="3" name="Pystysuoran tekstin paikkamerkki 2">
            <a:extLst>
              <a:ext uri="{FF2B5EF4-FFF2-40B4-BE49-F238E27FC236}">
                <a16:creationId xmlns:a16="http://schemas.microsoft.com/office/drawing/2014/main" id="{3C93990A-6CAA-A79E-715B-BC6E9360B25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i-FI"/>
              <a:t>Muokkaa tekstin perustyylejä napsauttamalla</a:t>
            </a:r>
          </a:p>
          <a:p>
            <a:pPr lvl="1"/>
            <a:r>
              <a:rPr lang="fi-FI"/>
              <a:t>toinen taso</a:t>
            </a:r>
          </a:p>
          <a:p>
            <a:pPr lvl="2"/>
            <a:r>
              <a:rPr lang="fi-FI"/>
              <a:t>kolmas taso</a:t>
            </a:r>
          </a:p>
          <a:p>
            <a:pPr lvl="3"/>
            <a:r>
              <a:rPr lang="fi-FI"/>
              <a:t>neljäs taso</a:t>
            </a:r>
          </a:p>
          <a:p>
            <a:pPr lvl="4"/>
            <a:r>
              <a:rPr lang="fi-FI"/>
              <a:t>viides taso</a:t>
            </a:r>
          </a:p>
        </p:txBody>
      </p:sp>
      <p:sp>
        <p:nvSpPr>
          <p:cNvPr id="4" name="Päivämäärän paikkamerkki 3">
            <a:extLst>
              <a:ext uri="{FF2B5EF4-FFF2-40B4-BE49-F238E27FC236}">
                <a16:creationId xmlns:a16="http://schemas.microsoft.com/office/drawing/2014/main" id="{2F8C8AF9-016B-D0CB-98C7-20F7841B22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4701AA-6A6F-404C-BC42-56741A886A7A}" type="datetimeFigureOut">
              <a:rPr lang="fi-FI" smtClean="0"/>
              <a:t>30.1.2026</a:t>
            </a:fld>
            <a:endParaRPr lang="fi-FI"/>
          </a:p>
        </p:txBody>
      </p:sp>
      <p:sp>
        <p:nvSpPr>
          <p:cNvPr id="5" name="Alatunnisteen paikkamerkki 4">
            <a:extLst>
              <a:ext uri="{FF2B5EF4-FFF2-40B4-BE49-F238E27FC236}">
                <a16:creationId xmlns:a16="http://schemas.microsoft.com/office/drawing/2014/main" id="{F74240A0-C2FE-6B61-1F1B-A823A3B46C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i-FI"/>
          </a:p>
        </p:txBody>
      </p:sp>
      <p:sp>
        <p:nvSpPr>
          <p:cNvPr id="6" name="Dian numeron paikkamerkki 5">
            <a:extLst>
              <a:ext uri="{FF2B5EF4-FFF2-40B4-BE49-F238E27FC236}">
                <a16:creationId xmlns:a16="http://schemas.microsoft.com/office/drawing/2014/main" id="{6AFDCEDC-F79A-6116-6877-C81391F919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FE077F-D9CB-4062-9876-F1F1366511C9}" type="slidenum">
              <a:rPr lang="fi-FI" smtClean="0"/>
              <a:t>‹#›</a:t>
            </a:fld>
            <a:endParaRPr lang="fi-FI"/>
          </a:p>
        </p:txBody>
      </p:sp>
    </p:spTree>
    <p:extLst>
      <p:ext uri="{BB962C8B-B14F-4D97-AF65-F5344CB8AC3E}">
        <p14:creationId xmlns:p14="http://schemas.microsoft.com/office/powerpoint/2010/main" val="21071020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tsikon paikkamerkki 1">
            <a:extLst>
              <a:ext uri="{FF2B5EF4-FFF2-40B4-BE49-F238E27FC236}">
                <a16:creationId xmlns:a16="http://schemas.microsoft.com/office/drawing/2014/main" id="{E087134F-0814-7942-B7F8-84A21B1BE5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i-FI"/>
              <a:t>Muokkaa ots. perustyyl. napsautt.</a:t>
            </a:r>
          </a:p>
        </p:txBody>
      </p:sp>
      <p:sp>
        <p:nvSpPr>
          <p:cNvPr id="3" name="Tekstin paikkamerkki 2">
            <a:extLst>
              <a:ext uri="{FF2B5EF4-FFF2-40B4-BE49-F238E27FC236}">
                <a16:creationId xmlns:a16="http://schemas.microsoft.com/office/drawing/2014/main" id="{D452A2EA-CBA0-8CD4-EEF0-298844B753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i-FI"/>
              <a:t>Muokkaa tekstin perustyylejä napsauttamalla</a:t>
            </a:r>
          </a:p>
          <a:p>
            <a:pPr lvl="1"/>
            <a:r>
              <a:rPr lang="fi-FI"/>
              <a:t>toinen taso</a:t>
            </a:r>
          </a:p>
          <a:p>
            <a:pPr lvl="2"/>
            <a:r>
              <a:rPr lang="fi-FI"/>
              <a:t>kolmas taso</a:t>
            </a:r>
          </a:p>
          <a:p>
            <a:pPr lvl="3"/>
            <a:r>
              <a:rPr lang="fi-FI"/>
              <a:t>neljäs taso</a:t>
            </a:r>
          </a:p>
          <a:p>
            <a:pPr lvl="4"/>
            <a:r>
              <a:rPr lang="fi-FI"/>
              <a:t>viides taso</a:t>
            </a:r>
          </a:p>
        </p:txBody>
      </p:sp>
      <p:sp>
        <p:nvSpPr>
          <p:cNvPr id="4" name="Päivämäärän paikkamerkki 3">
            <a:extLst>
              <a:ext uri="{FF2B5EF4-FFF2-40B4-BE49-F238E27FC236}">
                <a16:creationId xmlns:a16="http://schemas.microsoft.com/office/drawing/2014/main" id="{BE704F1E-AADD-1FE8-6767-5E599626DB4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64701AA-6A6F-404C-BC42-56741A886A7A}" type="datetimeFigureOut">
              <a:rPr lang="fi-FI" smtClean="0"/>
              <a:t>30.1.2026</a:t>
            </a:fld>
            <a:endParaRPr lang="fi-FI"/>
          </a:p>
        </p:txBody>
      </p:sp>
      <p:sp>
        <p:nvSpPr>
          <p:cNvPr id="5" name="Alatunnisteen paikkamerkki 4">
            <a:extLst>
              <a:ext uri="{FF2B5EF4-FFF2-40B4-BE49-F238E27FC236}">
                <a16:creationId xmlns:a16="http://schemas.microsoft.com/office/drawing/2014/main" id="{D14BAF2A-0F54-7671-2FF3-E803B5D0F1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i-FI"/>
          </a:p>
        </p:txBody>
      </p:sp>
      <p:sp>
        <p:nvSpPr>
          <p:cNvPr id="6" name="Dian numeron paikkamerkki 5">
            <a:extLst>
              <a:ext uri="{FF2B5EF4-FFF2-40B4-BE49-F238E27FC236}">
                <a16:creationId xmlns:a16="http://schemas.microsoft.com/office/drawing/2014/main" id="{2FAB2012-7659-2496-5B53-24A4038421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0FE077F-D9CB-4062-9876-F1F1366511C9}" type="slidenum">
              <a:rPr lang="fi-FI" smtClean="0"/>
              <a:t>‹#›</a:t>
            </a:fld>
            <a:endParaRPr lang="fi-FI"/>
          </a:p>
        </p:txBody>
      </p:sp>
    </p:spTree>
    <p:extLst>
      <p:ext uri="{BB962C8B-B14F-4D97-AF65-F5344CB8AC3E}">
        <p14:creationId xmlns:p14="http://schemas.microsoft.com/office/powerpoint/2010/main" val="7438412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i-FI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1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6F5A5072-7B47-4D32-B52A-4EBBF590B8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715DAF0-AE1B-46C9-8A6B-DB2AA05AB9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2" y="-22693"/>
            <a:ext cx="12191999" cy="4374129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</a:schemeClr>
              </a:gs>
              <a:gs pos="100000">
                <a:srgbClr val="000000"/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016219D-510E-4184-9090-6D5578A87B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908719" y="-3931841"/>
            <a:ext cx="4374557" cy="12192000"/>
          </a:xfrm>
          <a:prstGeom prst="rect">
            <a:avLst/>
          </a:prstGeom>
          <a:gradFill>
            <a:gsLst>
              <a:gs pos="40000">
                <a:schemeClr val="accent1">
                  <a:alpha val="0"/>
                </a:schemeClr>
              </a:gs>
              <a:gs pos="100000">
                <a:schemeClr val="accent1">
                  <a:lumMod val="75000"/>
                  <a:alpha val="52000"/>
                </a:scheme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FF4A713-7B75-4B21-90D7-5AB19547C7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136696" y="-3703868"/>
            <a:ext cx="4374128" cy="11736479"/>
          </a:xfrm>
          <a:prstGeom prst="rect">
            <a:avLst/>
          </a:prstGeom>
          <a:gradFill>
            <a:gsLst>
              <a:gs pos="17000">
                <a:schemeClr val="accent1">
                  <a:alpha val="0"/>
                </a:schemeClr>
              </a:gs>
              <a:gs pos="100000">
                <a:srgbClr val="000000">
                  <a:alpha val="37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C631C0B-6DA6-4E57-8231-CE32B3434A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5" y="-22690"/>
            <a:ext cx="8542485" cy="4374126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  <a:alpha val="0"/>
                </a:schemeClr>
              </a:gs>
              <a:gs pos="100000">
                <a:srgbClr val="000000">
                  <a:alpha val="25000"/>
                </a:srgb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C29501E6-A978-4A61-9689-9085AF97A5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2508972">
            <a:off x="5945431" y="-1032053"/>
            <a:ext cx="4990147" cy="4439131"/>
          </a:xfrm>
          <a:custGeom>
            <a:avLst/>
            <a:gdLst>
              <a:gd name="connsiteX0" fmla="*/ 4990147 w 4990147"/>
              <a:gd name="connsiteY0" fmla="*/ 2229378 h 4439131"/>
              <a:gd name="connsiteX1" fmla="*/ 917384 w 4990147"/>
              <a:gd name="connsiteY1" fmla="*/ 4439131 h 4439131"/>
              <a:gd name="connsiteX2" fmla="*/ 910814 w 4990147"/>
              <a:gd name="connsiteY2" fmla="*/ 4434219 h 4439131"/>
              <a:gd name="connsiteX3" fmla="*/ 0 w 4990147"/>
              <a:gd name="connsiteY3" fmla="*/ 2502877 h 4439131"/>
              <a:gd name="connsiteX4" fmla="*/ 2502877 w 4990147"/>
              <a:gd name="connsiteY4" fmla="*/ 0 h 4439131"/>
              <a:gd name="connsiteX5" fmla="*/ 4954904 w 4990147"/>
              <a:gd name="connsiteY5" fmla="*/ 1998460 h 44391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990147" h="4439131">
                <a:moveTo>
                  <a:pt x="4990147" y="2229378"/>
                </a:moveTo>
                <a:lnTo>
                  <a:pt x="917384" y="4439131"/>
                </a:lnTo>
                <a:lnTo>
                  <a:pt x="910814" y="4434219"/>
                </a:lnTo>
                <a:cubicBezTo>
                  <a:pt x="354557" y="3975154"/>
                  <a:pt x="0" y="3280421"/>
                  <a:pt x="0" y="2502877"/>
                </a:cubicBezTo>
                <a:cubicBezTo>
                  <a:pt x="0" y="1120576"/>
                  <a:pt x="1120576" y="0"/>
                  <a:pt x="2502877" y="0"/>
                </a:cubicBezTo>
                <a:cubicBezTo>
                  <a:pt x="3712390" y="0"/>
                  <a:pt x="4721520" y="857941"/>
                  <a:pt x="4954904" y="1998460"/>
                </a:cubicBezTo>
                <a:close/>
              </a:path>
            </a:pathLst>
          </a:custGeom>
          <a:gradFill>
            <a:gsLst>
              <a:gs pos="0">
                <a:schemeClr val="accent1">
                  <a:alpha val="22000"/>
                </a:schemeClr>
              </a:gs>
              <a:gs pos="87000">
                <a:schemeClr val="accent1">
                  <a:lumMod val="60000"/>
                  <a:lumOff val="40000"/>
                  <a:alpha val="2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Otsikko 1">
            <a:extLst>
              <a:ext uri="{FF2B5EF4-FFF2-40B4-BE49-F238E27FC236}">
                <a16:creationId xmlns:a16="http://schemas.microsoft.com/office/drawing/2014/main" id="{6D25C7E1-375C-11FA-D793-DFA8D5C0ECA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14824" y="735106"/>
            <a:ext cx="10053763" cy="2928470"/>
          </a:xfrm>
        </p:spPr>
        <p:txBody>
          <a:bodyPr anchor="b">
            <a:normAutofit/>
          </a:bodyPr>
          <a:lstStyle/>
          <a:p>
            <a:pPr algn="l"/>
            <a:r>
              <a:rPr lang="fi-FI" sz="4800">
                <a:solidFill>
                  <a:srgbClr val="FFFFFF"/>
                </a:solidFill>
              </a:rPr>
              <a:t>Tietorakenteet ja Algoritmit</a:t>
            </a:r>
          </a:p>
        </p:txBody>
      </p:sp>
      <p:sp>
        <p:nvSpPr>
          <p:cNvPr id="3" name="Alaotsikko 2">
            <a:extLst>
              <a:ext uri="{FF2B5EF4-FFF2-40B4-BE49-F238E27FC236}">
                <a16:creationId xmlns:a16="http://schemas.microsoft.com/office/drawing/2014/main" id="{6D622C45-299E-9271-BBDE-EA35E97DA84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50682" y="4870824"/>
            <a:ext cx="10005951" cy="1458258"/>
          </a:xfrm>
        </p:spPr>
        <p:txBody>
          <a:bodyPr anchor="ctr">
            <a:normAutofit/>
          </a:bodyPr>
          <a:lstStyle/>
          <a:p>
            <a:pPr algn="l"/>
            <a:r>
              <a:rPr lang="fi-FI" dirty="0"/>
              <a:t>1. Harjoitustyö</a:t>
            </a:r>
            <a:endParaRPr lang="fi-FI"/>
          </a:p>
        </p:txBody>
      </p:sp>
      <p:sp>
        <p:nvSpPr>
          <p:cNvPr id="5" name="Alatunnisteen paikkamerkki 4">
            <a:extLst>
              <a:ext uri="{FF2B5EF4-FFF2-40B4-BE49-F238E27FC236}">
                <a16:creationId xmlns:a16="http://schemas.microsoft.com/office/drawing/2014/main" id="{B22BCE17-B7C4-E177-30C6-A495ABC79A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5400000">
            <a:off x="-1828800" y="1984248"/>
            <a:ext cx="4114800" cy="365125"/>
          </a:xfrm>
        </p:spPr>
        <p:txBody>
          <a:bodyPr>
            <a:normAutofit/>
          </a:bodyPr>
          <a:lstStyle/>
          <a:p>
            <a:pPr algn="l">
              <a:spcAft>
                <a:spcPts val="600"/>
              </a:spcAft>
            </a:pPr>
            <a:r>
              <a:rPr lang="fi-FI" sz="1100">
                <a:solidFill>
                  <a:srgbClr val="FFFFFF"/>
                </a:solidFill>
              </a:rPr>
              <a:t>Juho Keskinen, Tite24</a:t>
            </a:r>
          </a:p>
        </p:txBody>
      </p:sp>
      <p:sp>
        <p:nvSpPr>
          <p:cNvPr id="4" name="Päivämäärän paikkamerkki 3">
            <a:extLst>
              <a:ext uri="{FF2B5EF4-FFF2-40B4-BE49-F238E27FC236}">
                <a16:creationId xmlns:a16="http://schemas.microsoft.com/office/drawing/2014/main" id="{547F980F-38EC-B714-9D51-18C22706E88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970264" y="6446837"/>
            <a:ext cx="2743200" cy="365125"/>
          </a:xfrm>
        </p:spPr>
        <p:txBody>
          <a:bodyPr>
            <a:normAutofit/>
          </a:bodyPr>
          <a:lstStyle/>
          <a:p>
            <a:pPr algn="r">
              <a:spcAft>
                <a:spcPts val="600"/>
              </a:spcAft>
            </a:pPr>
            <a:fld id="{DC991D95-BE4C-4DC7-9FF4-EEA873F5CA17}" type="datetime1">
              <a:rPr lang="fi-FI" sz="1100">
                <a:solidFill>
                  <a:schemeClr val="tx1">
                    <a:lumMod val="50000"/>
                    <a:lumOff val="50000"/>
                  </a:schemeClr>
                </a:solidFill>
              </a:rPr>
              <a:pPr algn="r">
                <a:spcAft>
                  <a:spcPts val="600"/>
                </a:spcAft>
              </a:pPr>
              <a:t>30.1.2026</a:t>
            </a:fld>
            <a:endParaRPr lang="fi-FI" sz="110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225881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12609869-9E80-471B-A487-A53288E0E7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Otsikko 1">
            <a:extLst>
              <a:ext uri="{FF2B5EF4-FFF2-40B4-BE49-F238E27FC236}">
                <a16:creationId xmlns:a16="http://schemas.microsoft.com/office/drawing/2014/main" id="{61BD9514-0DB7-6F3F-F843-F2B0428F6B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6397" y="502020"/>
            <a:ext cx="5323715" cy="1642970"/>
          </a:xfrm>
        </p:spPr>
        <p:txBody>
          <a:bodyPr anchor="b">
            <a:normAutofit/>
          </a:bodyPr>
          <a:lstStyle/>
          <a:p>
            <a:r>
              <a:rPr lang="fi-FI" sz="4000"/>
              <a:t>Tehtävänanto</a:t>
            </a:r>
          </a:p>
        </p:txBody>
      </p:sp>
      <p:sp>
        <p:nvSpPr>
          <p:cNvPr id="3" name="Sisällön paikkamerkki 2">
            <a:extLst>
              <a:ext uri="{FF2B5EF4-FFF2-40B4-BE49-F238E27FC236}">
                <a16:creationId xmlns:a16="http://schemas.microsoft.com/office/drawing/2014/main" id="{1EAAA6BC-C9CC-1454-5BFC-BB57B0B9F5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4923" y="2405894"/>
            <a:ext cx="5315189" cy="3535083"/>
          </a:xfrm>
        </p:spPr>
        <p:txBody>
          <a:bodyPr anchor="t">
            <a:normAutofit/>
          </a:bodyPr>
          <a:lstStyle/>
          <a:p>
            <a:r>
              <a:rPr lang="fi-FI" sz="2000" dirty="0"/>
              <a:t>Tehtävänä oli tehdä vertailuja eri järjestysalgoritmien ajankäytössä.</a:t>
            </a:r>
          </a:p>
          <a:p>
            <a:r>
              <a:rPr lang="fi-FI" sz="2000" dirty="0"/>
              <a:t>Lähdettiin </a:t>
            </a:r>
            <a:r>
              <a:rPr lang="fi-FI" sz="2000" dirty="0" err="1"/>
              <a:t>Bubble</a:t>
            </a:r>
            <a:r>
              <a:rPr lang="fi-FI" sz="2000" dirty="0"/>
              <a:t> Sortilla liikkeelle. Tämän jälkeen lisäsin vertailuun muut  algoritmit. Näitä oli </a:t>
            </a:r>
            <a:r>
              <a:rPr lang="fi-FI" sz="2000" dirty="0" err="1"/>
              <a:t>Insertio</a:t>
            </a:r>
            <a:r>
              <a:rPr lang="fi-FI" sz="2000" dirty="0"/>
              <a:t>-, Shell-,  </a:t>
            </a:r>
            <a:r>
              <a:rPr lang="fi-FI" sz="2000" dirty="0" err="1"/>
              <a:t>Array</a:t>
            </a:r>
            <a:r>
              <a:rPr lang="fi-FI" sz="2000" dirty="0"/>
              <a:t>-, </a:t>
            </a:r>
            <a:r>
              <a:rPr lang="fi-FI" sz="2000" dirty="0" err="1"/>
              <a:t>Quick</a:t>
            </a:r>
            <a:r>
              <a:rPr lang="fi-FI" sz="2000" dirty="0"/>
              <a:t>-, </a:t>
            </a:r>
            <a:r>
              <a:rPr lang="fi-FI" sz="2000" dirty="0" err="1"/>
              <a:t>Selection</a:t>
            </a:r>
            <a:r>
              <a:rPr lang="fi-FI" sz="2000" dirty="0"/>
              <a:t>- ja </a:t>
            </a:r>
            <a:r>
              <a:rPr lang="fi-FI" sz="2000" dirty="0" err="1"/>
              <a:t>Merge</a:t>
            </a:r>
            <a:r>
              <a:rPr lang="fi-FI" sz="2000" dirty="0"/>
              <a:t> </a:t>
            </a:r>
            <a:r>
              <a:rPr lang="fi-FI" sz="2000" dirty="0" err="1"/>
              <a:t>Sort</a:t>
            </a:r>
            <a:endParaRPr lang="fi-FI" sz="2000" dirty="0"/>
          </a:p>
          <a:p>
            <a:r>
              <a:rPr lang="fi-FI" sz="2000" dirty="0"/>
              <a:t>  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004738A-9D34-43E8-97D2-CA0EED4F8B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3333" y="-5"/>
            <a:ext cx="4092521" cy="6858000"/>
          </a:xfrm>
          <a:prstGeom prst="rect">
            <a:avLst/>
          </a:prstGeom>
          <a:gradFill>
            <a:gsLst>
              <a:gs pos="8000">
                <a:srgbClr val="000000">
                  <a:alpha val="94000"/>
                </a:srgbClr>
              </a:gs>
              <a:gs pos="100000">
                <a:schemeClr val="accent1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8B8D07F-F13E-443E-BA68-2D26672D76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3333" y="-2"/>
            <a:ext cx="4092521" cy="6400369"/>
          </a:xfrm>
          <a:prstGeom prst="rect">
            <a:avLst/>
          </a:prstGeom>
          <a:gradFill>
            <a:gsLst>
              <a:gs pos="31000">
                <a:schemeClr val="accent1">
                  <a:lumMod val="50000"/>
                  <a:alpha val="0"/>
                </a:schemeClr>
              </a:gs>
              <a:gs pos="100000">
                <a:schemeClr val="accent1">
                  <a:lumMod val="50000"/>
                  <a:alpha val="26000"/>
                </a:schemeClr>
              </a:gs>
            </a:gsLst>
            <a:lin ang="18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2813A4FA-24A5-41ED-A534-3807D1B2F3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3333" y="-22"/>
            <a:ext cx="4068667" cy="6400389"/>
          </a:xfrm>
          <a:prstGeom prst="rect">
            <a:avLst/>
          </a:prstGeom>
          <a:gradFill>
            <a:gsLst>
              <a:gs pos="0">
                <a:schemeClr val="accent1">
                  <a:alpha val="0"/>
                </a:schemeClr>
              </a:gs>
              <a:gs pos="72000">
                <a:srgbClr val="000000">
                  <a:alpha val="21000"/>
                </a:srgb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3944F27-CA70-4E84-A51A-E6BF895589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3333" y="-10"/>
            <a:ext cx="3611467" cy="6857997"/>
          </a:xfrm>
          <a:prstGeom prst="rect">
            <a:avLst/>
          </a:prstGeom>
          <a:gradFill>
            <a:gsLst>
              <a:gs pos="0">
                <a:schemeClr val="accent1">
                  <a:alpha val="0"/>
                </a:schemeClr>
              </a:gs>
              <a:gs pos="93000">
                <a:srgbClr val="000000">
                  <a:alpha val="29000"/>
                </a:srgb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5" name="Kuva 4" descr="Kuva, joka sisältää kohteen teksti, kuvakaappaus, ohjelmisto, Fontti&#10;&#10;Tekoälyllä luotu sisältö voi olla virheellistä.">
            <a:extLst>
              <a:ext uri="{FF2B5EF4-FFF2-40B4-BE49-F238E27FC236}">
                <a16:creationId xmlns:a16="http://schemas.microsoft.com/office/drawing/2014/main" id="{C40AAE5C-B2B1-73EC-E1D1-25DEB8ABDC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5967" y="962488"/>
            <a:ext cx="4170530" cy="49649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11736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FB0AE9B-B703-AAD0-7BD1-CC3B64EDBA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38A5D017-17C2-E973-E967-2410E90010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Otsikko 1">
            <a:extLst>
              <a:ext uri="{FF2B5EF4-FFF2-40B4-BE49-F238E27FC236}">
                <a16:creationId xmlns:a16="http://schemas.microsoft.com/office/drawing/2014/main" id="{40EC195E-4E33-FB2C-2901-319FB2A1A2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6397" y="502020"/>
            <a:ext cx="5323715" cy="1642970"/>
          </a:xfrm>
        </p:spPr>
        <p:txBody>
          <a:bodyPr anchor="b">
            <a:normAutofit/>
          </a:bodyPr>
          <a:lstStyle/>
          <a:p>
            <a:r>
              <a:rPr lang="fi-FI" sz="4000"/>
              <a:t>Tehtävänanto</a:t>
            </a:r>
          </a:p>
        </p:txBody>
      </p:sp>
      <p:sp>
        <p:nvSpPr>
          <p:cNvPr id="3" name="Sisällön paikkamerkki 2">
            <a:extLst>
              <a:ext uri="{FF2B5EF4-FFF2-40B4-BE49-F238E27FC236}">
                <a16:creationId xmlns:a16="http://schemas.microsoft.com/office/drawing/2014/main" id="{784E2939-DF6E-E459-5A25-F30EA9FD56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4923" y="2405894"/>
            <a:ext cx="5315189" cy="3535083"/>
          </a:xfrm>
        </p:spPr>
        <p:txBody>
          <a:bodyPr anchor="t">
            <a:normAutofit fontScale="47500" lnSpcReduction="20000"/>
          </a:bodyPr>
          <a:lstStyle/>
          <a:p>
            <a:r>
              <a:rPr lang="fi-FI" b="1" dirty="0"/>
              <a:t>O(1) – Vakioaika:</a:t>
            </a:r>
            <a:r>
              <a:rPr lang="fi-FI" dirty="0"/>
              <a:t> Algoritmi valmistuu aina samassa ajassa syötteen koosta riippumatta.</a:t>
            </a:r>
          </a:p>
          <a:p>
            <a:r>
              <a:rPr lang="fi-FI" b="1" dirty="0"/>
              <a:t>O(</a:t>
            </a:r>
            <a:r>
              <a:rPr lang="fi-FI" b="1" dirty="0" err="1"/>
              <a:t>log</a:t>
            </a:r>
            <a:r>
              <a:rPr lang="fi-FI" b="1" dirty="0"/>
              <a:t> n) – logaritminen aika:</a:t>
            </a:r>
            <a:r>
              <a:rPr lang="fi-FI" dirty="0"/>
              <a:t> Kun syötteen koko kasvaa, käyntiaika kasvaa logaritmisesti. Algoritmit, jotka toimivat kahdella jakamisen periaatteella (esimerkiksi binäärihaku), kuuluvat tähän luokkaan.</a:t>
            </a:r>
          </a:p>
          <a:p>
            <a:r>
              <a:rPr lang="fi-FI" b="1" dirty="0"/>
              <a:t>O(n) – lineaarinen aika:</a:t>
            </a:r>
            <a:r>
              <a:rPr lang="fi-FI" dirty="0"/>
              <a:t> Ajoaika kasvaa suhteessa syötteen koon mukaan.</a:t>
            </a:r>
          </a:p>
          <a:p>
            <a:r>
              <a:rPr lang="fi-FI" b="1" dirty="0"/>
              <a:t>O(n </a:t>
            </a:r>
            <a:r>
              <a:rPr lang="fi-FI" b="1" dirty="0" err="1"/>
              <a:t>log</a:t>
            </a:r>
            <a:r>
              <a:rPr lang="fi-FI" b="1" dirty="0"/>
              <a:t> n) – Lineaarinen logaritminen aika:</a:t>
            </a:r>
            <a:r>
              <a:rPr lang="fi-FI" dirty="0"/>
              <a:t> Näytetään yleisesti lajittelualgoritmeissa (esim. yhdistäminen, keon lajittelu).</a:t>
            </a:r>
          </a:p>
          <a:p>
            <a:r>
              <a:rPr lang="fi-FI" b="1" dirty="0"/>
              <a:t>O(n^2) – neliöaika:</a:t>
            </a:r>
            <a:r>
              <a:rPr lang="fi-FI" dirty="0"/>
              <a:t> Ajoaika kasvaa syötteen koon neliön mukaan. Algoritmit, jotka sisältävät sisäkkäisiä silmukoita, kuuluvat tähän luokkaan.</a:t>
            </a:r>
          </a:p>
          <a:p>
            <a:r>
              <a:rPr lang="fi-FI" b="1" dirty="0"/>
              <a:t>O(2^n) – eksponentiaalinen aika:</a:t>
            </a:r>
            <a:r>
              <a:rPr lang="fi-FI" dirty="0"/>
              <a:t> Ajoaika kasvaa syötteen koon eksponentin mukaan. Sitä käytetään usein algoritmeihin, jotka toimivat hyvin hitaasti.</a:t>
            </a:r>
          </a:p>
          <a:p>
            <a:r>
              <a:rPr lang="fi-FI" b="1" dirty="0"/>
              <a:t>O(n!) – </a:t>
            </a:r>
            <a:r>
              <a:rPr lang="fi-FI" b="1" dirty="0" err="1"/>
              <a:t>Factorial</a:t>
            </a:r>
            <a:r>
              <a:rPr lang="fi-FI" b="1" dirty="0"/>
              <a:t> Time:</a:t>
            </a:r>
            <a:r>
              <a:rPr lang="fi-FI" dirty="0"/>
              <a:t> Se on huonoimmin toimiva algoritmityyppi. Jopa pienillä </a:t>
            </a:r>
            <a:r>
              <a:rPr lang="fi-FI" dirty="0" err="1"/>
              <a:t>syöttökooilla</a:t>
            </a:r>
            <a:r>
              <a:rPr lang="fi-FI" dirty="0"/>
              <a:t> se voi kestää hyvin kauan.</a:t>
            </a:r>
          </a:p>
          <a:p>
            <a:r>
              <a:rPr lang="fi-FI" sz="2000" dirty="0"/>
              <a:t>  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86C6DB1-2BF1-4F09-BF7E-E1DD2BA7A3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3333" y="-5"/>
            <a:ext cx="4092521" cy="6858000"/>
          </a:xfrm>
          <a:prstGeom prst="rect">
            <a:avLst/>
          </a:prstGeom>
          <a:gradFill>
            <a:gsLst>
              <a:gs pos="8000">
                <a:srgbClr val="000000">
                  <a:alpha val="94000"/>
                </a:srgbClr>
              </a:gs>
              <a:gs pos="100000">
                <a:schemeClr val="accent1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F5A6AFE-64AD-8C86-6063-A901DF96DE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3333" y="-2"/>
            <a:ext cx="4092521" cy="6400369"/>
          </a:xfrm>
          <a:prstGeom prst="rect">
            <a:avLst/>
          </a:prstGeom>
          <a:gradFill>
            <a:gsLst>
              <a:gs pos="31000">
                <a:schemeClr val="accent1">
                  <a:lumMod val="50000"/>
                  <a:alpha val="0"/>
                </a:schemeClr>
              </a:gs>
              <a:gs pos="100000">
                <a:schemeClr val="accent1">
                  <a:lumMod val="50000"/>
                  <a:alpha val="26000"/>
                </a:schemeClr>
              </a:gs>
            </a:gsLst>
            <a:lin ang="18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BF41541-D4AC-5DCA-6D97-BEAFE65E5C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3333" y="-22"/>
            <a:ext cx="4068667" cy="6400389"/>
          </a:xfrm>
          <a:prstGeom prst="rect">
            <a:avLst/>
          </a:prstGeom>
          <a:gradFill>
            <a:gsLst>
              <a:gs pos="0">
                <a:schemeClr val="accent1">
                  <a:alpha val="0"/>
                </a:schemeClr>
              </a:gs>
              <a:gs pos="72000">
                <a:srgbClr val="000000">
                  <a:alpha val="21000"/>
                </a:srgb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B53C4422-1BE4-2E8F-110F-00AA578497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3333" y="-10"/>
            <a:ext cx="3611467" cy="6857997"/>
          </a:xfrm>
          <a:prstGeom prst="rect">
            <a:avLst/>
          </a:prstGeom>
          <a:gradFill>
            <a:gsLst>
              <a:gs pos="0">
                <a:schemeClr val="accent1">
                  <a:alpha val="0"/>
                </a:schemeClr>
              </a:gs>
              <a:gs pos="93000">
                <a:srgbClr val="000000">
                  <a:alpha val="29000"/>
                </a:srgb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5" name="Kuva 4" descr="Kuva, joka sisältää kohteen teksti, kuvakaappaus, ohjelmisto, Fontti&#10;&#10;Tekoälyllä luotu sisältö voi olla virheellistä.">
            <a:extLst>
              <a:ext uri="{FF2B5EF4-FFF2-40B4-BE49-F238E27FC236}">
                <a16:creationId xmlns:a16="http://schemas.microsoft.com/office/drawing/2014/main" id="{A202328A-1F36-2BCB-78BC-C4B4E6185D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5967" y="962488"/>
            <a:ext cx="4170530" cy="49649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71240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ABC0C8A-20BB-86C6-829F-FBBB74A2CA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8" name="Rectangle 27">
            <a:extLst>
              <a:ext uri="{FF2B5EF4-FFF2-40B4-BE49-F238E27FC236}">
                <a16:creationId xmlns:a16="http://schemas.microsoft.com/office/drawing/2014/main" id="{12609869-9E80-471B-A487-A53288E0E7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Otsikko 1">
            <a:extLst>
              <a:ext uri="{FF2B5EF4-FFF2-40B4-BE49-F238E27FC236}">
                <a16:creationId xmlns:a16="http://schemas.microsoft.com/office/drawing/2014/main" id="{27B409A7-87C3-3DEB-20C6-13052B9C3C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6397" y="502020"/>
            <a:ext cx="5323715" cy="1642970"/>
          </a:xfrm>
        </p:spPr>
        <p:txBody>
          <a:bodyPr anchor="b">
            <a:normAutofit/>
          </a:bodyPr>
          <a:lstStyle/>
          <a:p>
            <a:r>
              <a:rPr lang="fi-FI" sz="4000"/>
              <a:t>Tiedoston rakenne</a:t>
            </a:r>
          </a:p>
        </p:txBody>
      </p:sp>
      <p:sp>
        <p:nvSpPr>
          <p:cNvPr id="3" name="Sisällön paikkamerkki 2">
            <a:extLst>
              <a:ext uri="{FF2B5EF4-FFF2-40B4-BE49-F238E27FC236}">
                <a16:creationId xmlns:a16="http://schemas.microsoft.com/office/drawing/2014/main" id="{02411CC9-9DE1-85FB-6A57-55ACD2B472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4923" y="2405894"/>
            <a:ext cx="5315189" cy="3535083"/>
          </a:xfrm>
        </p:spPr>
        <p:txBody>
          <a:bodyPr anchor="t">
            <a:normAutofit/>
          </a:bodyPr>
          <a:lstStyle/>
          <a:p>
            <a:r>
              <a:rPr lang="fi-FI" sz="2000"/>
              <a:t>Loimme satunnaisen arrayn apufunktiolla makeRandomArray</a:t>
            </a:r>
          </a:p>
          <a:p>
            <a:r>
              <a:rPr lang="fi-FI" sz="2000"/>
              <a:t>Jos halusimme tulostaa juuri luodun arrayn, siihen käytimme apufunktiota printArray. Tämä on tällä hetkellä tyhjänpanttina, eikä sitä kutsuta missään koodissa. Tämä on hyvä testivaiheessa olla.  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7004738A-9D34-43E8-97D2-CA0EED4F8B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3333" y="-5"/>
            <a:ext cx="4092521" cy="6858000"/>
          </a:xfrm>
          <a:prstGeom prst="rect">
            <a:avLst/>
          </a:prstGeom>
          <a:gradFill>
            <a:gsLst>
              <a:gs pos="8000">
                <a:srgbClr val="000000">
                  <a:alpha val="94000"/>
                </a:srgbClr>
              </a:gs>
              <a:gs pos="100000">
                <a:schemeClr val="accent1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B8B8D07F-F13E-443E-BA68-2D26672D76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3333" y="-2"/>
            <a:ext cx="4092521" cy="6400369"/>
          </a:xfrm>
          <a:prstGeom prst="rect">
            <a:avLst/>
          </a:prstGeom>
          <a:gradFill>
            <a:gsLst>
              <a:gs pos="31000">
                <a:schemeClr val="accent1">
                  <a:lumMod val="50000"/>
                  <a:alpha val="0"/>
                </a:schemeClr>
              </a:gs>
              <a:gs pos="100000">
                <a:schemeClr val="accent1">
                  <a:lumMod val="50000"/>
                  <a:alpha val="26000"/>
                </a:schemeClr>
              </a:gs>
            </a:gsLst>
            <a:lin ang="18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2813A4FA-24A5-41ED-A534-3807D1B2F3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3333" y="-22"/>
            <a:ext cx="4068667" cy="6400389"/>
          </a:xfrm>
          <a:prstGeom prst="rect">
            <a:avLst/>
          </a:prstGeom>
          <a:gradFill>
            <a:gsLst>
              <a:gs pos="0">
                <a:schemeClr val="accent1">
                  <a:alpha val="0"/>
                </a:schemeClr>
              </a:gs>
              <a:gs pos="72000">
                <a:srgbClr val="000000">
                  <a:alpha val="21000"/>
                </a:srgb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C3944F27-CA70-4E84-A51A-E6BF895589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3333" y="-10"/>
            <a:ext cx="3611467" cy="6857997"/>
          </a:xfrm>
          <a:prstGeom prst="rect">
            <a:avLst/>
          </a:prstGeom>
          <a:gradFill>
            <a:gsLst>
              <a:gs pos="0">
                <a:schemeClr val="accent1">
                  <a:alpha val="0"/>
                </a:schemeClr>
              </a:gs>
              <a:gs pos="93000">
                <a:srgbClr val="000000">
                  <a:alpha val="29000"/>
                </a:srgb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1" name="Kuva 10" descr="Kuva, joka sisältää kohteen teksti, kuvakaappaus, Fontti&#10;&#10;Tekoälyllä luotu sisältö voi olla virheellistä.">
            <a:extLst>
              <a:ext uri="{FF2B5EF4-FFF2-40B4-BE49-F238E27FC236}">
                <a16:creationId xmlns:a16="http://schemas.microsoft.com/office/drawing/2014/main" id="{8E36C1B4-4374-9AA4-6C6F-CC961173D9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5967" y="1364895"/>
            <a:ext cx="4170530" cy="41601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86870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DE40263-7708-1A42-8F9B-04B3531EFF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352BEC0E-22F8-46D0-9632-375DB541B0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Otsikko 1">
            <a:extLst>
              <a:ext uri="{FF2B5EF4-FFF2-40B4-BE49-F238E27FC236}">
                <a16:creationId xmlns:a16="http://schemas.microsoft.com/office/drawing/2014/main" id="{C77EC5D5-DBFD-AFA8-702F-36CAB9D029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329184"/>
            <a:ext cx="6894576" cy="1783080"/>
          </a:xfrm>
        </p:spPr>
        <p:txBody>
          <a:bodyPr anchor="b">
            <a:normAutofit/>
          </a:bodyPr>
          <a:lstStyle/>
          <a:p>
            <a:r>
              <a:rPr lang="fi-FI" sz="5400"/>
              <a:t>Bubble Sort</a:t>
            </a:r>
          </a:p>
        </p:txBody>
      </p:sp>
      <p:sp>
        <p:nvSpPr>
          <p:cNvPr id="21" name="sketch line">
            <a:extLst>
              <a:ext uri="{FF2B5EF4-FFF2-40B4-BE49-F238E27FC236}">
                <a16:creationId xmlns:a16="http://schemas.microsoft.com/office/drawing/2014/main" id="{3FCFB1DE-0B7E-48CC-BA90-B2AB0889F9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58952" y="2395728"/>
            <a:ext cx="4243589" cy="18288"/>
          </a:xfrm>
          <a:custGeom>
            <a:avLst/>
            <a:gdLst>
              <a:gd name="csX0" fmla="*/ 0 w 4243589"/>
              <a:gd name="csY0" fmla="*/ 0 h 18288"/>
              <a:gd name="csX1" fmla="*/ 478919 w 4243589"/>
              <a:gd name="csY1" fmla="*/ 0 h 18288"/>
              <a:gd name="csX2" fmla="*/ 957839 w 4243589"/>
              <a:gd name="csY2" fmla="*/ 0 h 18288"/>
              <a:gd name="csX3" fmla="*/ 1521630 w 4243589"/>
              <a:gd name="csY3" fmla="*/ 0 h 18288"/>
              <a:gd name="csX4" fmla="*/ 2212729 w 4243589"/>
              <a:gd name="csY4" fmla="*/ 0 h 18288"/>
              <a:gd name="csX5" fmla="*/ 2734084 w 4243589"/>
              <a:gd name="csY5" fmla="*/ 0 h 18288"/>
              <a:gd name="csX6" fmla="*/ 3255439 w 4243589"/>
              <a:gd name="csY6" fmla="*/ 0 h 18288"/>
              <a:gd name="csX7" fmla="*/ 4243589 w 4243589"/>
              <a:gd name="csY7" fmla="*/ 0 h 18288"/>
              <a:gd name="csX8" fmla="*/ 4243589 w 4243589"/>
              <a:gd name="csY8" fmla="*/ 18288 h 18288"/>
              <a:gd name="csX9" fmla="*/ 3594926 w 4243589"/>
              <a:gd name="csY9" fmla="*/ 18288 h 18288"/>
              <a:gd name="csX10" fmla="*/ 3073571 w 4243589"/>
              <a:gd name="csY10" fmla="*/ 18288 h 18288"/>
              <a:gd name="csX11" fmla="*/ 2552216 w 4243589"/>
              <a:gd name="csY11" fmla="*/ 18288 h 18288"/>
              <a:gd name="csX12" fmla="*/ 1903553 w 4243589"/>
              <a:gd name="csY12" fmla="*/ 18288 h 18288"/>
              <a:gd name="csX13" fmla="*/ 1212454 w 4243589"/>
              <a:gd name="csY13" fmla="*/ 18288 h 18288"/>
              <a:gd name="csX14" fmla="*/ 733535 w 4243589"/>
              <a:gd name="csY14" fmla="*/ 18288 h 18288"/>
              <a:gd name="csX15" fmla="*/ 0 w 4243589"/>
              <a:gd name="csY15" fmla="*/ 18288 h 18288"/>
              <a:gd name="csX16" fmla="*/ 0 w 4243589"/>
              <a:gd name="csY1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4243589" h="18288" fill="none" extrusionOk="0">
                <a:moveTo>
                  <a:pt x="0" y="0"/>
                </a:moveTo>
                <a:cubicBezTo>
                  <a:pt x="213395" y="-21006"/>
                  <a:pt x="307421" y="-18116"/>
                  <a:pt x="478919" y="0"/>
                </a:cubicBezTo>
                <a:cubicBezTo>
                  <a:pt x="650417" y="18116"/>
                  <a:pt x="831092" y="-21237"/>
                  <a:pt x="957839" y="0"/>
                </a:cubicBezTo>
                <a:cubicBezTo>
                  <a:pt x="1084586" y="21237"/>
                  <a:pt x="1301682" y="25124"/>
                  <a:pt x="1521630" y="0"/>
                </a:cubicBezTo>
                <a:cubicBezTo>
                  <a:pt x="1741578" y="-25124"/>
                  <a:pt x="1970269" y="-29139"/>
                  <a:pt x="2212729" y="0"/>
                </a:cubicBezTo>
                <a:cubicBezTo>
                  <a:pt x="2455189" y="29139"/>
                  <a:pt x="2558847" y="-4796"/>
                  <a:pt x="2734084" y="0"/>
                </a:cubicBezTo>
                <a:cubicBezTo>
                  <a:pt x="2909321" y="4796"/>
                  <a:pt x="3097217" y="-13409"/>
                  <a:pt x="3255439" y="0"/>
                </a:cubicBezTo>
                <a:cubicBezTo>
                  <a:pt x="3413662" y="13409"/>
                  <a:pt x="3979999" y="-10121"/>
                  <a:pt x="4243589" y="0"/>
                </a:cubicBezTo>
                <a:cubicBezTo>
                  <a:pt x="4244484" y="8974"/>
                  <a:pt x="4243043" y="9359"/>
                  <a:pt x="4243589" y="18288"/>
                </a:cubicBezTo>
                <a:cubicBezTo>
                  <a:pt x="4058777" y="31246"/>
                  <a:pt x="3910348" y="3158"/>
                  <a:pt x="3594926" y="18288"/>
                </a:cubicBezTo>
                <a:cubicBezTo>
                  <a:pt x="3279504" y="33418"/>
                  <a:pt x="3319955" y="-3977"/>
                  <a:pt x="3073571" y="18288"/>
                </a:cubicBezTo>
                <a:cubicBezTo>
                  <a:pt x="2827187" y="40553"/>
                  <a:pt x="2767387" y="1863"/>
                  <a:pt x="2552216" y="18288"/>
                </a:cubicBezTo>
                <a:cubicBezTo>
                  <a:pt x="2337046" y="34713"/>
                  <a:pt x="2181871" y="19527"/>
                  <a:pt x="1903553" y="18288"/>
                </a:cubicBezTo>
                <a:cubicBezTo>
                  <a:pt x="1625235" y="17049"/>
                  <a:pt x="1557672" y="24174"/>
                  <a:pt x="1212454" y="18288"/>
                </a:cubicBezTo>
                <a:cubicBezTo>
                  <a:pt x="867236" y="12402"/>
                  <a:pt x="874382" y="15627"/>
                  <a:pt x="733535" y="18288"/>
                </a:cubicBezTo>
                <a:cubicBezTo>
                  <a:pt x="592688" y="20949"/>
                  <a:pt x="183477" y="14753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243589" h="18288" stroke="0" extrusionOk="0">
                <a:moveTo>
                  <a:pt x="0" y="0"/>
                </a:moveTo>
                <a:cubicBezTo>
                  <a:pt x="143690" y="16630"/>
                  <a:pt x="266667" y="14847"/>
                  <a:pt x="521355" y="0"/>
                </a:cubicBezTo>
                <a:cubicBezTo>
                  <a:pt x="776043" y="-14847"/>
                  <a:pt x="814491" y="-17363"/>
                  <a:pt x="1000275" y="0"/>
                </a:cubicBezTo>
                <a:cubicBezTo>
                  <a:pt x="1186059" y="17363"/>
                  <a:pt x="1352504" y="-23507"/>
                  <a:pt x="1521630" y="0"/>
                </a:cubicBezTo>
                <a:cubicBezTo>
                  <a:pt x="1690756" y="23507"/>
                  <a:pt x="1889525" y="5871"/>
                  <a:pt x="2127857" y="0"/>
                </a:cubicBezTo>
                <a:cubicBezTo>
                  <a:pt x="2366189" y="-5871"/>
                  <a:pt x="2620628" y="-27997"/>
                  <a:pt x="2776520" y="0"/>
                </a:cubicBezTo>
                <a:cubicBezTo>
                  <a:pt x="2932412" y="27997"/>
                  <a:pt x="3131683" y="-25073"/>
                  <a:pt x="3467618" y="0"/>
                </a:cubicBezTo>
                <a:cubicBezTo>
                  <a:pt x="3803553" y="25073"/>
                  <a:pt x="4017371" y="3071"/>
                  <a:pt x="4243589" y="0"/>
                </a:cubicBezTo>
                <a:cubicBezTo>
                  <a:pt x="4243134" y="6162"/>
                  <a:pt x="4243492" y="11775"/>
                  <a:pt x="4243589" y="18288"/>
                </a:cubicBezTo>
                <a:cubicBezTo>
                  <a:pt x="4017834" y="-5779"/>
                  <a:pt x="3834586" y="13376"/>
                  <a:pt x="3594926" y="18288"/>
                </a:cubicBezTo>
                <a:cubicBezTo>
                  <a:pt x="3355266" y="23200"/>
                  <a:pt x="3204179" y="2869"/>
                  <a:pt x="2903827" y="18288"/>
                </a:cubicBezTo>
                <a:cubicBezTo>
                  <a:pt x="2603475" y="33707"/>
                  <a:pt x="2526187" y="46187"/>
                  <a:pt x="2212729" y="18288"/>
                </a:cubicBezTo>
                <a:cubicBezTo>
                  <a:pt x="1899271" y="-9611"/>
                  <a:pt x="1966289" y="29692"/>
                  <a:pt x="1733809" y="18288"/>
                </a:cubicBezTo>
                <a:cubicBezTo>
                  <a:pt x="1501329" y="6884"/>
                  <a:pt x="1343612" y="12492"/>
                  <a:pt x="1085146" y="18288"/>
                </a:cubicBezTo>
                <a:cubicBezTo>
                  <a:pt x="826680" y="24084"/>
                  <a:pt x="778184" y="35607"/>
                  <a:pt x="521355" y="18288"/>
                </a:cubicBezTo>
                <a:cubicBezTo>
                  <a:pt x="264526" y="969"/>
                  <a:pt x="120277" y="4268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Sisällön paikkamerkki 2">
            <a:extLst>
              <a:ext uri="{FF2B5EF4-FFF2-40B4-BE49-F238E27FC236}">
                <a16:creationId xmlns:a16="http://schemas.microsoft.com/office/drawing/2014/main" id="{4EEE59DE-A685-1295-7FD3-1DB39F89F0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" y="2706624"/>
            <a:ext cx="6894576" cy="3483864"/>
          </a:xfrm>
        </p:spPr>
        <p:txBody>
          <a:bodyPr>
            <a:normAutofit/>
          </a:bodyPr>
          <a:lstStyle/>
          <a:p>
            <a:r>
              <a:rPr lang="fi-FI" sz="2200" dirty="0"/>
              <a:t>  </a:t>
            </a:r>
            <a:r>
              <a:rPr lang="fi-FI" sz="2200" dirty="0" err="1"/>
              <a:t>Bubble</a:t>
            </a:r>
            <a:r>
              <a:rPr lang="fi-FI" sz="2200" dirty="0"/>
              <a:t> Sortin aika 100 000 luvun järjestämiseen. Teoria kertoo että sen nopeus on: O(n^2). </a:t>
            </a:r>
            <a:r>
              <a:rPr lang="fi-FI" sz="2200" dirty="0" err="1"/>
              <a:t>Bubble</a:t>
            </a:r>
            <a:r>
              <a:rPr lang="fi-FI" sz="2200" dirty="0"/>
              <a:t> </a:t>
            </a:r>
            <a:r>
              <a:rPr lang="fi-FI" sz="2200" dirty="0" err="1"/>
              <a:t>Sort</a:t>
            </a:r>
            <a:r>
              <a:rPr lang="fi-FI" sz="2200" dirty="0"/>
              <a:t> käy toistamiseen askelittain listaa, vertaa viereisiin alkioihin ja vaihtaa jos ne on väärässä järjestyksessä.  </a:t>
            </a:r>
            <a:r>
              <a:rPr lang="fi-FI" sz="2200" dirty="0" err="1"/>
              <a:t>Bubble</a:t>
            </a:r>
            <a:r>
              <a:rPr lang="fi-FI" sz="2200" dirty="0"/>
              <a:t> </a:t>
            </a:r>
            <a:r>
              <a:rPr lang="fi-FI" sz="2200" dirty="0" err="1"/>
              <a:t>Sort</a:t>
            </a:r>
            <a:r>
              <a:rPr lang="fi-FI" sz="2200" dirty="0"/>
              <a:t> sopii koulutuskäyttöön esimerkkinä. Testin hitain. 100 000 lukua, 7418ms </a:t>
            </a:r>
            <a:r>
              <a:rPr lang="fi-FI" sz="2200" dirty="0" err="1"/>
              <a:t>vrt</a:t>
            </a:r>
            <a:r>
              <a:rPr lang="fi-FI" sz="2200" dirty="0"/>
              <a:t> nopein  </a:t>
            </a:r>
            <a:r>
              <a:rPr lang="fi-FI" sz="2200" dirty="0" err="1"/>
              <a:t>Quick</a:t>
            </a:r>
            <a:r>
              <a:rPr lang="fi-FI" sz="2200" dirty="0"/>
              <a:t> </a:t>
            </a:r>
            <a:r>
              <a:rPr lang="fi-FI" sz="2200" dirty="0" err="1"/>
              <a:t>Sort</a:t>
            </a:r>
            <a:r>
              <a:rPr lang="fi-FI" sz="2200" dirty="0"/>
              <a:t> 11ms. </a:t>
            </a:r>
          </a:p>
        </p:txBody>
      </p:sp>
      <p:pic>
        <p:nvPicPr>
          <p:cNvPr id="5" name="Kuva 4" descr="Kuva, joka sisältää kohteen teksti, kuvakaappaus, ohjelmisto, Fontti&#10;&#10;Tekoälyllä luotu sisältö voi olla virheellistä.">
            <a:extLst>
              <a:ext uri="{FF2B5EF4-FFF2-40B4-BE49-F238E27FC236}">
                <a16:creationId xmlns:a16="http://schemas.microsoft.com/office/drawing/2014/main" id="{6ACA0AE4-E8A2-B0F9-68C1-FCEA87D046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30361" y="329183"/>
            <a:ext cx="2881174" cy="3429969"/>
          </a:xfrm>
          <a:prstGeom prst="rect">
            <a:avLst/>
          </a:prstGeom>
        </p:spPr>
      </p:pic>
      <p:pic>
        <p:nvPicPr>
          <p:cNvPr id="6" name="Kuva 5" descr="Kuva, joka sisältää kohteen teksti, Fontti, kuvakaappaus, muotoilu&#10;&#10;Tekoälyllä luotu sisältö voi olla virheellistä.">
            <a:extLst>
              <a:ext uri="{FF2B5EF4-FFF2-40B4-BE49-F238E27FC236}">
                <a16:creationId xmlns:a16="http://schemas.microsoft.com/office/drawing/2014/main" id="{3F636759-EE16-2FAC-C8F3-6D2B3B42F7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5794" y="4079193"/>
            <a:ext cx="3172019" cy="21762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85730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93BF766-A9A7-DEA4-4893-DF8A6E1A54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3" name="Rectangle 32">
            <a:extLst>
              <a:ext uri="{FF2B5EF4-FFF2-40B4-BE49-F238E27FC236}">
                <a16:creationId xmlns:a16="http://schemas.microsoft.com/office/drawing/2014/main" id="{6D22FA1E-E02A-4FC5-BBA6-577D6DA0C8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35" name="Freeform: Shape 34">
            <a:extLst>
              <a:ext uri="{FF2B5EF4-FFF2-40B4-BE49-F238E27FC236}">
                <a16:creationId xmlns:a16="http://schemas.microsoft.com/office/drawing/2014/main" id="{05D27520-F270-4F3D-A46E-76A337B6E1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custGeom>
            <a:avLst/>
            <a:gdLst>
              <a:gd name="connsiteX0" fmla="*/ 6315529 w 12192000"/>
              <a:gd name="connsiteY0" fmla="*/ 4323896 h 6858000"/>
              <a:gd name="connsiteX1" fmla="*/ 6295588 w 12192000"/>
              <a:gd name="connsiteY1" fmla="*/ 4367579 h 6858000"/>
              <a:gd name="connsiteX2" fmla="*/ 6219229 w 12192000"/>
              <a:gd name="connsiteY2" fmla="*/ 4436818 h 6858000"/>
              <a:gd name="connsiteX3" fmla="*/ 6065687 w 12192000"/>
              <a:gd name="connsiteY3" fmla="*/ 4637204 h 6858000"/>
              <a:gd name="connsiteX4" fmla="*/ 5727387 w 12192000"/>
              <a:gd name="connsiteY4" fmla="*/ 5460076 h 6858000"/>
              <a:gd name="connsiteX5" fmla="*/ 5620972 w 12192000"/>
              <a:gd name="connsiteY5" fmla="*/ 5725836 h 6858000"/>
              <a:gd name="connsiteX6" fmla="*/ 5707795 w 12192000"/>
              <a:gd name="connsiteY6" fmla="*/ 5790089 h 6858000"/>
              <a:gd name="connsiteX7" fmla="*/ 5554627 w 12192000"/>
              <a:gd name="connsiteY7" fmla="*/ 6078873 h 6858000"/>
              <a:gd name="connsiteX8" fmla="*/ 5373489 w 12192000"/>
              <a:gd name="connsiteY8" fmla="*/ 6402408 h 6858000"/>
              <a:gd name="connsiteX9" fmla="*/ 5099999 w 12192000"/>
              <a:gd name="connsiteY9" fmla="*/ 6827527 h 6858000"/>
              <a:gd name="connsiteX10" fmla="*/ 5078133 w 12192000"/>
              <a:gd name="connsiteY10" fmla="*/ 6857998 h 6858000"/>
              <a:gd name="connsiteX11" fmla="*/ 9179960 w 12192000"/>
              <a:gd name="connsiteY11" fmla="*/ 6857998 h 6858000"/>
              <a:gd name="connsiteX12" fmla="*/ 9179960 w 12192000"/>
              <a:gd name="connsiteY12" fmla="*/ 4323896 h 6858000"/>
              <a:gd name="connsiteX13" fmla="*/ 0 w 12192000"/>
              <a:gd name="connsiteY13" fmla="*/ 0 h 6858000"/>
              <a:gd name="connsiteX14" fmla="*/ 5872711 w 12192000"/>
              <a:gd name="connsiteY14" fmla="*/ 0 h 6858000"/>
              <a:gd name="connsiteX15" fmla="*/ 5885421 w 12192000"/>
              <a:gd name="connsiteY15" fmla="*/ 20207 h 6858000"/>
              <a:gd name="connsiteX16" fmla="*/ 5925300 w 12192000"/>
              <a:gd name="connsiteY16" fmla="*/ 48911 h 6858000"/>
              <a:gd name="connsiteX17" fmla="*/ 5940039 w 12192000"/>
              <a:gd name="connsiteY17" fmla="*/ 101212 h 6858000"/>
              <a:gd name="connsiteX18" fmla="*/ 5969942 w 12192000"/>
              <a:gd name="connsiteY18" fmla="*/ 311282 h 6858000"/>
              <a:gd name="connsiteX19" fmla="*/ 5961238 w 12192000"/>
              <a:gd name="connsiteY19" fmla="*/ 357643 h 6858000"/>
              <a:gd name="connsiteX20" fmla="*/ 5917195 w 12192000"/>
              <a:gd name="connsiteY20" fmla="*/ 420369 h 6858000"/>
              <a:gd name="connsiteX21" fmla="*/ 5882753 w 12192000"/>
              <a:gd name="connsiteY21" fmla="*/ 556832 h 6858000"/>
              <a:gd name="connsiteX22" fmla="*/ 5814490 w 12192000"/>
              <a:gd name="connsiteY22" fmla="*/ 757416 h 6858000"/>
              <a:gd name="connsiteX23" fmla="*/ 5780064 w 12192000"/>
              <a:gd name="connsiteY23" fmla="*/ 817804 h 6858000"/>
              <a:gd name="connsiteX24" fmla="*/ 5808232 w 12192000"/>
              <a:gd name="connsiteY24" fmla="*/ 850533 h 6858000"/>
              <a:gd name="connsiteX25" fmla="*/ 5906473 w 12192000"/>
              <a:gd name="connsiteY25" fmla="*/ 1076571 h 6858000"/>
              <a:gd name="connsiteX26" fmla="*/ 5778623 w 12192000"/>
              <a:gd name="connsiteY26" fmla="*/ 1369280 h 6858000"/>
              <a:gd name="connsiteX27" fmla="*/ 5710841 w 12192000"/>
              <a:gd name="connsiteY27" fmla="*/ 1462628 h 6858000"/>
              <a:gd name="connsiteX28" fmla="*/ 5846774 w 12192000"/>
              <a:gd name="connsiteY28" fmla="*/ 1455933 h 6858000"/>
              <a:gd name="connsiteX29" fmla="*/ 5897329 w 12192000"/>
              <a:gd name="connsiteY29" fmla="*/ 1553073 h 6858000"/>
              <a:gd name="connsiteX30" fmla="*/ 5919735 w 12192000"/>
              <a:gd name="connsiteY30" fmla="*/ 1602736 h 6858000"/>
              <a:gd name="connsiteX31" fmla="*/ 6057874 w 12192000"/>
              <a:gd name="connsiteY31" fmla="*/ 1910648 h 6858000"/>
              <a:gd name="connsiteX32" fmla="*/ 6039719 w 12192000"/>
              <a:gd name="connsiteY32" fmla="*/ 2010547 h 6858000"/>
              <a:gd name="connsiteX33" fmla="*/ 5841713 w 12192000"/>
              <a:gd name="connsiteY33" fmla="*/ 2520599 h 6858000"/>
              <a:gd name="connsiteX34" fmla="*/ 6071734 w 12192000"/>
              <a:gd name="connsiteY34" fmla="*/ 2593468 h 6858000"/>
              <a:gd name="connsiteX35" fmla="*/ 6092050 w 12192000"/>
              <a:gd name="connsiteY35" fmla="*/ 2806646 h 6858000"/>
              <a:gd name="connsiteX36" fmla="*/ 6215122 w 12192000"/>
              <a:gd name="connsiteY36" fmla="*/ 3021197 h 6858000"/>
              <a:gd name="connsiteX37" fmla="*/ 6338100 w 12192000"/>
              <a:gd name="connsiteY37" fmla="*/ 3178087 h 6858000"/>
              <a:gd name="connsiteX38" fmla="*/ 6343927 w 12192000"/>
              <a:gd name="connsiteY38" fmla="*/ 3194685 h 6858000"/>
              <a:gd name="connsiteX39" fmla="*/ 6343850 w 12192000"/>
              <a:gd name="connsiteY39" fmla="*/ 3201174 h 6858000"/>
              <a:gd name="connsiteX40" fmla="*/ 6366375 w 12192000"/>
              <a:gd name="connsiteY40" fmla="*/ 3271251 h 6858000"/>
              <a:gd name="connsiteX41" fmla="*/ 6369430 w 12192000"/>
              <a:gd name="connsiteY41" fmla="*/ 3276240 h 6858000"/>
              <a:gd name="connsiteX42" fmla="*/ 6392405 w 12192000"/>
              <a:gd name="connsiteY42" fmla="*/ 3360437 h 6858000"/>
              <a:gd name="connsiteX43" fmla="*/ 6397993 w 12192000"/>
              <a:gd name="connsiteY43" fmla="*/ 3390203 h 6858000"/>
              <a:gd name="connsiteX44" fmla="*/ 6394652 w 12192000"/>
              <a:gd name="connsiteY44" fmla="*/ 3402205 h 6858000"/>
              <a:gd name="connsiteX45" fmla="*/ 6366662 w 12192000"/>
              <a:gd name="connsiteY45" fmla="*/ 3442044 h 6858000"/>
              <a:gd name="connsiteX46" fmla="*/ 6320915 w 12192000"/>
              <a:gd name="connsiteY46" fmla="*/ 3701547 h 6858000"/>
              <a:gd name="connsiteX47" fmla="*/ 6364618 w 12192000"/>
              <a:gd name="connsiteY47" fmla="*/ 3743844 h 6858000"/>
              <a:gd name="connsiteX48" fmla="*/ 6370409 w 12192000"/>
              <a:gd name="connsiteY48" fmla="*/ 3754454 h 6858000"/>
              <a:gd name="connsiteX49" fmla="*/ 6373773 w 12192000"/>
              <a:gd name="connsiteY49" fmla="*/ 3768237 h 6858000"/>
              <a:gd name="connsiteX50" fmla="*/ 6375298 w 12192000"/>
              <a:gd name="connsiteY50" fmla="*/ 3796540 h 6858000"/>
              <a:gd name="connsiteX51" fmla="*/ 6253487 w 12192000"/>
              <a:gd name="connsiteY51" fmla="*/ 3856948 h 6858000"/>
              <a:gd name="connsiteX52" fmla="*/ 6385416 w 12192000"/>
              <a:gd name="connsiteY52" fmla="*/ 4014409 h 6858000"/>
              <a:gd name="connsiteX53" fmla="*/ 6374795 w 12192000"/>
              <a:gd name="connsiteY53" fmla="*/ 4038554 h 6858000"/>
              <a:gd name="connsiteX54" fmla="*/ 6351015 w 12192000"/>
              <a:gd name="connsiteY54" fmla="*/ 4150489 h 6858000"/>
              <a:gd name="connsiteX55" fmla="*/ 6340821 w 12192000"/>
              <a:gd name="connsiteY55" fmla="*/ 4212706 h 6858000"/>
              <a:gd name="connsiteX56" fmla="*/ 12191999 w 12192000"/>
              <a:gd name="connsiteY56" fmla="*/ 4212706 h 6858000"/>
              <a:gd name="connsiteX57" fmla="*/ 12191999 w 12192000"/>
              <a:gd name="connsiteY57" fmla="*/ 0 h 6858000"/>
              <a:gd name="connsiteX58" fmla="*/ 12192000 w 12192000"/>
              <a:gd name="connsiteY58" fmla="*/ 0 h 6858000"/>
              <a:gd name="connsiteX59" fmla="*/ 12192000 w 12192000"/>
              <a:gd name="connsiteY59" fmla="*/ 6858000 h 6858000"/>
              <a:gd name="connsiteX60" fmla="*/ 12191999 w 12192000"/>
              <a:gd name="connsiteY60" fmla="*/ 6858000 h 6858000"/>
              <a:gd name="connsiteX61" fmla="*/ 12191999 w 12192000"/>
              <a:gd name="connsiteY61" fmla="*/ 4323902 h 6858000"/>
              <a:gd name="connsiteX62" fmla="*/ 9307672 w 12192000"/>
              <a:gd name="connsiteY62" fmla="*/ 4323902 h 6858000"/>
              <a:gd name="connsiteX63" fmla="*/ 9307672 w 12192000"/>
              <a:gd name="connsiteY63" fmla="*/ 6858000 h 6858000"/>
              <a:gd name="connsiteX64" fmla="*/ 0 w 12192000"/>
              <a:gd name="connsiteY64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</a:cxnLst>
            <a:rect l="l" t="t" r="r" b="b"/>
            <a:pathLst>
              <a:path w="12192000" h="6858000">
                <a:moveTo>
                  <a:pt x="6315529" y="4323896"/>
                </a:moveTo>
                <a:lnTo>
                  <a:pt x="6295588" y="4367579"/>
                </a:lnTo>
                <a:cubicBezTo>
                  <a:pt x="6278024" y="4397022"/>
                  <a:pt x="6253813" y="4421099"/>
                  <a:pt x="6219229" y="4436818"/>
                </a:cubicBezTo>
                <a:cubicBezTo>
                  <a:pt x="6148079" y="4469666"/>
                  <a:pt x="6116436" y="4572066"/>
                  <a:pt x="6065687" y="4637204"/>
                </a:cubicBezTo>
                <a:cubicBezTo>
                  <a:pt x="5888713" y="4862696"/>
                  <a:pt x="5773979" y="5125824"/>
                  <a:pt x="5727387" y="5460076"/>
                </a:cubicBezTo>
                <a:cubicBezTo>
                  <a:pt x="5714326" y="5552523"/>
                  <a:pt x="5656974" y="5638673"/>
                  <a:pt x="5620972" y="5725836"/>
                </a:cubicBezTo>
                <a:cubicBezTo>
                  <a:pt x="5641553" y="5779043"/>
                  <a:pt x="5738619" y="5631221"/>
                  <a:pt x="5707795" y="5790089"/>
                </a:cubicBezTo>
                <a:cubicBezTo>
                  <a:pt x="5684453" y="5909876"/>
                  <a:pt x="5617437" y="5996827"/>
                  <a:pt x="5554627" y="6078873"/>
                </a:cubicBezTo>
                <a:cubicBezTo>
                  <a:pt x="5482491" y="6172498"/>
                  <a:pt x="5402203" y="6253366"/>
                  <a:pt x="5373489" y="6402408"/>
                </a:cubicBezTo>
                <a:cubicBezTo>
                  <a:pt x="5371924" y="6410357"/>
                  <a:pt x="5276557" y="6577417"/>
                  <a:pt x="5099999" y="6827527"/>
                </a:cubicBezTo>
                <a:lnTo>
                  <a:pt x="5078133" y="6857998"/>
                </a:lnTo>
                <a:lnTo>
                  <a:pt x="9179960" y="6857998"/>
                </a:lnTo>
                <a:lnTo>
                  <a:pt x="9179960" y="4323896"/>
                </a:lnTo>
                <a:close/>
                <a:moveTo>
                  <a:pt x="0" y="0"/>
                </a:moveTo>
                <a:lnTo>
                  <a:pt x="5872711" y="0"/>
                </a:lnTo>
                <a:lnTo>
                  <a:pt x="5885421" y="20207"/>
                </a:lnTo>
                <a:cubicBezTo>
                  <a:pt x="5896481" y="32882"/>
                  <a:pt x="5909484" y="42864"/>
                  <a:pt x="5925300" y="48911"/>
                </a:cubicBezTo>
                <a:cubicBezTo>
                  <a:pt x="5940498" y="54526"/>
                  <a:pt x="5945509" y="75042"/>
                  <a:pt x="5940039" y="101212"/>
                </a:cubicBezTo>
                <a:cubicBezTo>
                  <a:pt x="5921950" y="187894"/>
                  <a:pt x="5936667" y="254951"/>
                  <a:pt x="5969942" y="311282"/>
                </a:cubicBezTo>
                <a:cubicBezTo>
                  <a:pt x="5981709" y="330926"/>
                  <a:pt x="5977292" y="344422"/>
                  <a:pt x="5961238" y="357643"/>
                </a:cubicBezTo>
                <a:cubicBezTo>
                  <a:pt x="5942802" y="372223"/>
                  <a:pt x="5928461" y="393565"/>
                  <a:pt x="5917195" y="420369"/>
                </a:cubicBezTo>
                <a:cubicBezTo>
                  <a:pt x="5898701" y="463685"/>
                  <a:pt x="5889992" y="510050"/>
                  <a:pt x="5882753" y="556832"/>
                </a:cubicBezTo>
                <a:cubicBezTo>
                  <a:pt x="5871511" y="630206"/>
                  <a:pt x="5858246" y="700969"/>
                  <a:pt x="5814490" y="757416"/>
                </a:cubicBezTo>
                <a:cubicBezTo>
                  <a:pt x="5801465" y="774559"/>
                  <a:pt x="5791019" y="796511"/>
                  <a:pt x="5780064" y="817804"/>
                </a:cubicBezTo>
                <a:cubicBezTo>
                  <a:pt x="5783558" y="836359"/>
                  <a:pt x="5792196" y="849005"/>
                  <a:pt x="5808232" y="850533"/>
                </a:cubicBezTo>
                <a:cubicBezTo>
                  <a:pt x="5910296" y="860624"/>
                  <a:pt x="5905771" y="962632"/>
                  <a:pt x="5906473" y="1076571"/>
                </a:cubicBezTo>
                <a:cubicBezTo>
                  <a:pt x="5907545" y="1217584"/>
                  <a:pt x="5849973" y="1296799"/>
                  <a:pt x="5778623" y="1369280"/>
                </a:cubicBezTo>
                <a:cubicBezTo>
                  <a:pt x="5754207" y="1393852"/>
                  <a:pt x="5718605" y="1401742"/>
                  <a:pt x="5710841" y="1462628"/>
                </a:cubicBezTo>
                <a:cubicBezTo>
                  <a:pt x="5753463" y="1508141"/>
                  <a:pt x="5802053" y="1451295"/>
                  <a:pt x="5846774" y="1455933"/>
                </a:cubicBezTo>
                <a:cubicBezTo>
                  <a:pt x="5883727" y="1460129"/>
                  <a:pt x="5943609" y="1438568"/>
                  <a:pt x="5897329" y="1553073"/>
                </a:cubicBezTo>
                <a:cubicBezTo>
                  <a:pt x="5883856" y="1586627"/>
                  <a:pt x="5901366" y="1604100"/>
                  <a:pt x="5919735" y="1602736"/>
                </a:cubicBezTo>
                <a:cubicBezTo>
                  <a:pt x="6068526" y="1589022"/>
                  <a:pt x="6006837" y="1813624"/>
                  <a:pt x="6057874" y="1910648"/>
                </a:cubicBezTo>
                <a:cubicBezTo>
                  <a:pt x="6072264" y="1936644"/>
                  <a:pt x="6059978" y="1992417"/>
                  <a:pt x="6039719" y="2010547"/>
                </a:cubicBezTo>
                <a:cubicBezTo>
                  <a:pt x="5911143" y="2127229"/>
                  <a:pt x="5899692" y="2331836"/>
                  <a:pt x="5841713" y="2520599"/>
                </a:cubicBezTo>
                <a:cubicBezTo>
                  <a:pt x="5912636" y="2572423"/>
                  <a:pt x="5995799" y="2566926"/>
                  <a:pt x="6071734" y="2593468"/>
                </a:cubicBezTo>
                <a:cubicBezTo>
                  <a:pt x="6150607" y="2620843"/>
                  <a:pt x="6151703" y="2655507"/>
                  <a:pt x="6092050" y="2806646"/>
                </a:cubicBezTo>
                <a:cubicBezTo>
                  <a:pt x="6259331" y="2795420"/>
                  <a:pt x="6259331" y="2795420"/>
                  <a:pt x="6215122" y="3021197"/>
                </a:cubicBezTo>
                <a:cubicBezTo>
                  <a:pt x="6259035" y="3016573"/>
                  <a:pt x="6302431" y="3085300"/>
                  <a:pt x="6338100" y="3178087"/>
                </a:cubicBezTo>
                <a:lnTo>
                  <a:pt x="6343927" y="3194685"/>
                </a:lnTo>
                <a:lnTo>
                  <a:pt x="6343850" y="3201174"/>
                </a:lnTo>
                <a:cubicBezTo>
                  <a:pt x="6346866" y="3232770"/>
                  <a:pt x="6355995" y="3253323"/>
                  <a:pt x="6366375" y="3271251"/>
                </a:cubicBezTo>
                <a:lnTo>
                  <a:pt x="6369430" y="3276240"/>
                </a:lnTo>
                <a:lnTo>
                  <a:pt x="6392405" y="3360437"/>
                </a:lnTo>
                <a:lnTo>
                  <a:pt x="6397993" y="3390203"/>
                </a:lnTo>
                <a:lnTo>
                  <a:pt x="6394652" y="3402205"/>
                </a:lnTo>
                <a:cubicBezTo>
                  <a:pt x="6388505" y="3414621"/>
                  <a:pt x="6379344" y="3427747"/>
                  <a:pt x="6366662" y="3442044"/>
                </a:cubicBezTo>
                <a:cubicBezTo>
                  <a:pt x="6239481" y="3584662"/>
                  <a:pt x="6224938" y="3605480"/>
                  <a:pt x="6320915" y="3701547"/>
                </a:cubicBezTo>
                <a:lnTo>
                  <a:pt x="6364618" y="3743844"/>
                </a:lnTo>
                <a:lnTo>
                  <a:pt x="6370409" y="3754454"/>
                </a:lnTo>
                <a:lnTo>
                  <a:pt x="6373773" y="3768237"/>
                </a:lnTo>
                <a:cubicBezTo>
                  <a:pt x="6374277" y="3777528"/>
                  <a:pt x="6374207" y="3788146"/>
                  <a:pt x="6375298" y="3796540"/>
                </a:cubicBezTo>
                <a:cubicBezTo>
                  <a:pt x="6339717" y="3831045"/>
                  <a:pt x="6294642" y="3774365"/>
                  <a:pt x="6253487" y="3856948"/>
                </a:cubicBezTo>
                <a:lnTo>
                  <a:pt x="6385416" y="4014409"/>
                </a:lnTo>
                <a:lnTo>
                  <a:pt x="6374795" y="4038554"/>
                </a:lnTo>
                <a:cubicBezTo>
                  <a:pt x="6363579" y="4073249"/>
                  <a:pt x="6356895" y="4111559"/>
                  <a:pt x="6351015" y="4150489"/>
                </a:cubicBezTo>
                <a:lnTo>
                  <a:pt x="6340821" y="4212706"/>
                </a:lnTo>
                <a:lnTo>
                  <a:pt x="12191999" y="4212706"/>
                </a:lnTo>
                <a:lnTo>
                  <a:pt x="12191999" y="0"/>
                </a:lnTo>
                <a:lnTo>
                  <a:pt x="12192000" y="0"/>
                </a:lnTo>
                <a:lnTo>
                  <a:pt x="12192000" y="6858000"/>
                </a:lnTo>
                <a:lnTo>
                  <a:pt x="12191999" y="6858000"/>
                </a:lnTo>
                <a:lnTo>
                  <a:pt x="12191999" y="4323902"/>
                </a:lnTo>
                <a:lnTo>
                  <a:pt x="9307672" y="4323902"/>
                </a:lnTo>
                <a:lnTo>
                  <a:pt x="9307672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2">
              <a:alpha val="50000"/>
            </a:schemeClr>
          </a:solidFill>
          <a:ln w="32707" cap="flat">
            <a:noFill/>
            <a:prstDash val="solid"/>
            <a:miter/>
          </a:ln>
        </p:spPr>
        <p:txBody>
          <a:bodyPr rtlCol="0" anchor="ctr"/>
          <a:lstStyle/>
          <a:p>
            <a:pPr defTabSz="457200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Otsikko 1">
            <a:extLst>
              <a:ext uri="{FF2B5EF4-FFF2-40B4-BE49-F238E27FC236}">
                <a16:creationId xmlns:a16="http://schemas.microsoft.com/office/drawing/2014/main" id="{386A6A84-1812-0812-93AE-AC496F774A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33847"/>
            <a:ext cx="4347949" cy="694380"/>
          </a:xfrm>
        </p:spPr>
        <p:txBody>
          <a:bodyPr anchor="b">
            <a:normAutofit fontScale="90000"/>
          </a:bodyPr>
          <a:lstStyle/>
          <a:p>
            <a:r>
              <a:rPr lang="fi-FI" dirty="0" err="1"/>
              <a:t>Insertion</a:t>
            </a:r>
            <a:r>
              <a:rPr lang="fi-FI" dirty="0"/>
              <a:t> </a:t>
            </a:r>
            <a:r>
              <a:rPr lang="fi-FI" dirty="0" err="1"/>
              <a:t>Sort</a:t>
            </a:r>
            <a:endParaRPr lang="fi-FI" dirty="0"/>
          </a:p>
        </p:txBody>
      </p:sp>
      <p:sp>
        <p:nvSpPr>
          <p:cNvPr id="3" name="Sisällön paikkamerkki 2">
            <a:extLst>
              <a:ext uri="{FF2B5EF4-FFF2-40B4-BE49-F238E27FC236}">
                <a16:creationId xmlns:a16="http://schemas.microsoft.com/office/drawing/2014/main" id="{623171DD-DBC3-68FA-F67D-D9BA5B71B5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362074"/>
            <a:ext cx="4347948" cy="3495178"/>
          </a:xfrm>
        </p:spPr>
        <p:txBody>
          <a:bodyPr>
            <a:normAutofit lnSpcReduction="10000"/>
          </a:bodyPr>
          <a:lstStyle/>
          <a:p>
            <a:r>
              <a:rPr lang="fi-FI" sz="1700" dirty="0" err="1"/>
              <a:t>Insertion</a:t>
            </a:r>
            <a:r>
              <a:rPr lang="fi-FI" sz="1700" dirty="0"/>
              <a:t> </a:t>
            </a:r>
            <a:r>
              <a:rPr lang="fi-FI" sz="1700" dirty="0" err="1"/>
              <a:t>Sort</a:t>
            </a:r>
            <a:r>
              <a:rPr lang="fi-FI" sz="1700" dirty="0"/>
              <a:t>. </a:t>
            </a:r>
          </a:p>
          <a:p>
            <a:r>
              <a:rPr lang="fi-FI" sz="1700" dirty="0"/>
              <a:t>Teoria kertoo että sen nopeus on: O(n^2).</a:t>
            </a:r>
          </a:p>
          <a:p>
            <a:r>
              <a:rPr lang="fi-FI" sz="1700" dirty="0"/>
              <a:t>Toiminta:</a:t>
            </a:r>
          </a:p>
          <a:p>
            <a:pPr lvl="1"/>
            <a:r>
              <a:rPr lang="fi-FI" sz="1700" dirty="0"/>
              <a:t> </a:t>
            </a:r>
            <a:r>
              <a:rPr lang="fi-FI" sz="1700" dirty="0" err="1"/>
              <a:t>Insertion</a:t>
            </a:r>
            <a:r>
              <a:rPr lang="fi-FI" sz="1700" dirty="0"/>
              <a:t> </a:t>
            </a:r>
            <a:r>
              <a:rPr lang="fi-FI" sz="1700" dirty="0" err="1"/>
              <a:t>Sort</a:t>
            </a:r>
            <a:r>
              <a:rPr lang="fi-FI" sz="1700" dirty="0"/>
              <a:t> järjestämisalgoritmi muistuttaa ihmistä, joka järjestää pokeripelissä kortteja kädessä. </a:t>
            </a:r>
            <a:r>
              <a:rPr lang="fi-FI" sz="1700" dirty="0" err="1"/>
              <a:t>Array</a:t>
            </a:r>
            <a:r>
              <a:rPr lang="fi-FI" sz="1700" dirty="0"/>
              <a:t> jakaa virtuaalisesti </a:t>
            </a:r>
            <a:r>
              <a:rPr lang="fi-FI" sz="1700" dirty="0" err="1"/>
              <a:t>Sorted</a:t>
            </a:r>
            <a:r>
              <a:rPr lang="fi-FI" sz="1700" dirty="0"/>
              <a:t> ja </a:t>
            </a:r>
            <a:r>
              <a:rPr lang="fi-FI" sz="1700" dirty="0" err="1"/>
              <a:t>Unsorted</a:t>
            </a:r>
            <a:r>
              <a:rPr lang="fi-FI" sz="1700" dirty="0"/>
              <a:t>-osioihin. Arvot </a:t>
            </a:r>
            <a:r>
              <a:rPr lang="fi-FI" sz="1700" dirty="0" err="1"/>
              <a:t>unsorted</a:t>
            </a:r>
            <a:r>
              <a:rPr lang="fi-FI" sz="1700" dirty="0"/>
              <a:t> puolella poimitaan ja siirretään </a:t>
            </a:r>
            <a:r>
              <a:rPr lang="fi-FI" sz="1700" dirty="0" err="1"/>
              <a:t>sorted</a:t>
            </a:r>
            <a:r>
              <a:rPr lang="fi-FI" sz="1700" dirty="0"/>
              <a:t>-puolelle.</a:t>
            </a:r>
            <a:endParaRPr lang="fi-FI" sz="1300" dirty="0"/>
          </a:p>
          <a:p>
            <a:r>
              <a:rPr lang="fi-FI" sz="2500" dirty="0"/>
              <a:t>Nopeus: O(n^2) </a:t>
            </a:r>
          </a:p>
          <a:p>
            <a:r>
              <a:rPr lang="fi-FI" sz="2500" dirty="0"/>
              <a:t>1388ms (100 000)</a:t>
            </a:r>
          </a:p>
          <a:p>
            <a:endParaRPr lang="fi-FI" sz="2500" dirty="0"/>
          </a:p>
        </p:txBody>
      </p:sp>
      <p:pic>
        <p:nvPicPr>
          <p:cNvPr id="7" name="Kuva 6" descr="Kuva, joka sisältää kohteen teksti, kuvakaappaus, ohjelmisto, Fontti&#10;&#10;Tekoälyllä luotu sisältö voi olla virheellistä.">
            <a:extLst>
              <a:ext uri="{FF2B5EF4-FFF2-40B4-BE49-F238E27FC236}">
                <a16:creationId xmlns:a16="http://schemas.microsoft.com/office/drawing/2014/main" id="{8D83AC1E-B703-AE47-9DB8-F10345E54A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1417" y="556076"/>
            <a:ext cx="4009137" cy="3217333"/>
          </a:xfrm>
          <a:prstGeom prst="rect">
            <a:avLst/>
          </a:prstGeom>
        </p:spPr>
      </p:pic>
      <p:pic>
        <p:nvPicPr>
          <p:cNvPr id="6" name="Kuva 5" descr="Kuva, joka sisältää kohteen teksti, Fontti, kuvakaappaus, muotoilu&#10;&#10;Tekoälyllä luotu sisältö voi olla virheellistä.">
            <a:extLst>
              <a:ext uri="{FF2B5EF4-FFF2-40B4-BE49-F238E27FC236}">
                <a16:creationId xmlns:a16="http://schemas.microsoft.com/office/drawing/2014/main" id="{F5433127-0FC0-8F75-8BD2-FA92C669CD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2860" y="4653503"/>
            <a:ext cx="2402652" cy="1648422"/>
          </a:xfrm>
          <a:prstGeom prst="rect">
            <a:avLst/>
          </a:prstGeom>
        </p:spPr>
      </p:pic>
      <p:pic>
        <p:nvPicPr>
          <p:cNvPr id="9" name="Kuva 8" descr="Kuva, joka sisältää kohteen teksti, kuvakaappaus, Fontti, muotoilu&#10;&#10;Tekoälyllä luotu sisältö voi olla virheellistä.">
            <a:extLst>
              <a:ext uri="{FF2B5EF4-FFF2-40B4-BE49-F238E27FC236}">
                <a16:creationId xmlns:a16="http://schemas.microsoft.com/office/drawing/2014/main" id="{0DE78080-39E4-C48A-97B2-A779E429EF5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30957" y="4653502"/>
            <a:ext cx="1633988" cy="16630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41503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E445196-E4E4-5763-D7E9-F7B35996B1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0" name="Rectangle 39">
            <a:extLst>
              <a:ext uri="{FF2B5EF4-FFF2-40B4-BE49-F238E27FC236}">
                <a16:creationId xmlns:a16="http://schemas.microsoft.com/office/drawing/2014/main" id="{352BEC0E-22F8-46D0-9632-375DB541B0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Otsikko 1">
            <a:extLst>
              <a:ext uri="{FF2B5EF4-FFF2-40B4-BE49-F238E27FC236}">
                <a16:creationId xmlns:a16="http://schemas.microsoft.com/office/drawing/2014/main" id="{55C21DEC-9E9E-3194-DB13-D9E2BAC0D5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329184"/>
            <a:ext cx="6894576" cy="1783080"/>
          </a:xfrm>
        </p:spPr>
        <p:txBody>
          <a:bodyPr anchor="b">
            <a:normAutofit/>
          </a:bodyPr>
          <a:lstStyle/>
          <a:p>
            <a:r>
              <a:rPr lang="fi-FI" sz="5400"/>
              <a:t>Selection Sort</a:t>
            </a:r>
            <a:endParaRPr lang="fi-FI" sz="5400" dirty="0"/>
          </a:p>
        </p:txBody>
      </p:sp>
      <p:sp>
        <p:nvSpPr>
          <p:cNvPr id="42" name="sketch line">
            <a:extLst>
              <a:ext uri="{FF2B5EF4-FFF2-40B4-BE49-F238E27FC236}">
                <a16:creationId xmlns:a16="http://schemas.microsoft.com/office/drawing/2014/main" id="{3FCFB1DE-0B7E-48CC-BA90-B2AB0889F9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58952" y="2395728"/>
            <a:ext cx="4243589" cy="18288"/>
          </a:xfrm>
          <a:custGeom>
            <a:avLst/>
            <a:gdLst>
              <a:gd name="csX0" fmla="*/ 0 w 4243589"/>
              <a:gd name="csY0" fmla="*/ 0 h 18288"/>
              <a:gd name="csX1" fmla="*/ 478919 w 4243589"/>
              <a:gd name="csY1" fmla="*/ 0 h 18288"/>
              <a:gd name="csX2" fmla="*/ 957839 w 4243589"/>
              <a:gd name="csY2" fmla="*/ 0 h 18288"/>
              <a:gd name="csX3" fmla="*/ 1521630 w 4243589"/>
              <a:gd name="csY3" fmla="*/ 0 h 18288"/>
              <a:gd name="csX4" fmla="*/ 2212729 w 4243589"/>
              <a:gd name="csY4" fmla="*/ 0 h 18288"/>
              <a:gd name="csX5" fmla="*/ 2734084 w 4243589"/>
              <a:gd name="csY5" fmla="*/ 0 h 18288"/>
              <a:gd name="csX6" fmla="*/ 3255439 w 4243589"/>
              <a:gd name="csY6" fmla="*/ 0 h 18288"/>
              <a:gd name="csX7" fmla="*/ 4243589 w 4243589"/>
              <a:gd name="csY7" fmla="*/ 0 h 18288"/>
              <a:gd name="csX8" fmla="*/ 4243589 w 4243589"/>
              <a:gd name="csY8" fmla="*/ 18288 h 18288"/>
              <a:gd name="csX9" fmla="*/ 3594926 w 4243589"/>
              <a:gd name="csY9" fmla="*/ 18288 h 18288"/>
              <a:gd name="csX10" fmla="*/ 3073571 w 4243589"/>
              <a:gd name="csY10" fmla="*/ 18288 h 18288"/>
              <a:gd name="csX11" fmla="*/ 2552216 w 4243589"/>
              <a:gd name="csY11" fmla="*/ 18288 h 18288"/>
              <a:gd name="csX12" fmla="*/ 1903553 w 4243589"/>
              <a:gd name="csY12" fmla="*/ 18288 h 18288"/>
              <a:gd name="csX13" fmla="*/ 1212454 w 4243589"/>
              <a:gd name="csY13" fmla="*/ 18288 h 18288"/>
              <a:gd name="csX14" fmla="*/ 733535 w 4243589"/>
              <a:gd name="csY14" fmla="*/ 18288 h 18288"/>
              <a:gd name="csX15" fmla="*/ 0 w 4243589"/>
              <a:gd name="csY15" fmla="*/ 18288 h 18288"/>
              <a:gd name="csX16" fmla="*/ 0 w 4243589"/>
              <a:gd name="csY1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4243589" h="18288" fill="none" extrusionOk="0">
                <a:moveTo>
                  <a:pt x="0" y="0"/>
                </a:moveTo>
                <a:cubicBezTo>
                  <a:pt x="213395" y="-21006"/>
                  <a:pt x="307421" y="-18116"/>
                  <a:pt x="478919" y="0"/>
                </a:cubicBezTo>
                <a:cubicBezTo>
                  <a:pt x="650417" y="18116"/>
                  <a:pt x="831092" y="-21237"/>
                  <a:pt x="957839" y="0"/>
                </a:cubicBezTo>
                <a:cubicBezTo>
                  <a:pt x="1084586" y="21237"/>
                  <a:pt x="1301682" y="25124"/>
                  <a:pt x="1521630" y="0"/>
                </a:cubicBezTo>
                <a:cubicBezTo>
                  <a:pt x="1741578" y="-25124"/>
                  <a:pt x="1970269" y="-29139"/>
                  <a:pt x="2212729" y="0"/>
                </a:cubicBezTo>
                <a:cubicBezTo>
                  <a:pt x="2455189" y="29139"/>
                  <a:pt x="2558847" y="-4796"/>
                  <a:pt x="2734084" y="0"/>
                </a:cubicBezTo>
                <a:cubicBezTo>
                  <a:pt x="2909321" y="4796"/>
                  <a:pt x="3097217" y="-13409"/>
                  <a:pt x="3255439" y="0"/>
                </a:cubicBezTo>
                <a:cubicBezTo>
                  <a:pt x="3413662" y="13409"/>
                  <a:pt x="3979999" y="-10121"/>
                  <a:pt x="4243589" y="0"/>
                </a:cubicBezTo>
                <a:cubicBezTo>
                  <a:pt x="4244484" y="8974"/>
                  <a:pt x="4243043" y="9359"/>
                  <a:pt x="4243589" y="18288"/>
                </a:cubicBezTo>
                <a:cubicBezTo>
                  <a:pt x="4058777" y="31246"/>
                  <a:pt x="3910348" y="3158"/>
                  <a:pt x="3594926" y="18288"/>
                </a:cubicBezTo>
                <a:cubicBezTo>
                  <a:pt x="3279504" y="33418"/>
                  <a:pt x="3319955" y="-3977"/>
                  <a:pt x="3073571" y="18288"/>
                </a:cubicBezTo>
                <a:cubicBezTo>
                  <a:pt x="2827187" y="40553"/>
                  <a:pt x="2767387" y="1863"/>
                  <a:pt x="2552216" y="18288"/>
                </a:cubicBezTo>
                <a:cubicBezTo>
                  <a:pt x="2337046" y="34713"/>
                  <a:pt x="2181871" y="19527"/>
                  <a:pt x="1903553" y="18288"/>
                </a:cubicBezTo>
                <a:cubicBezTo>
                  <a:pt x="1625235" y="17049"/>
                  <a:pt x="1557672" y="24174"/>
                  <a:pt x="1212454" y="18288"/>
                </a:cubicBezTo>
                <a:cubicBezTo>
                  <a:pt x="867236" y="12402"/>
                  <a:pt x="874382" y="15627"/>
                  <a:pt x="733535" y="18288"/>
                </a:cubicBezTo>
                <a:cubicBezTo>
                  <a:pt x="592688" y="20949"/>
                  <a:pt x="183477" y="14753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243589" h="18288" stroke="0" extrusionOk="0">
                <a:moveTo>
                  <a:pt x="0" y="0"/>
                </a:moveTo>
                <a:cubicBezTo>
                  <a:pt x="143690" y="16630"/>
                  <a:pt x="266667" y="14847"/>
                  <a:pt x="521355" y="0"/>
                </a:cubicBezTo>
                <a:cubicBezTo>
                  <a:pt x="776043" y="-14847"/>
                  <a:pt x="814491" y="-17363"/>
                  <a:pt x="1000275" y="0"/>
                </a:cubicBezTo>
                <a:cubicBezTo>
                  <a:pt x="1186059" y="17363"/>
                  <a:pt x="1352504" y="-23507"/>
                  <a:pt x="1521630" y="0"/>
                </a:cubicBezTo>
                <a:cubicBezTo>
                  <a:pt x="1690756" y="23507"/>
                  <a:pt x="1889525" y="5871"/>
                  <a:pt x="2127857" y="0"/>
                </a:cubicBezTo>
                <a:cubicBezTo>
                  <a:pt x="2366189" y="-5871"/>
                  <a:pt x="2620628" y="-27997"/>
                  <a:pt x="2776520" y="0"/>
                </a:cubicBezTo>
                <a:cubicBezTo>
                  <a:pt x="2932412" y="27997"/>
                  <a:pt x="3131683" y="-25073"/>
                  <a:pt x="3467618" y="0"/>
                </a:cubicBezTo>
                <a:cubicBezTo>
                  <a:pt x="3803553" y="25073"/>
                  <a:pt x="4017371" y="3071"/>
                  <a:pt x="4243589" y="0"/>
                </a:cubicBezTo>
                <a:cubicBezTo>
                  <a:pt x="4243134" y="6162"/>
                  <a:pt x="4243492" y="11775"/>
                  <a:pt x="4243589" y="18288"/>
                </a:cubicBezTo>
                <a:cubicBezTo>
                  <a:pt x="4017834" y="-5779"/>
                  <a:pt x="3834586" y="13376"/>
                  <a:pt x="3594926" y="18288"/>
                </a:cubicBezTo>
                <a:cubicBezTo>
                  <a:pt x="3355266" y="23200"/>
                  <a:pt x="3204179" y="2869"/>
                  <a:pt x="2903827" y="18288"/>
                </a:cubicBezTo>
                <a:cubicBezTo>
                  <a:pt x="2603475" y="33707"/>
                  <a:pt x="2526187" y="46187"/>
                  <a:pt x="2212729" y="18288"/>
                </a:cubicBezTo>
                <a:cubicBezTo>
                  <a:pt x="1899271" y="-9611"/>
                  <a:pt x="1966289" y="29692"/>
                  <a:pt x="1733809" y="18288"/>
                </a:cubicBezTo>
                <a:cubicBezTo>
                  <a:pt x="1501329" y="6884"/>
                  <a:pt x="1343612" y="12492"/>
                  <a:pt x="1085146" y="18288"/>
                </a:cubicBezTo>
                <a:cubicBezTo>
                  <a:pt x="826680" y="24084"/>
                  <a:pt x="778184" y="35607"/>
                  <a:pt x="521355" y="18288"/>
                </a:cubicBezTo>
                <a:cubicBezTo>
                  <a:pt x="264526" y="969"/>
                  <a:pt x="120277" y="4268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Sisällön paikkamerkki 2">
            <a:extLst>
              <a:ext uri="{FF2B5EF4-FFF2-40B4-BE49-F238E27FC236}">
                <a16:creationId xmlns:a16="http://schemas.microsoft.com/office/drawing/2014/main" id="{32B44E0E-4DD1-0109-4BA9-723F212FC4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" y="2706624"/>
            <a:ext cx="6894576" cy="3483864"/>
          </a:xfrm>
        </p:spPr>
        <p:txBody>
          <a:bodyPr>
            <a:normAutofit fontScale="70000" lnSpcReduction="20000"/>
          </a:bodyPr>
          <a:lstStyle/>
          <a:p>
            <a:r>
              <a:rPr lang="fi-FI" sz="2000"/>
              <a:t>Selection Sort. </a:t>
            </a:r>
          </a:p>
          <a:p>
            <a:r>
              <a:rPr lang="fi-FI" sz="2000"/>
              <a:t>Teoria kertoo että sen nopeus on parhaassa tapauksessa O(n^2), eikä se riipu arrayn järjestyksestä.</a:t>
            </a:r>
          </a:p>
          <a:p>
            <a:r>
              <a:rPr lang="fi-FI" sz="2000"/>
              <a:t>Toiminta:</a:t>
            </a:r>
          </a:p>
          <a:p>
            <a:pPr fontAlgn="base"/>
            <a:r>
              <a:rPr lang="en-US" b="1"/>
              <a:t>Selection Sort</a:t>
            </a:r>
            <a:r>
              <a:rPr lang="en-US"/>
              <a:t> on vertailupohjainen järjestämis-algoritmi. </a:t>
            </a:r>
            <a:r>
              <a:rPr lang="fi-FI"/>
              <a:t>Se lajittelee valitsemalla toistuvasti pienimmän (tai suurimman) alkion lajittelemattomasta osasta ja vaihtaa sen ensimmäiseen lajittelemattomaan alkioon. Algoritmi jatkaa tätä, kunnes kaikki elementit on saatu järjestykseen.</a:t>
            </a:r>
          </a:p>
          <a:p>
            <a:pPr fontAlgn="base"/>
            <a:r>
              <a:rPr lang="fi-FI" sz="2000"/>
              <a:t>Nopeus: O(n^2) Kaksi sisäistä silmukkaa</a:t>
            </a:r>
          </a:p>
          <a:p>
            <a:r>
              <a:rPr lang="fi-FI" sz="2000"/>
              <a:t>1374ms (100 000)</a:t>
            </a:r>
          </a:p>
          <a:p>
            <a:r>
              <a:rPr lang="fi-FI" sz="2000"/>
              <a:t>Ei vie muistia, koska ei tee memory swappeja -&gt; jos muistia rajoitetusti, tämä on hyvä ratkaisu siihen. Hitaus on vain ongelma tässäkin algoritmissa. Tämä oli kolmas ja viimeinen tämän harjoitustyön hitaimmista järjestämisalgoritmeistä.</a:t>
            </a:r>
          </a:p>
          <a:p>
            <a:endParaRPr lang="fi-FI" sz="2000"/>
          </a:p>
          <a:p>
            <a:endParaRPr lang="fi-FI" sz="2000" dirty="0"/>
          </a:p>
        </p:txBody>
      </p:sp>
      <p:pic>
        <p:nvPicPr>
          <p:cNvPr id="5" name="Kuva 4" descr="Kuva, joka sisältää kohteen teksti, kuvakaappaus, ohjelmisto&#10;&#10;Tekoälyllä luotu sisältö voi olla virheellistä.">
            <a:extLst>
              <a:ext uri="{FF2B5EF4-FFF2-40B4-BE49-F238E27FC236}">
                <a16:creationId xmlns:a16="http://schemas.microsoft.com/office/drawing/2014/main" id="{CE5776CE-95CC-F362-03CC-5BFE0DEC36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98961" y="329183"/>
            <a:ext cx="2743974" cy="3429969"/>
          </a:xfrm>
          <a:prstGeom prst="rect">
            <a:avLst/>
          </a:prstGeom>
        </p:spPr>
      </p:pic>
      <p:pic>
        <p:nvPicPr>
          <p:cNvPr id="6" name="Kuva 5" descr="Kuva, joka sisältää kohteen teksti, Fontti, kuvakaappaus, muotoilu&#10;&#10;Tekoälyllä luotu sisältö voi olla virheellistä.">
            <a:extLst>
              <a:ext uri="{FF2B5EF4-FFF2-40B4-BE49-F238E27FC236}">
                <a16:creationId xmlns:a16="http://schemas.microsoft.com/office/drawing/2014/main" id="{157B37AF-489C-5EC5-0CC7-3AA06AA71E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5794" y="4079193"/>
            <a:ext cx="3172019" cy="21762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32936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88B0294-3288-0F77-BB25-63D148BCA8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7" name="Rectangle 91">
            <a:extLst>
              <a:ext uri="{FF2B5EF4-FFF2-40B4-BE49-F238E27FC236}">
                <a16:creationId xmlns:a16="http://schemas.microsoft.com/office/drawing/2014/main" id="{76024B02-E9DE-461A-8C2D-5D6D347640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Otsikko 1">
            <a:extLst>
              <a:ext uri="{FF2B5EF4-FFF2-40B4-BE49-F238E27FC236}">
                <a16:creationId xmlns:a16="http://schemas.microsoft.com/office/drawing/2014/main" id="{D799CBB3-DD7E-7C89-C389-A3DB16B432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66928"/>
            <a:ext cx="4572000" cy="1161288"/>
          </a:xfrm>
        </p:spPr>
        <p:txBody>
          <a:bodyPr anchor="b">
            <a:normAutofit/>
          </a:bodyPr>
          <a:lstStyle/>
          <a:p>
            <a:r>
              <a:rPr lang="fi-FI" sz="3600"/>
              <a:t>Nopeimmat algoritmit</a:t>
            </a:r>
            <a:br>
              <a:rPr lang="fi-FI" sz="3600"/>
            </a:br>
            <a:endParaRPr lang="fi-FI" sz="3600"/>
          </a:p>
        </p:txBody>
      </p:sp>
      <p:sp>
        <p:nvSpPr>
          <p:cNvPr id="3" name="Sisällön paikkamerkki 2">
            <a:extLst>
              <a:ext uri="{FF2B5EF4-FFF2-40B4-BE49-F238E27FC236}">
                <a16:creationId xmlns:a16="http://schemas.microsoft.com/office/drawing/2014/main" id="{321298FE-6F24-AC71-A026-27F83C9C63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57400"/>
            <a:ext cx="4572000" cy="3776472"/>
          </a:xfrm>
        </p:spPr>
        <p:txBody>
          <a:bodyPr>
            <a:normAutofit/>
          </a:bodyPr>
          <a:lstStyle/>
          <a:p>
            <a:r>
              <a:rPr lang="fi-FI" sz="1500" b="1" dirty="0" err="1"/>
              <a:t>Array</a:t>
            </a:r>
            <a:r>
              <a:rPr lang="fi-FI" sz="1500" b="1" dirty="0"/>
              <a:t> </a:t>
            </a:r>
            <a:r>
              <a:rPr lang="fi-FI" sz="1500" b="1" dirty="0" err="1"/>
              <a:t>Sort</a:t>
            </a:r>
            <a:endParaRPr lang="fi-FI" sz="1500" b="1" dirty="0"/>
          </a:p>
          <a:p>
            <a:r>
              <a:rPr lang="fi-FI" sz="1500" dirty="0"/>
              <a:t>Nopeus yleisesti ottaen 0(n </a:t>
            </a:r>
            <a:r>
              <a:rPr lang="fi-FI" sz="1500" dirty="0" err="1"/>
              <a:t>log</a:t>
            </a:r>
            <a:r>
              <a:rPr lang="fi-FI" sz="1500" dirty="0"/>
              <a:t>(n)) </a:t>
            </a:r>
          </a:p>
          <a:p>
            <a:r>
              <a:rPr lang="fi-FI" sz="1500" dirty="0"/>
              <a:t>Toiminta: järjestää taulukon luonnolliseen nousevaan järjestykseen (pienemmästä suurimpaan).</a:t>
            </a:r>
          </a:p>
          <a:p>
            <a:pPr fontAlgn="base"/>
            <a:r>
              <a:rPr lang="fi-FI" sz="1500" dirty="0"/>
              <a:t>On </a:t>
            </a:r>
            <a:r>
              <a:rPr lang="fi-FI" sz="1500" dirty="0" err="1"/>
              <a:t>quicksort</a:t>
            </a:r>
            <a:r>
              <a:rPr lang="fi-FI" sz="1500" dirty="0"/>
              <a:t>-tyyppinen. Käyttää kahta pivot-pointtia.</a:t>
            </a:r>
          </a:p>
          <a:p>
            <a:r>
              <a:rPr lang="fi-FI" sz="1500" dirty="0"/>
              <a:t>18ms (100 000)</a:t>
            </a:r>
          </a:p>
          <a:p>
            <a:r>
              <a:rPr lang="fi-FI" sz="1500" dirty="0"/>
              <a:t>Netistä löytyi hyvä tutkimus tähän liittyen:</a:t>
            </a:r>
          </a:p>
          <a:p>
            <a:pPr lvl="1"/>
            <a:r>
              <a:rPr lang="fi-FI" sz="1100" dirty="0"/>
              <a:t>https://semflajolet.math.cnrs.fr/wp-content/uploads/2022/03/Nebel-slides-IHP.pdf</a:t>
            </a:r>
          </a:p>
        </p:txBody>
      </p:sp>
      <p:pic>
        <p:nvPicPr>
          <p:cNvPr id="7" name="Kuva 6" descr="Kuva, joka sisältää kohteen teksti, Fontti, kuvakaappaus, muotoilu&#10;&#10;Tekoälyllä luotu sisältö voi olla virheellistä.">
            <a:extLst>
              <a:ext uri="{FF2B5EF4-FFF2-40B4-BE49-F238E27FC236}">
                <a16:creationId xmlns:a16="http://schemas.microsoft.com/office/drawing/2014/main" id="{6A1C32E3-27F8-777C-86C4-CBD5713851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20882" y="1105505"/>
            <a:ext cx="2236504" cy="1975710"/>
          </a:xfrm>
          <a:prstGeom prst="rect">
            <a:avLst/>
          </a:prstGeom>
        </p:spPr>
      </p:pic>
      <p:pic>
        <p:nvPicPr>
          <p:cNvPr id="9" name="Kuva 8" descr="Kuva, joka sisältää kohteen teksti, kuvakaappaus, ohjelmisto, näyttö&#10;&#10;Tekoälyllä luotu sisältö voi olla virheellistä.">
            <a:extLst>
              <a:ext uri="{FF2B5EF4-FFF2-40B4-BE49-F238E27FC236}">
                <a16:creationId xmlns:a16="http://schemas.microsoft.com/office/drawing/2014/main" id="{3D2EE357-939B-EA4C-D72E-3CB3B1D5E0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98143" y="1105505"/>
            <a:ext cx="3740564" cy="2814773"/>
          </a:xfrm>
          <a:prstGeom prst="rect">
            <a:avLst/>
          </a:prstGeom>
        </p:spPr>
      </p:pic>
      <p:pic>
        <p:nvPicPr>
          <p:cNvPr id="11" name="Kuva 10" descr="Kuva, joka sisältää kohteen teksti, kuvakaappaus, viiva, Fontti&#10;&#10;Tekoälyllä luotu sisältö voi olla virheellistä.">
            <a:extLst>
              <a:ext uri="{FF2B5EF4-FFF2-40B4-BE49-F238E27FC236}">
                <a16:creationId xmlns:a16="http://schemas.microsoft.com/office/drawing/2014/main" id="{420A9DD4-640D-5DBC-78DE-D9B8E0ED66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33402" y="4234563"/>
            <a:ext cx="2670047" cy="642461"/>
          </a:xfrm>
          <a:prstGeom prst="rect">
            <a:avLst/>
          </a:prstGeom>
        </p:spPr>
      </p:pic>
      <p:pic>
        <p:nvPicPr>
          <p:cNvPr id="13" name="Kuva 12" descr="Kuva, joka sisältää kohteen teksti, kuvakaappaus, Fontti, ohjelmisto&#10;&#10;Tekoälyllä luotu sisältö voi olla virheellistä.">
            <a:extLst>
              <a:ext uri="{FF2B5EF4-FFF2-40B4-BE49-F238E27FC236}">
                <a16:creationId xmlns:a16="http://schemas.microsoft.com/office/drawing/2014/main" id="{A4DB7AD5-02CD-2821-7E30-7867B4C6F05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77656" y="3556712"/>
            <a:ext cx="2670048" cy="1993999"/>
          </a:xfrm>
          <a:prstGeom prst="rect">
            <a:avLst/>
          </a:prstGeom>
        </p:spPr>
      </p:pic>
      <p:sp>
        <p:nvSpPr>
          <p:cNvPr id="98" name="Rectangle 93">
            <a:extLst>
              <a:ext uri="{FF2B5EF4-FFF2-40B4-BE49-F238E27FC236}">
                <a16:creationId xmlns:a16="http://schemas.microsoft.com/office/drawing/2014/main" id="{57AF882C-175B-49BE-9BF5-D081F17D25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41248" y="6112341"/>
            <a:ext cx="10506456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A3090662-CAD4-4A54-9F26-DF4753B5E7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096768" y="3817404"/>
            <a:ext cx="54864" cy="4572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2973209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865F188-35F5-EB3B-F406-E218C10BB2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7" name="Rectangle 91">
            <a:extLst>
              <a:ext uri="{FF2B5EF4-FFF2-40B4-BE49-F238E27FC236}">
                <a16:creationId xmlns:a16="http://schemas.microsoft.com/office/drawing/2014/main" id="{CB13428C-2503-0A1E-D8D1-98A11E2187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Otsikko 1">
            <a:extLst>
              <a:ext uri="{FF2B5EF4-FFF2-40B4-BE49-F238E27FC236}">
                <a16:creationId xmlns:a16="http://schemas.microsoft.com/office/drawing/2014/main" id="{2AE68C1F-985B-0BB3-B1EB-50FC42696E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66928"/>
            <a:ext cx="4572000" cy="1161288"/>
          </a:xfrm>
        </p:spPr>
        <p:txBody>
          <a:bodyPr anchor="b">
            <a:normAutofit/>
          </a:bodyPr>
          <a:lstStyle/>
          <a:p>
            <a:r>
              <a:rPr lang="fi-FI" sz="3600"/>
              <a:t>Nopeimmat algoritmit</a:t>
            </a:r>
            <a:br>
              <a:rPr lang="fi-FI" sz="3600"/>
            </a:br>
            <a:endParaRPr lang="fi-FI" sz="3600"/>
          </a:p>
        </p:txBody>
      </p:sp>
      <p:sp>
        <p:nvSpPr>
          <p:cNvPr id="3" name="Sisällön paikkamerkki 2">
            <a:extLst>
              <a:ext uri="{FF2B5EF4-FFF2-40B4-BE49-F238E27FC236}">
                <a16:creationId xmlns:a16="http://schemas.microsoft.com/office/drawing/2014/main" id="{74734005-6730-0C96-E275-075C3EBBFE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57400"/>
            <a:ext cx="4572000" cy="3776472"/>
          </a:xfrm>
        </p:spPr>
        <p:txBody>
          <a:bodyPr>
            <a:normAutofit/>
          </a:bodyPr>
          <a:lstStyle/>
          <a:p>
            <a:r>
              <a:rPr lang="fi-FI" sz="1500" b="1" dirty="0" err="1"/>
              <a:t>Array</a:t>
            </a:r>
            <a:r>
              <a:rPr lang="fi-FI" sz="1500" b="1" dirty="0"/>
              <a:t> </a:t>
            </a:r>
            <a:r>
              <a:rPr lang="fi-FI" sz="1500" b="1" dirty="0" err="1"/>
              <a:t>Sort</a:t>
            </a:r>
            <a:r>
              <a:rPr lang="fi-FI" sz="1500" b="1" dirty="0"/>
              <a:t> DESC</a:t>
            </a:r>
          </a:p>
          <a:p>
            <a:r>
              <a:rPr lang="fi-FI" sz="1500" dirty="0"/>
              <a:t>Nopeus yleisesti ottaen 0(n </a:t>
            </a:r>
            <a:r>
              <a:rPr lang="fi-FI" sz="1500" dirty="0" err="1"/>
              <a:t>log</a:t>
            </a:r>
            <a:r>
              <a:rPr lang="fi-FI" sz="1500" dirty="0"/>
              <a:t>(n)) </a:t>
            </a:r>
          </a:p>
          <a:p>
            <a:r>
              <a:rPr lang="fi-FI" sz="1500" dirty="0"/>
              <a:t>Toiminta: Järjestää 2 pivot pointin avulla käänteiseen järjestykseen luvut</a:t>
            </a:r>
          </a:p>
          <a:p>
            <a:r>
              <a:rPr lang="fi-FI" sz="1500" dirty="0"/>
              <a:t>On </a:t>
            </a:r>
            <a:r>
              <a:rPr lang="fi-FI" sz="1500" dirty="0" err="1"/>
              <a:t>quicksort</a:t>
            </a:r>
            <a:r>
              <a:rPr lang="fi-FI" sz="1500" dirty="0"/>
              <a:t>-tyyppinen. Käyttää kahta pivot-pointtia.</a:t>
            </a:r>
          </a:p>
          <a:p>
            <a:r>
              <a:rPr lang="fi-FI" sz="1500" dirty="0"/>
              <a:t>18ms (100 000)</a:t>
            </a:r>
          </a:p>
          <a:p>
            <a:r>
              <a:rPr lang="fi-FI" sz="1500" dirty="0"/>
              <a:t>Netistä löytyi hyvä tutkimus tähän liittyen:</a:t>
            </a:r>
          </a:p>
          <a:p>
            <a:pPr lvl="1"/>
            <a:r>
              <a:rPr lang="fi-FI" sz="1100" dirty="0"/>
              <a:t>https://semflajolet.math.cnrs.fr/wp-content/uploads/2022/03/Nebel-slides-IHP.pdf</a:t>
            </a:r>
          </a:p>
        </p:txBody>
      </p:sp>
      <p:pic>
        <p:nvPicPr>
          <p:cNvPr id="7" name="Kuva 6" descr="Kuva, joka sisältää kohteen teksti, Fontti, kuvakaappaus, muotoilu&#10;&#10;Tekoälyllä luotu sisältö voi olla virheellistä.">
            <a:extLst>
              <a:ext uri="{FF2B5EF4-FFF2-40B4-BE49-F238E27FC236}">
                <a16:creationId xmlns:a16="http://schemas.microsoft.com/office/drawing/2014/main" id="{C97E0ED4-06BB-D9D2-714A-070CC78143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20882" y="1105505"/>
            <a:ext cx="2236504" cy="1975710"/>
          </a:xfrm>
          <a:prstGeom prst="rect">
            <a:avLst/>
          </a:prstGeom>
        </p:spPr>
      </p:pic>
      <p:pic>
        <p:nvPicPr>
          <p:cNvPr id="9" name="Kuva 8" descr="Kuva, joka sisältää kohteen teksti, kuvakaappaus, ohjelmisto, näyttö&#10;&#10;Tekoälyllä luotu sisältö voi olla virheellistä.">
            <a:extLst>
              <a:ext uri="{FF2B5EF4-FFF2-40B4-BE49-F238E27FC236}">
                <a16:creationId xmlns:a16="http://schemas.microsoft.com/office/drawing/2014/main" id="{027EF632-FB6E-13BA-56B3-6017608077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98143" y="1105505"/>
            <a:ext cx="3740564" cy="2814773"/>
          </a:xfrm>
          <a:prstGeom prst="rect">
            <a:avLst/>
          </a:prstGeom>
        </p:spPr>
      </p:pic>
      <p:pic>
        <p:nvPicPr>
          <p:cNvPr id="11" name="Kuva 10" descr="Kuva, joka sisältää kohteen teksti, kuvakaappaus, viiva, Fontti&#10;&#10;Tekoälyllä luotu sisältö voi olla virheellistä.">
            <a:extLst>
              <a:ext uri="{FF2B5EF4-FFF2-40B4-BE49-F238E27FC236}">
                <a16:creationId xmlns:a16="http://schemas.microsoft.com/office/drawing/2014/main" id="{4CD200BF-40C1-7596-2DB3-6B479158EA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33402" y="4234563"/>
            <a:ext cx="2670047" cy="642461"/>
          </a:xfrm>
          <a:prstGeom prst="rect">
            <a:avLst/>
          </a:prstGeom>
        </p:spPr>
      </p:pic>
      <p:pic>
        <p:nvPicPr>
          <p:cNvPr id="13" name="Kuva 12" descr="Kuva, joka sisältää kohteen teksti, kuvakaappaus, Fontti, ohjelmisto&#10;&#10;Tekoälyllä luotu sisältö voi olla virheellistä.">
            <a:extLst>
              <a:ext uri="{FF2B5EF4-FFF2-40B4-BE49-F238E27FC236}">
                <a16:creationId xmlns:a16="http://schemas.microsoft.com/office/drawing/2014/main" id="{F7A8BA55-A5D5-7298-B76A-184BA37EB86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77656" y="3556712"/>
            <a:ext cx="2670048" cy="1993999"/>
          </a:xfrm>
          <a:prstGeom prst="rect">
            <a:avLst/>
          </a:prstGeom>
        </p:spPr>
      </p:pic>
      <p:sp>
        <p:nvSpPr>
          <p:cNvPr id="98" name="Rectangle 93">
            <a:extLst>
              <a:ext uri="{FF2B5EF4-FFF2-40B4-BE49-F238E27FC236}">
                <a16:creationId xmlns:a16="http://schemas.microsoft.com/office/drawing/2014/main" id="{C19AF72D-FA27-852B-3726-B5A28FCABF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41248" y="6112341"/>
            <a:ext cx="10506456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AA8F6ABA-8D61-0FD2-DD2E-7583F9B693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096768" y="3817404"/>
            <a:ext cx="54864" cy="4572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416847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8CD0535-E424-D86B-077A-A3F9F1D511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4" name="Rectangle 123">
            <a:extLst>
              <a:ext uri="{FF2B5EF4-FFF2-40B4-BE49-F238E27FC236}">
                <a16:creationId xmlns:a16="http://schemas.microsoft.com/office/drawing/2014/main" id="{4C2AC11E-3162-4990-A36E-92B07ECF16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26" name="Rectangle 125">
            <a:extLst>
              <a:ext uri="{FF2B5EF4-FFF2-40B4-BE49-F238E27FC236}">
                <a16:creationId xmlns:a16="http://schemas.microsoft.com/office/drawing/2014/main" id="{9073D962-D3D2-4A72-8593-65C213CBFF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9574" y="633619"/>
            <a:ext cx="4520912" cy="5495925"/>
          </a:xfrm>
          <a:prstGeom prst="rect">
            <a:avLst/>
          </a:prstGeom>
          <a:ln w="9525">
            <a:solidFill>
              <a:srgbClr val="DEDEDE"/>
            </a:solidFill>
          </a:ln>
          <a:effectLst>
            <a:outerShdw blurRad="50800" dist="38100" dir="2700000" algn="t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Otsikko 1">
            <a:extLst>
              <a:ext uri="{FF2B5EF4-FFF2-40B4-BE49-F238E27FC236}">
                <a16:creationId xmlns:a16="http://schemas.microsoft.com/office/drawing/2014/main" id="{AE3C9ED8-89C9-5803-BFED-434B652C71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78408"/>
            <a:ext cx="3721608" cy="1106424"/>
          </a:xfrm>
        </p:spPr>
        <p:txBody>
          <a:bodyPr>
            <a:normAutofit/>
          </a:bodyPr>
          <a:lstStyle/>
          <a:p>
            <a:r>
              <a:rPr lang="fi-FI" sz="2800"/>
              <a:t>Nopeimmat algoritmit</a:t>
            </a:r>
            <a:br>
              <a:rPr lang="fi-FI" sz="2800"/>
            </a:br>
            <a:endParaRPr lang="fi-FI" sz="2800"/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2387511B-F6E1-4929-AC90-94FB8B6B0F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5565" y="1181536"/>
            <a:ext cx="128016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0" name="Rectangle 129">
            <a:extLst>
              <a:ext uri="{FF2B5EF4-FFF2-40B4-BE49-F238E27FC236}">
                <a16:creationId xmlns:a16="http://schemas.microsoft.com/office/drawing/2014/main" id="{AA58F78C-27AB-465F-AA33-15E08AF267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7456" y="2185416"/>
            <a:ext cx="3683187" cy="9144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isällön paikkamerkki 2">
            <a:extLst>
              <a:ext uri="{FF2B5EF4-FFF2-40B4-BE49-F238E27FC236}">
                <a16:creationId xmlns:a16="http://schemas.microsoft.com/office/drawing/2014/main" id="{FCC040DC-AAC9-25BB-D866-83DDF0FC25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68296"/>
            <a:ext cx="3721608" cy="3502152"/>
          </a:xfrm>
        </p:spPr>
        <p:txBody>
          <a:bodyPr>
            <a:normAutofit/>
          </a:bodyPr>
          <a:lstStyle/>
          <a:p>
            <a:r>
              <a:rPr lang="fi-FI" sz="1400" b="1" dirty="0"/>
              <a:t>Shell </a:t>
            </a:r>
            <a:r>
              <a:rPr lang="fi-FI" sz="1400" b="1" dirty="0" err="1"/>
              <a:t>Sort</a:t>
            </a:r>
            <a:r>
              <a:rPr lang="fi-FI" sz="1400" b="1" dirty="0"/>
              <a:t> </a:t>
            </a:r>
          </a:p>
          <a:p>
            <a:r>
              <a:rPr lang="fi-FI" sz="1400" dirty="0"/>
              <a:t>Nopeus yleisesti ottaen 0(n </a:t>
            </a:r>
            <a:r>
              <a:rPr lang="fi-FI" sz="1400" dirty="0" err="1"/>
              <a:t>log</a:t>
            </a:r>
            <a:r>
              <a:rPr lang="fi-FI" sz="1400" dirty="0"/>
              <a:t>(n)) </a:t>
            </a:r>
          </a:p>
          <a:p>
            <a:r>
              <a:rPr lang="fi-FI" sz="1400" dirty="0"/>
              <a:t>Toiminta: Shell </a:t>
            </a:r>
            <a:r>
              <a:rPr lang="fi-FI" sz="1400" dirty="0" err="1"/>
              <a:t>Sort</a:t>
            </a:r>
            <a:r>
              <a:rPr lang="fi-FI" sz="1400" dirty="0"/>
              <a:t> on kehittyneempi versio </a:t>
            </a:r>
            <a:r>
              <a:rPr lang="fi-FI" sz="1400" dirty="0" err="1"/>
              <a:t>Insertion</a:t>
            </a:r>
            <a:r>
              <a:rPr lang="fi-FI" sz="1400" dirty="0"/>
              <a:t> Sortista. Shell Sortin järjestämisalgoritmi toimii isommalla skaalalla, kun </a:t>
            </a:r>
            <a:r>
              <a:rPr lang="fi-FI" sz="1400" dirty="0" err="1"/>
              <a:t>Insertion</a:t>
            </a:r>
            <a:r>
              <a:rPr lang="fi-FI" sz="1400" dirty="0"/>
              <a:t> </a:t>
            </a:r>
            <a:r>
              <a:rPr lang="fi-FI" sz="1400" dirty="0" err="1"/>
              <a:t>Sort</a:t>
            </a:r>
            <a:r>
              <a:rPr lang="fi-FI" sz="1400" dirty="0"/>
              <a:t> vertailee jokaisen alkion kohdalla.</a:t>
            </a:r>
          </a:p>
          <a:p>
            <a:r>
              <a:rPr lang="fi-FI" sz="1400" dirty="0"/>
              <a:t>16ms (100 000)</a:t>
            </a:r>
          </a:p>
        </p:txBody>
      </p:sp>
      <p:pic>
        <p:nvPicPr>
          <p:cNvPr id="8" name="Kuva 7" descr="Kuva, joka sisältää kohteen teksti, kuvakaappaus, ohjelmisto&#10;&#10;Tekoälyllä luotu sisältö voi olla virheellistä.">
            <a:extLst>
              <a:ext uri="{FF2B5EF4-FFF2-40B4-BE49-F238E27FC236}">
                <a16:creationId xmlns:a16="http://schemas.microsoft.com/office/drawing/2014/main" id="{AA60D52E-1EFE-9F0F-403A-996C57C90C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2805" y="633615"/>
            <a:ext cx="2729275" cy="2688336"/>
          </a:xfrm>
          <a:prstGeom prst="rect">
            <a:avLst/>
          </a:prstGeom>
        </p:spPr>
      </p:pic>
      <p:pic>
        <p:nvPicPr>
          <p:cNvPr id="7" name="Kuva 6" descr="Kuva, joka sisältää kohteen teksti, Fontti, kuvakaappaus, muotoilu&#10;&#10;Tekoälyllä luotu sisältö voi olla virheellistä.">
            <a:extLst>
              <a:ext uri="{FF2B5EF4-FFF2-40B4-BE49-F238E27FC236}">
                <a16:creationId xmlns:a16="http://schemas.microsoft.com/office/drawing/2014/main" id="{7706C0CA-83B9-616E-38A5-1A77FA54F0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92492" y="633617"/>
            <a:ext cx="3043196" cy="2688336"/>
          </a:xfrm>
          <a:prstGeom prst="rect">
            <a:avLst/>
          </a:prstGeom>
        </p:spPr>
      </p:pic>
      <p:pic>
        <p:nvPicPr>
          <p:cNvPr id="12" name="Kuva 11" descr="Kuva, joka sisältää kohteen teksti, kuvakaappaus, Fontti, diagrammi&#10;&#10;Tekoälyllä luotu sisältö voi olla virheellistä.">
            <a:extLst>
              <a:ext uri="{FF2B5EF4-FFF2-40B4-BE49-F238E27FC236}">
                <a16:creationId xmlns:a16="http://schemas.microsoft.com/office/drawing/2014/main" id="{2A8E6DB6-F95A-0414-D476-C899A569022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59832" y="3436664"/>
            <a:ext cx="2395224" cy="2691264"/>
          </a:xfrm>
          <a:prstGeom prst="rect">
            <a:avLst/>
          </a:prstGeom>
        </p:spPr>
      </p:pic>
      <p:pic>
        <p:nvPicPr>
          <p:cNvPr id="5" name="Kuva 4" descr="Kuva, joka sisältää kohteen kuvakaappaus&#10;&#10;Tekoälyllä luotu sisältö voi olla virheellistä.">
            <a:extLst>
              <a:ext uri="{FF2B5EF4-FFF2-40B4-BE49-F238E27FC236}">
                <a16:creationId xmlns:a16="http://schemas.microsoft.com/office/drawing/2014/main" id="{A5BD3B0A-BC2C-BEEB-394B-9BB42EF0459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89914" y="3822568"/>
            <a:ext cx="3248352" cy="19165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984275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1B4257F-A669-9280-EE24-2FA9F0A531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2" name="Rectangle 141">
            <a:extLst>
              <a:ext uri="{FF2B5EF4-FFF2-40B4-BE49-F238E27FC236}">
                <a16:creationId xmlns:a16="http://schemas.microsoft.com/office/drawing/2014/main" id="{94BFCCA4-109C-4B21-816E-144FE75C38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Otsikko 1">
            <a:extLst>
              <a:ext uri="{FF2B5EF4-FFF2-40B4-BE49-F238E27FC236}">
                <a16:creationId xmlns:a16="http://schemas.microsoft.com/office/drawing/2014/main" id="{FB11D07D-A036-B76B-252B-C3B83F76AA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18" y="643465"/>
            <a:ext cx="3895359" cy="1846615"/>
          </a:xfrm>
        </p:spPr>
        <p:txBody>
          <a:bodyPr anchor="b">
            <a:normAutofit/>
          </a:bodyPr>
          <a:lstStyle/>
          <a:p>
            <a:r>
              <a:rPr lang="fi-FI" sz="4200"/>
              <a:t>Nopeimmat algoritmit</a:t>
            </a:r>
            <a:br>
              <a:rPr lang="fi-FI" sz="4200"/>
            </a:br>
            <a:endParaRPr lang="fi-FI" sz="4200"/>
          </a:p>
        </p:txBody>
      </p:sp>
      <p:sp>
        <p:nvSpPr>
          <p:cNvPr id="144" name="sketch line">
            <a:extLst>
              <a:ext uri="{FF2B5EF4-FFF2-40B4-BE49-F238E27FC236}">
                <a16:creationId xmlns:a16="http://schemas.microsoft.com/office/drawing/2014/main" id="{0059B5C0-FEC8-4370-AF45-02E3AEF6FA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80" y="2659144"/>
            <a:ext cx="3566160" cy="18288"/>
          </a:xfrm>
          <a:custGeom>
            <a:avLst/>
            <a:gdLst>
              <a:gd name="csX0" fmla="*/ 0 w 3566160"/>
              <a:gd name="csY0" fmla="*/ 0 h 18288"/>
              <a:gd name="csX1" fmla="*/ 665683 w 3566160"/>
              <a:gd name="csY1" fmla="*/ 0 h 18288"/>
              <a:gd name="csX2" fmla="*/ 1331366 w 3566160"/>
              <a:gd name="csY2" fmla="*/ 0 h 18288"/>
              <a:gd name="csX3" fmla="*/ 1818742 w 3566160"/>
              <a:gd name="csY3" fmla="*/ 0 h 18288"/>
              <a:gd name="csX4" fmla="*/ 2413102 w 3566160"/>
              <a:gd name="csY4" fmla="*/ 0 h 18288"/>
              <a:gd name="csX5" fmla="*/ 2936138 w 3566160"/>
              <a:gd name="csY5" fmla="*/ 0 h 18288"/>
              <a:gd name="csX6" fmla="*/ 3566160 w 3566160"/>
              <a:gd name="csY6" fmla="*/ 0 h 18288"/>
              <a:gd name="csX7" fmla="*/ 3566160 w 3566160"/>
              <a:gd name="csY7" fmla="*/ 18288 h 18288"/>
              <a:gd name="csX8" fmla="*/ 2971800 w 3566160"/>
              <a:gd name="csY8" fmla="*/ 18288 h 18288"/>
              <a:gd name="csX9" fmla="*/ 2448763 w 3566160"/>
              <a:gd name="csY9" fmla="*/ 18288 h 18288"/>
              <a:gd name="csX10" fmla="*/ 1854403 w 3566160"/>
              <a:gd name="csY10" fmla="*/ 18288 h 18288"/>
              <a:gd name="csX11" fmla="*/ 1295705 w 3566160"/>
              <a:gd name="csY11" fmla="*/ 18288 h 18288"/>
              <a:gd name="csX12" fmla="*/ 772668 w 3566160"/>
              <a:gd name="csY12" fmla="*/ 18288 h 18288"/>
              <a:gd name="csX13" fmla="*/ 0 w 3566160"/>
              <a:gd name="csY13" fmla="*/ 18288 h 18288"/>
              <a:gd name="csX14" fmla="*/ 0 w 3566160"/>
              <a:gd name="csY14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</a:cxnLst>
            <a:rect l="l" t="t" r="r" b="b"/>
            <a:pathLst>
              <a:path w="3566160" h="18288" fill="none" extrusionOk="0">
                <a:moveTo>
                  <a:pt x="0" y="0"/>
                </a:moveTo>
                <a:cubicBezTo>
                  <a:pt x="222644" y="15773"/>
                  <a:pt x="447078" y="-30288"/>
                  <a:pt x="665683" y="0"/>
                </a:cubicBezTo>
                <a:cubicBezTo>
                  <a:pt x="884288" y="30288"/>
                  <a:pt x="1132425" y="-6167"/>
                  <a:pt x="1331366" y="0"/>
                </a:cubicBezTo>
                <a:cubicBezTo>
                  <a:pt x="1530307" y="6167"/>
                  <a:pt x="1680942" y="17562"/>
                  <a:pt x="1818742" y="0"/>
                </a:cubicBezTo>
                <a:cubicBezTo>
                  <a:pt x="1956542" y="-17562"/>
                  <a:pt x="2130227" y="23032"/>
                  <a:pt x="2413102" y="0"/>
                </a:cubicBezTo>
                <a:cubicBezTo>
                  <a:pt x="2695977" y="-23032"/>
                  <a:pt x="2679988" y="-13260"/>
                  <a:pt x="2936138" y="0"/>
                </a:cubicBezTo>
                <a:cubicBezTo>
                  <a:pt x="3192288" y="13260"/>
                  <a:pt x="3378668" y="16268"/>
                  <a:pt x="3566160" y="0"/>
                </a:cubicBezTo>
                <a:cubicBezTo>
                  <a:pt x="3566199" y="7328"/>
                  <a:pt x="3566779" y="9982"/>
                  <a:pt x="3566160" y="18288"/>
                </a:cubicBezTo>
                <a:cubicBezTo>
                  <a:pt x="3315478" y="45899"/>
                  <a:pt x="3188272" y="-7574"/>
                  <a:pt x="2971800" y="18288"/>
                </a:cubicBezTo>
                <a:cubicBezTo>
                  <a:pt x="2755328" y="44150"/>
                  <a:pt x="2598570" y="34692"/>
                  <a:pt x="2448763" y="18288"/>
                </a:cubicBezTo>
                <a:cubicBezTo>
                  <a:pt x="2298956" y="1884"/>
                  <a:pt x="2011344" y="-7043"/>
                  <a:pt x="1854403" y="18288"/>
                </a:cubicBezTo>
                <a:cubicBezTo>
                  <a:pt x="1697462" y="43619"/>
                  <a:pt x="1444994" y="618"/>
                  <a:pt x="1295705" y="18288"/>
                </a:cubicBezTo>
                <a:cubicBezTo>
                  <a:pt x="1146416" y="35958"/>
                  <a:pt x="965401" y="42167"/>
                  <a:pt x="772668" y="18288"/>
                </a:cubicBezTo>
                <a:cubicBezTo>
                  <a:pt x="579935" y="-5591"/>
                  <a:pt x="352420" y="-19381"/>
                  <a:pt x="0" y="18288"/>
                </a:cubicBezTo>
                <a:cubicBezTo>
                  <a:pt x="-593" y="9736"/>
                  <a:pt x="244" y="6610"/>
                  <a:pt x="0" y="0"/>
                </a:cubicBezTo>
                <a:close/>
              </a:path>
              <a:path w="3566160" h="18288" stroke="0" extrusionOk="0">
                <a:moveTo>
                  <a:pt x="0" y="0"/>
                </a:moveTo>
                <a:cubicBezTo>
                  <a:pt x="169947" y="-5008"/>
                  <a:pt x="340602" y="-17518"/>
                  <a:pt x="594360" y="0"/>
                </a:cubicBezTo>
                <a:cubicBezTo>
                  <a:pt x="848118" y="17518"/>
                  <a:pt x="997921" y="8866"/>
                  <a:pt x="1224382" y="0"/>
                </a:cubicBezTo>
                <a:cubicBezTo>
                  <a:pt x="1450843" y="-8866"/>
                  <a:pt x="1572343" y="8392"/>
                  <a:pt x="1783080" y="0"/>
                </a:cubicBezTo>
                <a:cubicBezTo>
                  <a:pt x="1993817" y="-8392"/>
                  <a:pt x="2266728" y="2126"/>
                  <a:pt x="2448763" y="0"/>
                </a:cubicBezTo>
                <a:cubicBezTo>
                  <a:pt x="2630798" y="-2126"/>
                  <a:pt x="2815508" y="-13843"/>
                  <a:pt x="3043123" y="0"/>
                </a:cubicBezTo>
                <a:cubicBezTo>
                  <a:pt x="3270738" y="13843"/>
                  <a:pt x="3420568" y="2184"/>
                  <a:pt x="3566160" y="0"/>
                </a:cubicBezTo>
                <a:cubicBezTo>
                  <a:pt x="3566487" y="8595"/>
                  <a:pt x="3566088" y="13110"/>
                  <a:pt x="3566160" y="18288"/>
                </a:cubicBezTo>
                <a:cubicBezTo>
                  <a:pt x="3421748" y="9323"/>
                  <a:pt x="3176383" y="-3939"/>
                  <a:pt x="2971800" y="18288"/>
                </a:cubicBezTo>
                <a:cubicBezTo>
                  <a:pt x="2767217" y="40515"/>
                  <a:pt x="2590769" y="4336"/>
                  <a:pt x="2306117" y="18288"/>
                </a:cubicBezTo>
                <a:cubicBezTo>
                  <a:pt x="2021465" y="32240"/>
                  <a:pt x="1860727" y="-9280"/>
                  <a:pt x="1676095" y="18288"/>
                </a:cubicBezTo>
                <a:cubicBezTo>
                  <a:pt x="1491463" y="45856"/>
                  <a:pt x="1329173" y="5765"/>
                  <a:pt x="1153058" y="18288"/>
                </a:cubicBezTo>
                <a:cubicBezTo>
                  <a:pt x="976943" y="30811"/>
                  <a:pt x="895178" y="4751"/>
                  <a:pt x="665683" y="18288"/>
                </a:cubicBezTo>
                <a:cubicBezTo>
                  <a:pt x="436189" y="31825"/>
                  <a:pt x="302924" y="2002"/>
                  <a:pt x="0" y="18288"/>
                </a:cubicBezTo>
                <a:cubicBezTo>
                  <a:pt x="822" y="10564"/>
                  <a:pt x="-23" y="4571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448976505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Sisällön paikkamerkki 2">
            <a:extLst>
              <a:ext uri="{FF2B5EF4-FFF2-40B4-BE49-F238E27FC236}">
                <a16:creationId xmlns:a16="http://schemas.microsoft.com/office/drawing/2014/main" id="{E08D67B3-669F-95C2-AF09-8276FB8180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36" y="2807167"/>
            <a:ext cx="3895522" cy="3386399"/>
          </a:xfrm>
        </p:spPr>
        <p:txBody>
          <a:bodyPr>
            <a:normAutofit fontScale="92500" lnSpcReduction="10000"/>
          </a:bodyPr>
          <a:lstStyle/>
          <a:p>
            <a:r>
              <a:rPr lang="fi-FI" sz="2000" b="1" dirty="0" err="1"/>
              <a:t>Quick</a:t>
            </a:r>
            <a:r>
              <a:rPr lang="fi-FI" sz="2000" b="1" dirty="0"/>
              <a:t> </a:t>
            </a:r>
            <a:r>
              <a:rPr lang="fi-FI" sz="2000" b="1" dirty="0" err="1"/>
              <a:t>Sort</a:t>
            </a:r>
            <a:r>
              <a:rPr lang="fi-FI" sz="2000" b="1" dirty="0"/>
              <a:t> </a:t>
            </a:r>
          </a:p>
          <a:p>
            <a:r>
              <a:rPr lang="fi-FI" sz="2000" dirty="0"/>
              <a:t>Nopeus yleisesti ottaen </a:t>
            </a:r>
            <a:r>
              <a:rPr lang="fi-FI" sz="2100" dirty="0"/>
              <a:t>O(n)</a:t>
            </a:r>
          </a:p>
          <a:p>
            <a:r>
              <a:rPr lang="fi-FI" sz="2000" dirty="0"/>
              <a:t>Toiminta: Kaksiosainen järjestämisalgoritmi. </a:t>
            </a:r>
            <a:r>
              <a:rPr lang="fi-FI" sz="2000" dirty="0" err="1"/>
              <a:t>Quick</a:t>
            </a:r>
            <a:r>
              <a:rPr lang="fi-FI" sz="2000" dirty="0"/>
              <a:t> Sortin avainprosessi on </a:t>
            </a:r>
            <a:r>
              <a:rPr lang="fi-FI" sz="2000" dirty="0" err="1"/>
              <a:t>osiointi</a:t>
            </a:r>
            <a:r>
              <a:rPr lang="fi-FI" sz="2000" dirty="0"/>
              <a:t>(). Kolmesta yleisestä vaihtoehdosta, tässä on käytetty </a:t>
            </a:r>
            <a:r>
              <a:rPr lang="fi-FI" sz="2000" dirty="0" err="1"/>
              <a:t>Lomuton</a:t>
            </a:r>
            <a:r>
              <a:rPr lang="fi-FI" sz="2000" dirty="0"/>
              <a:t> </a:t>
            </a:r>
            <a:r>
              <a:rPr lang="fi-FI" sz="2000" dirty="0" err="1"/>
              <a:t>osiointikaavaa</a:t>
            </a:r>
            <a:r>
              <a:rPr lang="fi-FI" sz="2000" dirty="0"/>
              <a:t>. Pivot </a:t>
            </a:r>
            <a:r>
              <a:rPr lang="fi-FI" sz="2000" dirty="0" err="1"/>
              <a:t>point</a:t>
            </a:r>
            <a:r>
              <a:rPr lang="fi-FI" sz="2000" dirty="0"/>
              <a:t> viimeinen alkio, vaihtaa (swap) pienemmät alkiot vasemmalle puolelle.</a:t>
            </a:r>
          </a:p>
          <a:p>
            <a:r>
              <a:rPr lang="fi-FI" sz="2000" dirty="0"/>
              <a:t>13ms (100 000)</a:t>
            </a:r>
          </a:p>
        </p:txBody>
      </p:sp>
      <p:pic>
        <p:nvPicPr>
          <p:cNvPr id="6" name="Kuva 5" descr="Kuva, joka sisältää kohteen teksti, kuvakaappaus, ohjelmisto, näyttö&#10;&#10;Tekoälyllä luotu sisältö voi olla virheellistä.">
            <a:extLst>
              <a:ext uri="{FF2B5EF4-FFF2-40B4-BE49-F238E27FC236}">
                <a16:creationId xmlns:a16="http://schemas.microsoft.com/office/drawing/2014/main" id="{3937EADC-1049-5771-6029-CCAC974995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6614" y="164592"/>
            <a:ext cx="2531836" cy="3456432"/>
          </a:xfrm>
          <a:prstGeom prst="rect">
            <a:avLst/>
          </a:prstGeom>
        </p:spPr>
      </p:pic>
      <p:pic>
        <p:nvPicPr>
          <p:cNvPr id="13" name="Kuva 12" descr="Kuva, joka sisältää kohteen teksti, kuvakaappaus, viiva, diagrammi&#10;&#10;Tekoälyllä luotu sisältö voi olla virheellistä.">
            <a:extLst>
              <a:ext uri="{FF2B5EF4-FFF2-40B4-BE49-F238E27FC236}">
                <a16:creationId xmlns:a16="http://schemas.microsoft.com/office/drawing/2014/main" id="{63769D4F-6990-FE4A-A7E3-CB05B80409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47888" y="525279"/>
            <a:ext cx="3785616" cy="1921200"/>
          </a:xfrm>
          <a:prstGeom prst="rect">
            <a:avLst/>
          </a:prstGeom>
        </p:spPr>
      </p:pic>
      <p:pic>
        <p:nvPicPr>
          <p:cNvPr id="10" name="Kuva 9" descr="Kuva, joka sisältää kohteen teksti, kuvakaappaus, numero, diagrammi&#10;&#10;Tekoälyllä luotu sisältö voi olla virheellistä.">
            <a:extLst>
              <a:ext uri="{FF2B5EF4-FFF2-40B4-BE49-F238E27FC236}">
                <a16:creationId xmlns:a16="http://schemas.microsoft.com/office/drawing/2014/main" id="{200C4650-A2F1-83E5-AAF7-60A2572B508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92624" y="4169218"/>
            <a:ext cx="3099816" cy="1650651"/>
          </a:xfrm>
          <a:prstGeom prst="rect">
            <a:avLst/>
          </a:prstGeom>
        </p:spPr>
      </p:pic>
      <p:pic>
        <p:nvPicPr>
          <p:cNvPr id="7" name="Kuva 6" descr="Kuva, joka sisältää kohteen teksti, Fontti, kuvakaappaus, muotoilu&#10;&#10;Tekoälyllä luotu sisältö voi olla virheellistä.">
            <a:extLst>
              <a:ext uri="{FF2B5EF4-FFF2-40B4-BE49-F238E27FC236}">
                <a16:creationId xmlns:a16="http://schemas.microsoft.com/office/drawing/2014/main" id="{AB4354DB-AE04-71A3-4ABE-B695844C4FE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17153" y="2971759"/>
            <a:ext cx="3647085" cy="32218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083692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52B9C8E-032F-02A6-889E-A04A2DDF21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7" name="Rectangle 166">
            <a:extLst>
              <a:ext uri="{FF2B5EF4-FFF2-40B4-BE49-F238E27FC236}">
                <a16:creationId xmlns:a16="http://schemas.microsoft.com/office/drawing/2014/main" id="{99E115D7-68EB-4590-9BD1-A56D941440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Otsikko 1">
            <a:extLst>
              <a:ext uri="{FF2B5EF4-FFF2-40B4-BE49-F238E27FC236}">
                <a16:creationId xmlns:a16="http://schemas.microsoft.com/office/drawing/2014/main" id="{2BCC8F1A-63D7-455B-821D-FF5B28BA18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556996"/>
            <a:ext cx="5344742" cy="1670984"/>
          </a:xfrm>
        </p:spPr>
        <p:txBody>
          <a:bodyPr anchor="b">
            <a:normAutofit/>
          </a:bodyPr>
          <a:lstStyle/>
          <a:p>
            <a:r>
              <a:rPr lang="fi-FI" sz="4000"/>
              <a:t>Nopeimmat algoritmit</a:t>
            </a:r>
            <a:br>
              <a:rPr lang="fi-FI" sz="4000"/>
            </a:br>
            <a:endParaRPr lang="fi-FI" sz="4000"/>
          </a:p>
        </p:txBody>
      </p:sp>
      <p:sp>
        <p:nvSpPr>
          <p:cNvPr id="3" name="Sisällön paikkamerkki 2">
            <a:extLst>
              <a:ext uri="{FF2B5EF4-FFF2-40B4-BE49-F238E27FC236}">
                <a16:creationId xmlns:a16="http://schemas.microsoft.com/office/drawing/2014/main" id="{B3078033-B449-DDC1-A2BA-D61EC49DA7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1248" y="2399719"/>
            <a:ext cx="5006872" cy="3717942"/>
          </a:xfrm>
        </p:spPr>
        <p:txBody>
          <a:bodyPr>
            <a:normAutofit lnSpcReduction="10000"/>
          </a:bodyPr>
          <a:lstStyle/>
          <a:p>
            <a:r>
              <a:rPr lang="fi-FI" sz="2000" b="1" dirty="0" err="1"/>
              <a:t>Merge</a:t>
            </a:r>
            <a:r>
              <a:rPr lang="fi-FI" sz="2000" b="1" dirty="0"/>
              <a:t> </a:t>
            </a:r>
            <a:r>
              <a:rPr lang="fi-FI" sz="2000" b="1" dirty="0" err="1"/>
              <a:t>Sort</a:t>
            </a:r>
            <a:r>
              <a:rPr lang="fi-FI" sz="2000" b="1" dirty="0"/>
              <a:t> </a:t>
            </a:r>
          </a:p>
          <a:p>
            <a:r>
              <a:rPr lang="fi-FI" sz="2000" dirty="0"/>
              <a:t>Nopeus yleisesti ottaen O(n)</a:t>
            </a:r>
          </a:p>
          <a:p>
            <a:r>
              <a:rPr lang="fi-FI" sz="2000" dirty="0"/>
              <a:t>Toiminta: Käyttää </a:t>
            </a:r>
            <a:r>
              <a:rPr lang="fi-FI" sz="2000" dirty="0" err="1"/>
              <a:t>Hajoita</a:t>
            </a:r>
            <a:r>
              <a:rPr lang="fi-FI" sz="2000" dirty="0"/>
              <a:t> ja Hallitse-ratkaisua. Jakaa keskeltä kaksi alkiota kahteen </a:t>
            </a:r>
            <a:r>
              <a:rPr lang="fi-FI" sz="2000" dirty="0" err="1"/>
              <a:t>unsorted</a:t>
            </a:r>
            <a:r>
              <a:rPr lang="fi-FI" sz="2000" dirty="0"/>
              <a:t> </a:t>
            </a:r>
            <a:r>
              <a:rPr lang="fi-FI" sz="2000" dirty="0" err="1"/>
              <a:t>arrayhyn</a:t>
            </a:r>
            <a:r>
              <a:rPr lang="fi-FI" sz="2000" dirty="0"/>
              <a:t> niin kauan kunnes ei pysty enää jakamaan-&gt; vasemmalle pienempi ja oikealle isompi -&gt; tehdään uusi vertailu ja lisätään molempien </a:t>
            </a:r>
            <a:r>
              <a:rPr lang="fi-FI" sz="2000" dirty="0" err="1"/>
              <a:t>subarrayn</a:t>
            </a:r>
            <a:r>
              <a:rPr lang="fi-FI" sz="2000" dirty="0"/>
              <a:t> alkiot yhteen, järjestellään lopuksi järjestettynä </a:t>
            </a:r>
            <a:r>
              <a:rPr lang="fi-FI" sz="2000" dirty="0" err="1"/>
              <a:t>Sorted</a:t>
            </a:r>
            <a:r>
              <a:rPr lang="fi-FI" sz="2000" dirty="0"/>
              <a:t> </a:t>
            </a:r>
            <a:r>
              <a:rPr lang="fi-FI" sz="2000" dirty="0" err="1"/>
              <a:t>Arrayhyn</a:t>
            </a:r>
            <a:r>
              <a:rPr lang="fi-FI" sz="2000" dirty="0"/>
              <a:t>.</a:t>
            </a:r>
          </a:p>
          <a:p>
            <a:r>
              <a:rPr lang="fi-FI" sz="2000" dirty="0"/>
              <a:t>14ms (100 000)</a:t>
            </a:r>
          </a:p>
        </p:txBody>
      </p:sp>
      <p:pic>
        <p:nvPicPr>
          <p:cNvPr id="7" name="Kuva 6" descr="Kuva, joka sisältää kohteen teksti, Fontti, kuvakaappaus, muotoilu&#10;&#10;Tekoälyllä luotu sisältö voi olla virheellistä.">
            <a:extLst>
              <a:ext uri="{FF2B5EF4-FFF2-40B4-BE49-F238E27FC236}">
                <a16:creationId xmlns:a16="http://schemas.microsoft.com/office/drawing/2014/main" id="{5097EA49-364D-2FB8-9909-FD5F1FD429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5447" y="677035"/>
            <a:ext cx="1652223" cy="1459560"/>
          </a:xfrm>
          <a:prstGeom prst="rect">
            <a:avLst/>
          </a:prstGeom>
        </p:spPr>
      </p:pic>
      <p:pic>
        <p:nvPicPr>
          <p:cNvPr id="12" name="Kuva 11" descr="Kuva, joka sisältää kohteen teksti, diagrammi, viiva, Suunnitelma&#10;&#10;Tekoälyllä luotu sisältö voi olla virheellistä.">
            <a:extLst>
              <a:ext uri="{FF2B5EF4-FFF2-40B4-BE49-F238E27FC236}">
                <a16:creationId xmlns:a16="http://schemas.microsoft.com/office/drawing/2014/main" id="{8978F46E-832A-16A0-8EF5-F73DD44989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48120" y="4899610"/>
            <a:ext cx="2989197" cy="1479651"/>
          </a:xfrm>
          <a:prstGeom prst="rect">
            <a:avLst/>
          </a:prstGeom>
        </p:spPr>
      </p:pic>
      <p:pic>
        <p:nvPicPr>
          <p:cNvPr id="5" name="Kuva 4" descr="Kuva, joka sisältää kohteen teksti, kuvakaappaus, ohjelmisto, Käyttöjärjestelmä&#10;&#10;Tekoälyllä luotu sisältö voi olla virheellistä.">
            <a:extLst>
              <a:ext uri="{FF2B5EF4-FFF2-40B4-BE49-F238E27FC236}">
                <a16:creationId xmlns:a16="http://schemas.microsoft.com/office/drawing/2014/main" id="{A48915D2-8631-74A5-D6E0-A8F21834D1E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4655" y="677035"/>
            <a:ext cx="2602662" cy="4050836"/>
          </a:xfrm>
          <a:prstGeom prst="rect">
            <a:avLst/>
          </a:prstGeom>
        </p:spPr>
      </p:pic>
      <p:pic>
        <p:nvPicPr>
          <p:cNvPr id="9" name="Kuva 8" descr="Kuva, joka sisältää kohteen teksti, kuvakaappaus, ohjelmisto, näyttö&#10;&#10;Tekoälyllä luotu sisältö voi olla virheellistä.">
            <a:extLst>
              <a:ext uri="{FF2B5EF4-FFF2-40B4-BE49-F238E27FC236}">
                <a16:creationId xmlns:a16="http://schemas.microsoft.com/office/drawing/2014/main" id="{5BC3E58D-3E94-D97D-719A-C43AD3B7BF6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60974" y="2399719"/>
            <a:ext cx="2936856" cy="40508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193504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758FCBD-C6C6-C529-F67D-BA9BA1106A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2" name="Rectangle 171">
            <a:extLst>
              <a:ext uri="{FF2B5EF4-FFF2-40B4-BE49-F238E27FC236}">
                <a16:creationId xmlns:a16="http://schemas.microsoft.com/office/drawing/2014/main" id="{12609869-9E80-471B-A487-A53288E0E7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Otsikko 1">
            <a:extLst>
              <a:ext uri="{FF2B5EF4-FFF2-40B4-BE49-F238E27FC236}">
                <a16:creationId xmlns:a16="http://schemas.microsoft.com/office/drawing/2014/main" id="{A7118E8E-E0CB-76E7-4560-98AE4A3B37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6397" y="502020"/>
            <a:ext cx="5323715" cy="1642970"/>
          </a:xfrm>
        </p:spPr>
        <p:txBody>
          <a:bodyPr anchor="b">
            <a:normAutofit fontScale="90000"/>
          </a:bodyPr>
          <a:lstStyle/>
          <a:p>
            <a:r>
              <a:rPr lang="fi-FI" sz="4000" dirty="0"/>
              <a:t>Modulaarinen rakenne</a:t>
            </a:r>
            <a:br>
              <a:rPr lang="fi-FI" sz="4000" dirty="0"/>
            </a:br>
            <a:r>
              <a:rPr lang="fi-FI" sz="4000" dirty="0"/>
              <a:t>Funktioreferenssi</a:t>
            </a:r>
            <a:br>
              <a:rPr lang="fi-FI" sz="4000" dirty="0"/>
            </a:br>
            <a:endParaRPr lang="fi-FI" sz="4000" dirty="0"/>
          </a:p>
        </p:txBody>
      </p:sp>
      <p:sp>
        <p:nvSpPr>
          <p:cNvPr id="3" name="Sisällön paikkamerkki 2">
            <a:extLst>
              <a:ext uri="{FF2B5EF4-FFF2-40B4-BE49-F238E27FC236}">
                <a16:creationId xmlns:a16="http://schemas.microsoft.com/office/drawing/2014/main" id="{C70493EA-E731-84AB-18F6-A859D5F62A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4923" y="2405894"/>
            <a:ext cx="5315189" cy="3535083"/>
          </a:xfrm>
        </p:spPr>
        <p:txBody>
          <a:bodyPr anchor="t">
            <a:normAutofit/>
          </a:bodyPr>
          <a:lstStyle/>
          <a:p>
            <a:r>
              <a:rPr lang="fi-FI" sz="2000" dirty="0"/>
              <a:t>Funktioreferensseillä saimme koodista tehtyä pienemmän paketin samoilla ominaisuuksilla.</a:t>
            </a:r>
          </a:p>
          <a:p>
            <a:r>
              <a:rPr lang="fi-FI" sz="2000" dirty="0" err="1"/>
              <a:t>FunctionPointeria</a:t>
            </a:r>
            <a:r>
              <a:rPr lang="fi-FI" sz="2000" dirty="0"/>
              <a:t> käyttämällä saadaan myös selkeämpi main. </a:t>
            </a:r>
          </a:p>
        </p:txBody>
      </p:sp>
      <p:sp>
        <p:nvSpPr>
          <p:cNvPr id="174" name="Rectangle 173">
            <a:extLst>
              <a:ext uri="{FF2B5EF4-FFF2-40B4-BE49-F238E27FC236}">
                <a16:creationId xmlns:a16="http://schemas.microsoft.com/office/drawing/2014/main" id="{7004738A-9D34-43E8-97D2-CA0EED4F8B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3333" y="-5"/>
            <a:ext cx="4092521" cy="6858000"/>
          </a:xfrm>
          <a:prstGeom prst="rect">
            <a:avLst/>
          </a:prstGeom>
          <a:gradFill>
            <a:gsLst>
              <a:gs pos="8000">
                <a:srgbClr val="000000">
                  <a:alpha val="94000"/>
                </a:srgbClr>
              </a:gs>
              <a:gs pos="100000">
                <a:schemeClr val="accent1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6" name="Rectangle 175">
            <a:extLst>
              <a:ext uri="{FF2B5EF4-FFF2-40B4-BE49-F238E27FC236}">
                <a16:creationId xmlns:a16="http://schemas.microsoft.com/office/drawing/2014/main" id="{B8B8D07F-F13E-443E-BA68-2D26672D76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3333" y="-2"/>
            <a:ext cx="4092521" cy="6400369"/>
          </a:xfrm>
          <a:prstGeom prst="rect">
            <a:avLst/>
          </a:prstGeom>
          <a:gradFill>
            <a:gsLst>
              <a:gs pos="31000">
                <a:schemeClr val="accent1">
                  <a:lumMod val="50000"/>
                  <a:alpha val="0"/>
                </a:schemeClr>
              </a:gs>
              <a:gs pos="100000">
                <a:schemeClr val="accent1">
                  <a:lumMod val="50000"/>
                  <a:alpha val="26000"/>
                </a:schemeClr>
              </a:gs>
            </a:gsLst>
            <a:lin ang="18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8" name="Rectangle 177">
            <a:extLst>
              <a:ext uri="{FF2B5EF4-FFF2-40B4-BE49-F238E27FC236}">
                <a16:creationId xmlns:a16="http://schemas.microsoft.com/office/drawing/2014/main" id="{2813A4FA-24A5-41ED-A534-3807D1B2F3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3333" y="-22"/>
            <a:ext cx="4068667" cy="6400389"/>
          </a:xfrm>
          <a:prstGeom prst="rect">
            <a:avLst/>
          </a:prstGeom>
          <a:gradFill>
            <a:gsLst>
              <a:gs pos="0">
                <a:schemeClr val="accent1">
                  <a:alpha val="0"/>
                </a:schemeClr>
              </a:gs>
              <a:gs pos="72000">
                <a:srgbClr val="000000">
                  <a:alpha val="21000"/>
                </a:srgb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0" name="Rectangle 179">
            <a:extLst>
              <a:ext uri="{FF2B5EF4-FFF2-40B4-BE49-F238E27FC236}">
                <a16:creationId xmlns:a16="http://schemas.microsoft.com/office/drawing/2014/main" id="{C3944F27-CA70-4E84-A51A-E6BF895589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3333" y="-10"/>
            <a:ext cx="3611467" cy="6857997"/>
          </a:xfrm>
          <a:prstGeom prst="rect">
            <a:avLst/>
          </a:prstGeom>
          <a:gradFill>
            <a:gsLst>
              <a:gs pos="0">
                <a:schemeClr val="accent1">
                  <a:alpha val="0"/>
                </a:schemeClr>
              </a:gs>
              <a:gs pos="93000">
                <a:srgbClr val="000000">
                  <a:alpha val="29000"/>
                </a:srgb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6" name="Kuva 5" descr="Kuva, joka sisältää kohteen teksti, kuvakaappaus, Fontti&#10;&#10;Tekoälyllä luotu sisältö voi olla virheellistä.">
            <a:extLst>
              <a:ext uri="{FF2B5EF4-FFF2-40B4-BE49-F238E27FC236}">
                <a16:creationId xmlns:a16="http://schemas.microsoft.com/office/drawing/2014/main" id="{51B6F655-613B-121B-F392-AAAC9A93CD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5967" y="1526503"/>
            <a:ext cx="4170530" cy="38368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392183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5F97FA5-4062-6C3C-1CCA-4BBB41641C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5" name="Rectangle 204">
            <a:extLst>
              <a:ext uri="{FF2B5EF4-FFF2-40B4-BE49-F238E27FC236}">
                <a16:creationId xmlns:a16="http://schemas.microsoft.com/office/drawing/2014/main" id="{94BFCCA4-109C-4B21-816E-144FE75C38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Otsikko 1">
            <a:extLst>
              <a:ext uri="{FF2B5EF4-FFF2-40B4-BE49-F238E27FC236}">
                <a16:creationId xmlns:a16="http://schemas.microsoft.com/office/drawing/2014/main" id="{92094884-898D-87CB-BF6C-10DC3332FA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18" y="643465"/>
            <a:ext cx="3895359" cy="1846615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3000"/>
              <a:t>Modulaarinen rakenne</a:t>
            </a:r>
            <a:br>
              <a:rPr lang="en-US" sz="3000"/>
            </a:br>
            <a:r>
              <a:rPr lang="en-US" sz="3000"/>
              <a:t>Funktioreferenssi</a:t>
            </a:r>
            <a:br>
              <a:rPr lang="en-US" sz="3000"/>
            </a:br>
            <a:endParaRPr lang="en-US" sz="3000"/>
          </a:p>
        </p:txBody>
      </p:sp>
      <p:sp>
        <p:nvSpPr>
          <p:cNvPr id="207" name="sketch line">
            <a:extLst>
              <a:ext uri="{FF2B5EF4-FFF2-40B4-BE49-F238E27FC236}">
                <a16:creationId xmlns:a16="http://schemas.microsoft.com/office/drawing/2014/main" id="{0059B5C0-FEC8-4370-AF45-02E3AEF6FA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80" y="2659144"/>
            <a:ext cx="3566160" cy="18288"/>
          </a:xfrm>
          <a:custGeom>
            <a:avLst/>
            <a:gdLst>
              <a:gd name="csX0" fmla="*/ 0 w 3566160"/>
              <a:gd name="csY0" fmla="*/ 0 h 18288"/>
              <a:gd name="csX1" fmla="*/ 665683 w 3566160"/>
              <a:gd name="csY1" fmla="*/ 0 h 18288"/>
              <a:gd name="csX2" fmla="*/ 1331366 w 3566160"/>
              <a:gd name="csY2" fmla="*/ 0 h 18288"/>
              <a:gd name="csX3" fmla="*/ 1818742 w 3566160"/>
              <a:gd name="csY3" fmla="*/ 0 h 18288"/>
              <a:gd name="csX4" fmla="*/ 2413102 w 3566160"/>
              <a:gd name="csY4" fmla="*/ 0 h 18288"/>
              <a:gd name="csX5" fmla="*/ 2936138 w 3566160"/>
              <a:gd name="csY5" fmla="*/ 0 h 18288"/>
              <a:gd name="csX6" fmla="*/ 3566160 w 3566160"/>
              <a:gd name="csY6" fmla="*/ 0 h 18288"/>
              <a:gd name="csX7" fmla="*/ 3566160 w 3566160"/>
              <a:gd name="csY7" fmla="*/ 18288 h 18288"/>
              <a:gd name="csX8" fmla="*/ 2971800 w 3566160"/>
              <a:gd name="csY8" fmla="*/ 18288 h 18288"/>
              <a:gd name="csX9" fmla="*/ 2448763 w 3566160"/>
              <a:gd name="csY9" fmla="*/ 18288 h 18288"/>
              <a:gd name="csX10" fmla="*/ 1854403 w 3566160"/>
              <a:gd name="csY10" fmla="*/ 18288 h 18288"/>
              <a:gd name="csX11" fmla="*/ 1295705 w 3566160"/>
              <a:gd name="csY11" fmla="*/ 18288 h 18288"/>
              <a:gd name="csX12" fmla="*/ 772668 w 3566160"/>
              <a:gd name="csY12" fmla="*/ 18288 h 18288"/>
              <a:gd name="csX13" fmla="*/ 0 w 3566160"/>
              <a:gd name="csY13" fmla="*/ 18288 h 18288"/>
              <a:gd name="csX14" fmla="*/ 0 w 3566160"/>
              <a:gd name="csY14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</a:cxnLst>
            <a:rect l="l" t="t" r="r" b="b"/>
            <a:pathLst>
              <a:path w="3566160" h="18288" fill="none" extrusionOk="0">
                <a:moveTo>
                  <a:pt x="0" y="0"/>
                </a:moveTo>
                <a:cubicBezTo>
                  <a:pt x="222644" y="15773"/>
                  <a:pt x="447078" y="-30288"/>
                  <a:pt x="665683" y="0"/>
                </a:cubicBezTo>
                <a:cubicBezTo>
                  <a:pt x="884288" y="30288"/>
                  <a:pt x="1132425" y="-6167"/>
                  <a:pt x="1331366" y="0"/>
                </a:cubicBezTo>
                <a:cubicBezTo>
                  <a:pt x="1530307" y="6167"/>
                  <a:pt x="1680942" y="17562"/>
                  <a:pt x="1818742" y="0"/>
                </a:cubicBezTo>
                <a:cubicBezTo>
                  <a:pt x="1956542" y="-17562"/>
                  <a:pt x="2130227" y="23032"/>
                  <a:pt x="2413102" y="0"/>
                </a:cubicBezTo>
                <a:cubicBezTo>
                  <a:pt x="2695977" y="-23032"/>
                  <a:pt x="2679988" y="-13260"/>
                  <a:pt x="2936138" y="0"/>
                </a:cubicBezTo>
                <a:cubicBezTo>
                  <a:pt x="3192288" y="13260"/>
                  <a:pt x="3378668" y="16268"/>
                  <a:pt x="3566160" y="0"/>
                </a:cubicBezTo>
                <a:cubicBezTo>
                  <a:pt x="3566199" y="7328"/>
                  <a:pt x="3566779" y="9982"/>
                  <a:pt x="3566160" y="18288"/>
                </a:cubicBezTo>
                <a:cubicBezTo>
                  <a:pt x="3315478" y="45899"/>
                  <a:pt x="3188272" y="-7574"/>
                  <a:pt x="2971800" y="18288"/>
                </a:cubicBezTo>
                <a:cubicBezTo>
                  <a:pt x="2755328" y="44150"/>
                  <a:pt x="2598570" y="34692"/>
                  <a:pt x="2448763" y="18288"/>
                </a:cubicBezTo>
                <a:cubicBezTo>
                  <a:pt x="2298956" y="1884"/>
                  <a:pt x="2011344" y="-7043"/>
                  <a:pt x="1854403" y="18288"/>
                </a:cubicBezTo>
                <a:cubicBezTo>
                  <a:pt x="1697462" y="43619"/>
                  <a:pt x="1444994" y="618"/>
                  <a:pt x="1295705" y="18288"/>
                </a:cubicBezTo>
                <a:cubicBezTo>
                  <a:pt x="1146416" y="35958"/>
                  <a:pt x="965401" y="42167"/>
                  <a:pt x="772668" y="18288"/>
                </a:cubicBezTo>
                <a:cubicBezTo>
                  <a:pt x="579935" y="-5591"/>
                  <a:pt x="352420" y="-19381"/>
                  <a:pt x="0" y="18288"/>
                </a:cubicBezTo>
                <a:cubicBezTo>
                  <a:pt x="-593" y="9736"/>
                  <a:pt x="244" y="6610"/>
                  <a:pt x="0" y="0"/>
                </a:cubicBezTo>
                <a:close/>
              </a:path>
              <a:path w="3566160" h="18288" stroke="0" extrusionOk="0">
                <a:moveTo>
                  <a:pt x="0" y="0"/>
                </a:moveTo>
                <a:cubicBezTo>
                  <a:pt x="169947" y="-5008"/>
                  <a:pt x="340602" y="-17518"/>
                  <a:pt x="594360" y="0"/>
                </a:cubicBezTo>
                <a:cubicBezTo>
                  <a:pt x="848118" y="17518"/>
                  <a:pt x="997921" y="8866"/>
                  <a:pt x="1224382" y="0"/>
                </a:cubicBezTo>
                <a:cubicBezTo>
                  <a:pt x="1450843" y="-8866"/>
                  <a:pt x="1572343" y="8392"/>
                  <a:pt x="1783080" y="0"/>
                </a:cubicBezTo>
                <a:cubicBezTo>
                  <a:pt x="1993817" y="-8392"/>
                  <a:pt x="2266728" y="2126"/>
                  <a:pt x="2448763" y="0"/>
                </a:cubicBezTo>
                <a:cubicBezTo>
                  <a:pt x="2630798" y="-2126"/>
                  <a:pt x="2815508" y="-13843"/>
                  <a:pt x="3043123" y="0"/>
                </a:cubicBezTo>
                <a:cubicBezTo>
                  <a:pt x="3270738" y="13843"/>
                  <a:pt x="3420568" y="2184"/>
                  <a:pt x="3566160" y="0"/>
                </a:cubicBezTo>
                <a:cubicBezTo>
                  <a:pt x="3566487" y="8595"/>
                  <a:pt x="3566088" y="13110"/>
                  <a:pt x="3566160" y="18288"/>
                </a:cubicBezTo>
                <a:cubicBezTo>
                  <a:pt x="3421748" y="9323"/>
                  <a:pt x="3176383" y="-3939"/>
                  <a:pt x="2971800" y="18288"/>
                </a:cubicBezTo>
                <a:cubicBezTo>
                  <a:pt x="2767217" y="40515"/>
                  <a:pt x="2590769" y="4336"/>
                  <a:pt x="2306117" y="18288"/>
                </a:cubicBezTo>
                <a:cubicBezTo>
                  <a:pt x="2021465" y="32240"/>
                  <a:pt x="1860727" y="-9280"/>
                  <a:pt x="1676095" y="18288"/>
                </a:cubicBezTo>
                <a:cubicBezTo>
                  <a:pt x="1491463" y="45856"/>
                  <a:pt x="1329173" y="5765"/>
                  <a:pt x="1153058" y="18288"/>
                </a:cubicBezTo>
                <a:cubicBezTo>
                  <a:pt x="976943" y="30811"/>
                  <a:pt x="895178" y="4751"/>
                  <a:pt x="665683" y="18288"/>
                </a:cubicBezTo>
                <a:cubicBezTo>
                  <a:pt x="436189" y="31825"/>
                  <a:pt x="302924" y="2002"/>
                  <a:pt x="0" y="18288"/>
                </a:cubicBezTo>
                <a:cubicBezTo>
                  <a:pt x="822" y="10564"/>
                  <a:pt x="-23" y="4571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448976505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Sisällön paikkamerkki 2">
            <a:extLst>
              <a:ext uri="{FF2B5EF4-FFF2-40B4-BE49-F238E27FC236}">
                <a16:creationId xmlns:a16="http://schemas.microsoft.com/office/drawing/2014/main" id="{33D4AE01-8F1F-01BC-6C9E-49E21C6909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36" y="2807167"/>
            <a:ext cx="3895522" cy="3386399"/>
          </a:xfrm>
        </p:spPr>
        <p:txBody>
          <a:bodyPr vert="horz" lIns="91440" tIns="45720" rIns="91440" bIns="45720" rtlCol="0">
            <a:normAutofit/>
          </a:bodyPr>
          <a:lstStyle/>
          <a:p>
            <a:pPr marL="0" indent="0">
              <a:buNone/>
            </a:pPr>
            <a:r>
              <a:rPr lang="en-US" sz="2200" dirty="0" err="1"/>
              <a:t>Heräsi</a:t>
            </a:r>
            <a:r>
              <a:rPr lang="en-US" sz="2200" dirty="0"/>
              <a:t> </a:t>
            </a:r>
            <a:r>
              <a:rPr lang="en-US" sz="2200" dirty="0" err="1"/>
              <a:t>mielenkiinto</a:t>
            </a:r>
            <a:r>
              <a:rPr lang="en-US" sz="2200" dirty="0"/>
              <a:t> </a:t>
            </a:r>
            <a:r>
              <a:rPr lang="en-US" sz="2200" dirty="0" err="1"/>
              <a:t>voisiko</a:t>
            </a:r>
            <a:r>
              <a:rPr lang="en-US" sz="2200" dirty="0"/>
              <a:t> </a:t>
            </a:r>
            <a:r>
              <a:rPr lang="en-US" sz="2200" dirty="0" err="1"/>
              <a:t>iteroimalla</a:t>
            </a:r>
            <a:r>
              <a:rPr lang="en-US" sz="2200" dirty="0"/>
              <a:t> </a:t>
            </a:r>
            <a:r>
              <a:rPr lang="en-US" sz="2200" dirty="0" err="1"/>
              <a:t>saada</a:t>
            </a:r>
            <a:r>
              <a:rPr lang="en-US" sz="2200" dirty="0"/>
              <a:t> </a:t>
            </a:r>
            <a:r>
              <a:rPr lang="en-US" sz="2200" dirty="0" err="1"/>
              <a:t>heittoa</a:t>
            </a:r>
            <a:r>
              <a:rPr lang="en-US" sz="2200" dirty="0"/>
              <a:t> vs </a:t>
            </a:r>
            <a:r>
              <a:rPr lang="en-US" sz="2200" dirty="0" err="1"/>
              <a:t>yhden</a:t>
            </a:r>
            <a:r>
              <a:rPr lang="en-US" sz="2200" dirty="0"/>
              <a:t> </a:t>
            </a:r>
            <a:r>
              <a:rPr lang="en-US" sz="2200" dirty="0" err="1"/>
              <a:t>kierroksen</a:t>
            </a:r>
            <a:r>
              <a:rPr lang="en-US" sz="2200" dirty="0"/>
              <a:t> </a:t>
            </a:r>
            <a:r>
              <a:rPr lang="en-US" sz="2200" dirty="0" err="1"/>
              <a:t>funktioreferenssiin</a:t>
            </a:r>
            <a:r>
              <a:rPr lang="en-US" sz="2200" dirty="0"/>
              <a:t>. Olin </a:t>
            </a:r>
            <a:r>
              <a:rPr lang="en-US" sz="2200" dirty="0" err="1"/>
              <a:t>jopa</a:t>
            </a:r>
            <a:r>
              <a:rPr lang="en-US" sz="2200" dirty="0"/>
              <a:t> </a:t>
            </a:r>
            <a:r>
              <a:rPr lang="en-US" sz="2200" dirty="0" err="1"/>
              <a:t>yllättynyt</a:t>
            </a:r>
            <a:r>
              <a:rPr lang="en-US" sz="2200" dirty="0"/>
              <a:t>, </a:t>
            </a:r>
            <a:r>
              <a:rPr lang="en-US" sz="2200" dirty="0" err="1"/>
              <a:t>että</a:t>
            </a:r>
            <a:r>
              <a:rPr lang="en-US" sz="2200" dirty="0"/>
              <a:t> Insertion Sort on </a:t>
            </a:r>
            <a:r>
              <a:rPr lang="en-US" sz="2200" dirty="0" err="1"/>
              <a:t>nopeampi</a:t>
            </a:r>
            <a:r>
              <a:rPr lang="en-US" sz="2200" dirty="0"/>
              <a:t> </a:t>
            </a:r>
            <a:r>
              <a:rPr lang="en-US" sz="2200" dirty="0" err="1"/>
              <a:t>kahden</a:t>
            </a:r>
            <a:r>
              <a:rPr lang="en-US" sz="2200" dirty="0"/>
              <a:t> </a:t>
            </a:r>
            <a:r>
              <a:rPr lang="en-US" sz="2200" dirty="0" err="1"/>
              <a:t>iteraation</a:t>
            </a:r>
            <a:r>
              <a:rPr lang="en-US" sz="2200" dirty="0"/>
              <a:t> </a:t>
            </a:r>
            <a:r>
              <a:rPr lang="en-US" sz="2200" dirty="0" err="1"/>
              <a:t>jälkeen</a:t>
            </a:r>
            <a:r>
              <a:rPr lang="en-US" sz="2200" dirty="0"/>
              <a:t>. </a:t>
            </a:r>
            <a:r>
              <a:rPr lang="en-US" sz="2200" dirty="0" err="1"/>
              <a:t>Ilmeisesti</a:t>
            </a:r>
            <a:r>
              <a:rPr lang="en-US" sz="2200" dirty="0"/>
              <a:t> </a:t>
            </a:r>
            <a:r>
              <a:rPr lang="en-US" sz="2200" dirty="0" err="1"/>
              <a:t>kyseessä</a:t>
            </a:r>
            <a:r>
              <a:rPr lang="en-US" sz="2200" dirty="0"/>
              <a:t> on </a:t>
            </a:r>
            <a:r>
              <a:rPr lang="en-US" sz="2200" dirty="0" err="1"/>
              <a:t>tietokoneen</a:t>
            </a:r>
            <a:r>
              <a:rPr lang="en-US" sz="2200" dirty="0"/>
              <a:t> </a:t>
            </a:r>
            <a:r>
              <a:rPr lang="en-US" sz="2200" dirty="0" err="1"/>
              <a:t>pieni</a:t>
            </a:r>
            <a:r>
              <a:rPr lang="en-US" sz="2200" dirty="0"/>
              <a:t> </a:t>
            </a:r>
            <a:r>
              <a:rPr lang="en-US" sz="2200" dirty="0" err="1"/>
              <a:t>herättely</a:t>
            </a:r>
            <a:r>
              <a:rPr lang="en-US" sz="2200" dirty="0"/>
              <a:t>, </a:t>
            </a:r>
            <a:r>
              <a:rPr lang="en-US" sz="2200" dirty="0" err="1"/>
              <a:t>joka</a:t>
            </a:r>
            <a:r>
              <a:rPr lang="en-US" sz="2200" dirty="0"/>
              <a:t> </a:t>
            </a:r>
            <a:r>
              <a:rPr lang="en-US" sz="2200" dirty="0" err="1"/>
              <a:t>nopeutuu</a:t>
            </a:r>
            <a:r>
              <a:rPr lang="en-US" sz="2200" dirty="0"/>
              <a:t> </a:t>
            </a:r>
            <a:r>
              <a:rPr lang="en-US" sz="2200" dirty="0" err="1"/>
              <a:t>kahden</a:t>
            </a:r>
            <a:r>
              <a:rPr lang="en-US" sz="2200" dirty="0"/>
              <a:t> </a:t>
            </a:r>
            <a:r>
              <a:rPr lang="en-US" sz="2200" dirty="0" err="1"/>
              <a:t>kierroksen</a:t>
            </a:r>
            <a:r>
              <a:rPr lang="en-US" sz="2200" dirty="0"/>
              <a:t> </a:t>
            </a:r>
            <a:r>
              <a:rPr lang="en-US" sz="2200" dirty="0" err="1"/>
              <a:t>jälkeen</a:t>
            </a:r>
            <a:r>
              <a:rPr lang="en-US" sz="2200" dirty="0"/>
              <a:t>. </a:t>
            </a:r>
          </a:p>
        </p:txBody>
      </p:sp>
      <p:pic>
        <p:nvPicPr>
          <p:cNvPr id="10" name="Kuva 9" descr="Kuva, joka sisältää kohteen teksti, kuvakaappaus, Fontti, muotoilu&#10;&#10;Tekoälyllä luotu sisältö voi olla virheellistä.">
            <a:extLst>
              <a:ext uri="{FF2B5EF4-FFF2-40B4-BE49-F238E27FC236}">
                <a16:creationId xmlns:a16="http://schemas.microsoft.com/office/drawing/2014/main" id="{42D048F5-0A72-A651-96AC-3B07442A06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2624" y="657106"/>
            <a:ext cx="3099816" cy="2471403"/>
          </a:xfrm>
          <a:prstGeom prst="rect">
            <a:avLst/>
          </a:prstGeom>
        </p:spPr>
      </p:pic>
      <p:pic>
        <p:nvPicPr>
          <p:cNvPr id="8" name="Kuva 7" descr="Kuva, joka sisältää kohteen teksti, kuvakaappaus, Fontti&#10;&#10;Tekoälyllä luotu sisältö voi olla virheellistä.">
            <a:extLst>
              <a:ext uri="{FF2B5EF4-FFF2-40B4-BE49-F238E27FC236}">
                <a16:creationId xmlns:a16="http://schemas.microsoft.com/office/drawing/2014/main" id="{2C3DF841-650F-BBC1-94FA-2A957D331E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47888" y="728756"/>
            <a:ext cx="3785616" cy="1514246"/>
          </a:xfrm>
          <a:prstGeom prst="rect">
            <a:avLst/>
          </a:prstGeom>
        </p:spPr>
      </p:pic>
      <p:pic>
        <p:nvPicPr>
          <p:cNvPr id="5" name="Kuva 4" descr="Kuva, joka sisältää kohteen teksti, kuvakaappaus, Fontti, numero&#10;&#10;Tekoälyllä luotu sisältö voi olla virheellistä.">
            <a:extLst>
              <a:ext uri="{FF2B5EF4-FFF2-40B4-BE49-F238E27FC236}">
                <a16:creationId xmlns:a16="http://schemas.microsoft.com/office/drawing/2014/main" id="{B09A3B62-1F43-F764-3853-74197E2ED1A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92624" y="4161468"/>
            <a:ext cx="3099816" cy="1666151"/>
          </a:xfrm>
          <a:prstGeom prst="rect">
            <a:avLst/>
          </a:prstGeom>
        </p:spPr>
      </p:pic>
      <p:pic>
        <p:nvPicPr>
          <p:cNvPr id="12" name="Kuva 11" descr="Kuva, joka sisältää kohteen teksti, kuvakaappaus, Fontti, muotoilu&#10;&#10;Tekoälyllä luotu sisältö voi olla virheellistä.">
            <a:extLst>
              <a:ext uri="{FF2B5EF4-FFF2-40B4-BE49-F238E27FC236}">
                <a16:creationId xmlns:a16="http://schemas.microsoft.com/office/drawing/2014/main" id="{2B55F9C8-D1FB-1EC7-9D19-EF67424EE51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47888" y="3319139"/>
            <a:ext cx="3785616" cy="25270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788891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0CDA991-7776-B94E-6187-B32715044B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78BA5F19-D5E1-4ECC-BEC2-DF7AEDFD7C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50CC88A9-A661-4C48-866E-8734E51140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"/>
            <a:ext cx="11269336" cy="2008639"/>
          </a:xfrm>
          <a:custGeom>
            <a:avLst/>
            <a:gdLst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837498 w 11269336"/>
              <a:gd name="connsiteY32" fmla="*/ 885664 h 2323145"/>
              <a:gd name="connsiteX33" fmla="*/ 8795998 w 11269336"/>
              <a:gd name="connsiteY33" fmla="*/ 863337 h 2323145"/>
              <a:gd name="connsiteX34" fmla="*/ 8776970 w 11269336"/>
              <a:gd name="connsiteY34" fmla="*/ 885177 h 2323145"/>
              <a:gd name="connsiteX35" fmla="*/ 8755719 w 11269336"/>
              <a:gd name="connsiteY35" fmla="*/ 889754 h 2323145"/>
              <a:gd name="connsiteX36" fmla="*/ 8743257 w 11269336"/>
              <a:gd name="connsiteY36" fmla="*/ 904723 h 2323145"/>
              <a:gd name="connsiteX37" fmla="*/ 8721366 w 11269336"/>
              <a:gd name="connsiteY37" fmla="*/ 904711 h 2323145"/>
              <a:gd name="connsiteX38" fmla="*/ 8678353 w 11269336"/>
              <a:gd name="connsiteY38" fmla="*/ 926318 h 2323145"/>
              <a:gd name="connsiteX39" fmla="*/ 8636849 w 11269336"/>
              <a:gd name="connsiteY39" fmla="*/ 937900 h 2323145"/>
              <a:gd name="connsiteX40" fmla="*/ 8620213 w 11269336"/>
              <a:gd name="connsiteY40" fmla="*/ 943068 h 2323145"/>
              <a:gd name="connsiteX41" fmla="*/ 8612581 w 11269336"/>
              <a:gd name="connsiteY41" fmla="*/ 952695 h 2323145"/>
              <a:gd name="connsiteX42" fmla="*/ 8589038 w 11269336"/>
              <a:gd name="connsiteY42" fmla="*/ 963892 h 2323145"/>
              <a:gd name="connsiteX43" fmla="*/ 8579950 w 11269336"/>
              <a:gd name="connsiteY43" fmla="*/ 960899 h 2323145"/>
              <a:gd name="connsiteX44" fmla="*/ 8579319 w 11269336"/>
              <a:gd name="connsiteY44" fmla="*/ 965630 h 2323145"/>
              <a:gd name="connsiteX45" fmla="*/ 8547429 w 11269336"/>
              <a:gd name="connsiteY45" fmla="*/ 984506 h 2323145"/>
              <a:gd name="connsiteX46" fmla="*/ 8478704 w 11269336"/>
              <a:gd name="connsiteY46" fmla="*/ 1025490 h 2323145"/>
              <a:gd name="connsiteX47" fmla="*/ 8461421 w 11269336"/>
              <a:gd name="connsiteY47" fmla="*/ 1035512 h 2323145"/>
              <a:gd name="connsiteX48" fmla="*/ 8445003 w 11269336"/>
              <a:gd name="connsiteY48" fmla="*/ 1036851 h 2323145"/>
              <a:gd name="connsiteX49" fmla="*/ 8357350 w 11269336"/>
              <a:gd name="connsiteY49" fmla="*/ 1060213 h 2323145"/>
              <a:gd name="connsiteX50" fmla="*/ 8335565 w 11269336"/>
              <a:gd name="connsiteY50" fmla="*/ 1061151 h 2323145"/>
              <a:gd name="connsiteX51" fmla="*/ 8325267 w 11269336"/>
              <a:gd name="connsiteY51" fmla="*/ 1055919 h 2323145"/>
              <a:gd name="connsiteX52" fmla="*/ 8293586 w 11269336"/>
              <a:gd name="connsiteY52" fmla="*/ 1076144 h 2323145"/>
              <a:gd name="connsiteX53" fmla="*/ 8242405 w 11269336"/>
              <a:gd name="connsiteY53" fmla="*/ 1095960 h 2323145"/>
              <a:gd name="connsiteX54" fmla="*/ 8218531 w 11269336"/>
              <a:gd name="connsiteY54" fmla="*/ 1107622 h 2323145"/>
              <a:gd name="connsiteX55" fmla="*/ 8197391 w 11269336"/>
              <a:gd name="connsiteY55" fmla="*/ 1107746 h 2323145"/>
              <a:gd name="connsiteX56" fmla="*/ 8081474 w 11269336"/>
              <a:gd name="connsiteY56" fmla="*/ 1130125 h 2323145"/>
              <a:gd name="connsiteX57" fmla="*/ 8053585 w 11269336"/>
              <a:gd name="connsiteY57" fmla="*/ 1129169 h 2323145"/>
              <a:gd name="connsiteX58" fmla="*/ 8038422 w 11269336"/>
              <a:gd name="connsiteY58" fmla="*/ 1119092 h 2323145"/>
              <a:gd name="connsiteX59" fmla="*/ 8029450 w 11269336"/>
              <a:gd name="connsiteY59" fmla="*/ 1125592 h 2323145"/>
              <a:gd name="connsiteX60" fmla="*/ 7959552 w 11269336"/>
              <a:gd name="connsiteY60" fmla="*/ 1140188 h 2323145"/>
              <a:gd name="connsiteX61" fmla="*/ 7914188 w 11269336"/>
              <a:gd name="connsiteY61" fmla="*/ 1150862 h 2323145"/>
              <a:gd name="connsiteX62" fmla="*/ 7914918 w 11269336"/>
              <a:gd name="connsiteY62" fmla="*/ 1168758 h 2323145"/>
              <a:gd name="connsiteX63" fmla="*/ 7875510 w 11269336"/>
              <a:gd name="connsiteY63" fmla="*/ 1183153 h 2323145"/>
              <a:gd name="connsiteX64" fmla="*/ 7829932 w 11269336"/>
              <a:gd name="connsiteY64" fmla="*/ 1180782 h 2323145"/>
              <a:gd name="connsiteX65" fmla="*/ 7779182 w 11269336"/>
              <a:gd name="connsiteY65" fmla="*/ 1192665 h 2323145"/>
              <a:gd name="connsiteX66" fmla="*/ 7748774 w 11269336"/>
              <a:gd name="connsiteY66" fmla="*/ 1199586 h 2323145"/>
              <a:gd name="connsiteX67" fmla="*/ 7671846 w 11269336"/>
              <a:gd name="connsiteY67" fmla="*/ 1231966 h 2323145"/>
              <a:gd name="connsiteX68" fmla="*/ 7554146 w 11269336"/>
              <a:gd name="connsiteY68" fmla="*/ 1319748 h 2323145"/>
              <a:gd name="connsiteX69" fmla="*/ 7515052 w 11269336"/>
              <a:gd name="connsiteY69" fmla="*/ 1336718 h 2323145"/>
              <a:gd name="connsiteX70" fmla="*/ 7507193 w 11269336"/>
              <a:gd name="connsiteY70" fmla="*/ 1334617 h 2323145"/>
              <a:gd name="connsiteX71" fmla="*/ 7461694 w 11269336"/>
              <a:gd name="connsiteY71" fmla="*/ 1375866 h 2323145"/>
              <a:gd name="connsiteX72" fmla="*/ 7377571 w 11269336"/>
              <a:gd name="connsiteY72" fmla="*/ 1400128 h 2323145"/>
              <a:gd name="connsiteX73" fmla="*/ 7311261 w 11269336"/>
              <a:gd name="connsiteY73" fmla="*/ 1412652 h 2323145"/>
              <a:gd name="connsiteX74" fmla="*/ 7275307 w 11269336"/>
              <a:gd name="connsiteY74" fmla="*/ 1422171 h 2323145"/>
              <a:gd name="connsiteX75" fmla="*/ 7247783 w 11269336"/>
              <a:gd name="connsiteY75" fmla="*/ 1426330 h 2323145"/>
              <a:gd name="connsiteX76" fmla="*/ 7185047 w 11269336"/>
              <a:gd name="connsiteY76" fmla="*/ 1451812 h 2323145"/>
              <a:gd name="connsiteX77" fmla="*/ 7084117 w 11269336"/>
              <a:gd name="connsiteY77" fmla="*/ 1500281 h 2323145"/>
              <a:gd name="connsiteX78" fmla="*/ 7062011 w 11269336"/>
              <a:gd name="connsiteY78" fmla="*/ 1509183 h 2323145"/>
              <a:gd name="connsiteX79" fmla="*/ 7040555 w 11269336"/>
              <a:gd name="connsiteY79" fmla="*/ 1511207 h 2323145"/>
              <a:gd name="connsiteX80" fmla="*/ 7033438 w 11269336"/>
              <a:gd name="connsiteY80" fmla="*/ 1506772 h 2323145"/>
              <a:gd name="connsiteX81" fmla="*/ 7020886 w 11269336"/>
              <a:gd name="connsiteY81" fmla="*/ 1510764 h 2323145"/>
              <a:gd name="connsiteX82" fmla="*/ 7017033 w 11269336"/>
              <a:gd name="connsiteY82" fmla="*/ 1510650 h 2323145"/>
              <a:gd name="connsiteX83" fmla="*/ 6995460 w 11269336"/>
              <a:gd name="connsiteY83" fmla="*/ 1511173 h 2323145"/>
              <a:gd name="connsiteX84" fmla="*/ 6962144 w 11269336"/>
              <a:gd name="connsiteY84" fmla="*/ 1541508 h 2323145"/>
              <a:gd name="connsiteX85" fmla="*/ 6910674 w 11269336"/>
              <a:gd name="connsiteY85" fmla="*/ 1554793 h 2323145"/>
              <a:gd name="connsiteX86" fmla="*/ 6732152 w 11269336"/>
              <a:gd name="connsiteY86" fmla="*/ 1642538 h 2323145"/>
              <a:gd name="connsiteX87" fmla="*/ 6694106 w 11269336"/>
              <a:gd name="connsiteY87" fmla="*/ 1632377 h 2323145"/>
              <a:gd name="connsiteX88" fmla="*/ 6617223 w 11269336"/>
              <a:gd name="connsiteY88" fmla="*/ 1659889 h 2323145"/>
              <a:gd name="connsiteX89" fmla="*/ 6521138 w 11269336"/>
              <a:gd name="connsiteY89" fmla="*/ 1744340 h 2323145"/>
              <a:gd name="connsiteX90" fmla="*/ 6380677 w 11269336"/>
              <a:gd name="connsiteY90" fmla="*/ 1796883 h 2323145"/>
              <a:gd name="connsiteX91" fmla="*/ 6374897 w 11269336"/>
              <a:gd name="connsiteY91" fmla="*/ 1809910 h 2323145"/>
              <a:gd name="connsiteX92" fmla="*/ 6364545 w 11269336"/>
              <a:gd name="connsiteY92" fmla="*/ 1820090 h 2323145"/>
              <a:gd name="connsiteX93" fmla="*/ 6362126 w 11269336"/>
              <a:gd name="connsiteY93" fmla="*/ 1819991 h 2323145"/>
              <a:gd name="connsiteX94" fmla="*/ 6346673 w 11269336"/>
              <a:gd name="connsiteY94" fmla="*/ 1827824 h 2323145"/>
              <a:gd name="connsiteX95" fmla="*/ 6345588 w 11269336"/>
              <a:gd name="connsiteY95" fmla="*/ 1832232 h 2323145"/>
              <a:gd name="connsiteX96" fmla="*/ 6335708 w 11269336"/>
              <a:gd name="connsiteY96" fmla="*/ 1838451 h 2323145"/>
              <a:gd name="connsiteX97" fmla="*/ 6318182 w 11269336"/>
              <a:gd name="connsiteY97" fmla="*/ 1852975 h 2323145"/>
              <a:gd name="connsiteX98" fmla="*/ 6313084 w 11269336"/>
              <a:gd name="connsiteY98" fmla="*/ 1853561 h 2323145"/>
              <a:gd name="connsiteX99" fmla="*/ 6283816 w 11269336"/>
              <a:gd name="connsiteY99" fmla="*/ 1872148 h 2323145"/>
              <a:gd name="connsiteX100" fmla="*/ 6282550 w 11269336"/>
              <a:gd name="connsiteY100" fmla="*/ 1871392 h 2323145"/>
              <a:gd name="connsiteX101" fmla="*/ 6270527 w 11269336"/>
              <a:gd name="connsiteY101" fmla="*/ 1872208 h 2323145"/>
              <a:gd name="connsiteX102" fmla="*/ 6249518 w 11269336"/>
              <a:gd name="connsiteY102" fmla="*/ 1876079 h 2323145"/>
              <a:gd name="connsiteX103" fmla="*/ 6190386 w 11269336"/>
              <a:gd name="connsiteY103" fmla="*/ 1872478 h 2323145"/>
              <a:gd name="connsiteX104" fmla="*/ 6159777 w 11269336"/>
              <a:gd name="connsiteY104" fmla="*/ 1891745 h 2323145"/>
              <a:gd name="connsiteX105" fmla="*/ 6153131 w 11269336"/>
              <a:gd name="connsiteY105" fmla="*/ 1895079 h 2323145"/>
              <a:gd name="connsiteX106" fmla="*/ 6152798 w 11269336"/>
              <a:gd name="connsiteY106" fmla="*/ 1894920 h 2323145"/>
              <a:gd name="connsiteX107" fmla="*/ 6145388 w 11269336"/>
              <a:gd name="connsiteY107" fmla="*/ 1897990 h 2323145"/>
              <a:gd name="connsiteX108" fmla="*/ 6141014 w 11269336"/>
              <a:gd name="connsiteY108" fmla="*/ 1901155 h 2323145"/>
              <a:gd name="connsiteX109" fmla="*/ 6128122 w 11269336"/>
              <a:gd name="connsiteY109" fmla="*/ 1907623 h 2323145"/>
              <a:gd name="connsiteX110" fmla="*/ 6122351 w 11269336"/>
              <a:gd name="connsiteY110" fmla="*/ 1908359 h 2323145"/>
              <a:gd name="connsiteX111" fmla="*/ 6064750 w 11269336"/>
              <a:gd name="connsiteY111" fmla="*/ 1896394 h 2323145"/>
              <a:gd name="connsiteX112" fmla="*/ 5964230 w 11269336"/>
              <a:gd name="connsiteY112" fmla="*/ 1910038 h 2323145"/>
              <a:gd name="connsiteX113" fmla="*/ 5865399 w 11269336"/>
              <a:gd name="connsiteY113" fmla="*/ 1926966 h 2323145"/>
              <a:gd name="connsiteX114" fmla="*/ 5829951 w 11269336"/>
              <a:gd name="connsiteY114" fmla="*/ 1934755 h 2323145"/>
              <a:gd name="connsiteX115" fmla="*/ 5765285 w 11269336"/>
              <a:gd name="connsiteY115" fmla="*/ 1941322 h 2323145"/>
              <a:gd name="connsiteX116" fmla="*/ 5734750 w 11269336"/>
              <a:gd name="connsiteY116" fmla="*/ 1939793 h 2323145"/>
              <a:gd name="connsiteX117" fmla="*/ 5733569 w 11269336"/>
              <a:gd name="connsiteY117" fmla="*/ 1940505 h 2323145"/>
              <a:gd name="connsiteX118" fmla="*/ 5730329 w 11269336"/>
              <a:gd name="connsiteY118" fmla="*/ 1937845 h 2323145"/>
              <a:gd name="connsiteX119" fmla="*/ 5724661 w 11269336"/>
              <a:gd name="connsiteY119" fmla="*/ 1937455 h 2323145"/>
              <a:gd name="connsiteX120" fmla="*/ 5710186 w 11269336"/>
              <a:gd name="connsiteY120" fmla="*/ 1941370 h 2323145"/>
              <a:gd name="connsiteX121" fmla="*/ 5704910 w 11269336"/>
              <a:gd name="connsiteY121" fmla="*/ 1943663 h 2323145"/>
              <a:gd name="connsiteX122" fmla="*/ 5696836 w 11269336"/>
              <a:gd name="connsiteY122" fmla="*/ 1945271 h 2323145"/>
              <a:gd name="connsiteX123" fmla="*/ 5696583 w 11269336"/>
              <a:gd name="connsiteY123" fmla="*/ 1945050 h 2323145"/>
              <a:gd name="connsiteX124" fmla="*/ 5689123 w 11269336"/>
              <a:gd name="connsiteY124" fmla="*/ 1947067 h 2323145"/>
              <a:gd name="connsiteX125" fmla="*/ 5653291 w 11269336"/>
              <a:gd name="connsiteY125" fmla="*/ 1960245 h 2323145"/>
              <a:gd name="connsiteX126" fmla="*/ 5599385 w 11269336"/>
              <a:gd name="connsiteY126" fmla="*/ 1945198 h 2323145"/>
              <a:gd name="connsiteX127" fmla="*/ 5578300 w 11269336"/>
              <a:gd name="connsiteY127" fmla="*/ 1944963 h 2323145"/>
              <a:gd name="connsiteX128" fmla="*/ 5566758 w 11269336"/>
              <a:gd name="connsiteY128" fmla="*/ 1943441 h 2323145"/>
              <a:gd name="connsiteX129" fmla="*/ 5565857 w 11269336"/>
              <a:gd name="connsiteY129" fmla="*/ 1942445 h 2323145"/>
              <a:gd name="connsiteX130" fmla="*/ 5531534 w 11269336"/>
              <a:gd name="connsiteY130" fmla="*/ 1955208 h 2323145"/>
              <a:gd name="connsiteX131" fmla="*/ 5526552 w 11269336"/>
              <a:gd name="connsiteY131" fmla="*/ 1954799 h 2323145"/>
              <a:gd name="connsiteX132" fmla="*/ 5504723 w 11269336"/>
              <a:gd name="connsiteY132" fmla="*/ 1965811 h 2323145"/>
              <a:gd name="connsiteX133" fmla="*/ 5493156 w 11269336"/>
              <a:gd name="connsiteY133" fmla="*/ 1970063 h 2323145"/>
              <a:gd name="connsiteX134" fmla="*/ 5490486 w 11269336"/>
              <a:gd name="connsiteY134" fmla="*/ 1974227 h 2323145"/>
              <a:gd name="connsiteX135" fmla="*/ 5473107 w 11269336"/>
              <a:gd name="connsiteY135" fmla="*/ 1979001 h 2323145"/>
              <a:gd name="connsiteX136" fmla="*/ 5470885 w 11269336"/>
              <a:gd name="connsiteY136" fmla="*/ 1978432 h 2323145"/>
              <a:gd name="connsiteX137" fmla="*/ 5457393 w 11269336"/>
              <a:gd name="connsiteY137" fmla="*/ 1986525 h 2323145"/>
              <a:gd name="connsiteX138" fmla="*/ 5447102 w 11269336"/>
              <a:gd name="connsiteY138" fmla="*/ 1998329 h 2323145"/>
              <a:gd name="connsiteX139" fmla="*/ 5296127 w 11269336"/>
              <a:gd name="connsiteY139" fmla="*/ 2023208 h 2323145"/>
              <a:gd name="connsiteX140" fmla="*/ 5174645 w 11269336"/>
              <a:gd name="connsiteY140" fmla="*/ 2088358 h 2323145"/>
              <a:gd name="connsiteX141" fmla="*/ 5092476 w 11269336"/>
              <a:gd name="connsiteY141" fmla="*/ 2100737 h 2323145"/>
              <a:gd name="connsiteX142" fmla="*/ 5060738 w 11269336"/>
              <a:gd name="connsiteY142" fmla="*/ 2083274 h 2323145"/>
              <a:gd name="connsiteX143" fmla="*/ 4860988 w 11269336"/>
              <a:gd name="connsiteY143" fmla="*/ 2135698 h 2323145"/>
              <a:gd name="connsiteX144" fmla="*/ 4807902 w 11269336"/>
              <a:gd name="connsiteY144" fmla="*/ 2138894 h 2323145"/>
              <a:gd name="connsiteX145" fmla="*/ 4765388 w 11269336"/>
              <a:gd name="connsiteY145" fmla="*/ 2162525 h 2323145"/>
              <a:gd name="connsiteX146" fmla="*/ 4745033 w 11269336"/>
              <a:gd name="connsiteY146" fmla="*/ 2158859 h 2323145"/>
              <a:gd name="connsiteX147" fmla="*/ 4741475 w 11269336"/>
              <a:gd name="connsiteY147" fmla="*/ 2157998 h 2323145"/>
              <a:gd name="connsiteX148" fmla="*/ 4728247 w 11269336"/>
              <a:gd name="connsiteY148" fmla="*/ 2159526 h 2323145"/>
              <a:gd name="connsiteX149" fmla="*/ 4723263 w 11269336"/>
              <a:gd name="connsiteY149" fmla="*/ 2153742 h 2323145"/>
              <a:gd name="connsiteX150" fmla="*/ 4702453 w 11269336"/>
              <a:gd name="connsiteY150" fmla="*/ 2151586 h 2323145"/>
              <a:gd name="connsiteX151" fmla="*/ 4678455 w 11269336"/>
              <a:gd name="connsiteY151" fmla="*/ 2156131 h 2323145"/>
              <a:gd name="connsiteX152" fmla="*/ 4593061 w 11269336"/>
              <a:gd name="connsiteY152" fmla="*/ 2171597 h 2323145"/>
              <a:gd name="connsiteX153" fmla="*/ 4579902 w 11269336"/>
              <a:gd name="connsiteY153" fmla="*/ 2177927 h 2323145"/>
              <a:gd name="connsiteX154" fmla="*/ 4533444 w 11269336"/>
              <a:gd name="connsiteY154" fmla="*/ 2181200 h 2323145"/>
              <a:gd name="connsiteX155" fmla="*/ 4492832 w 11269336"/>
              <a:gd name="connsiteY155" fmla="*/ 2188033 h 2323145"/>
              <a:gd name="connsiteX156" fmla="*/ 4467257 w 11269336"/>
              <a:gd name="connsiteY156" fmla="*/ 2196121 h 2323145"/>
              <a:gd name="connsiteX157" fmla="*/ 4459937 w 11269336"/>
              <a:gd name="connsiteY157" fmla="*/ 2195182 h 2323145"/>
              <a:gd name="connsiteX158" fmla="*/ 4433312 w 11269336"/>
              <a:gd name="connsiteY158" fmla="*/ 2199004 h 2323145"/>
              <a:gd name="connsiteX159" fmla="*/ 4420601 w 11269336"/>
              <a:gd name="connsiteY159" fmla="*/ 2205158 h 2323145"/>
              <a:gd name="connsiteX160" fmla="*/ 4405765 w 11269336"/>
              <a:gd name="connsiteY160" fmla="*/ 2199902 h 2323145"/>
              <a:gd name="connsiteX161" fmla="*/ 4401354 w 11269336"/>
              <a:gd name="connsiteY161" fmla="*/ 2194745 h 2323145"/>
              <a:gd name="connsiteX162" fmla="*/ 4383151 w 11269336"/>
              <a:gd name="connsiteY162" fmla="*/ 2201140 h 2323145"/>
              <a:gd name="connsiteX163" fmla="*/ 4366646 w 11269336"/>
              <a:gd name="connsiteY163" fmla="*/ 2198564 h 2323145"/>
              <a:gd name="connsiteX164" fmla="*/ 4354009 w 11269336"/>
              <a:gd name="connsiteY164" fmla="*/ 2204984 h 2323145"/>
              <a:gd name="connsiteX165" fmla="*/ 4348284 w 11269336"/>
              <a:gd name="connsiteY165" fmla="*/ 2205270 h 2323145"/>
              <a:gd name="connsiteX166" fmla="*/ 4333906 w 11269336"/>
              <a:gd name="connsiteY166" fmla="*/ 2205251 h 2323145"/>
              <a:gd name="connsiteX167" fmla="*/ 4308819 w 11269336"/>
              <a:gd name="connsiteY167" fmla="*/ 2203822 h 2323145"/>
              <a:gd name="connsiteX168" fmla="*/ 4301210 w 11269336"/>
              <a:gd name="connsiteY168" fmla="*/ 2204456 h 2323145"/>
              <a:gd name="connsiteX169" fmla="*/ 4283095 w 11269336"/>
              <a:gd name="connsiteY169" fmla="*/ 2198177 h 2323145"/>
              <a:gd name="connsiteX170" fmla="*/ 4250119 w 11269336"/>
              <a:gd name="connsiteY170" fmla="*/ 2196342 h 2323145"/>
              <a:gd name="connsiteX171" fmla="*/ 4189203 w 11269336"/>
              <a:gd name="connsiteY171" fmla="*/ 2178994 h 2323145"/>
              <a:gd name="connsiteX172" fmla="*/ 4154035 w 11269336"/>
              <a:gd name="connsiteY172" fmla="*/ 2171950 h 2323145"/>
              <a:gd name="connsiteX173" fmla="*/ 4129569 w 11269336"/>
              <a:gd name="connsiteY173" fmla="*/ 2163850 h 2323145"/>
              <a:gd name="connsiteX174" fmla="*/ 4061250 w 11269336"/>
              <a:gd name="connsiteY174" fmla="*/ 2159236 h 2323145"/>
              <a:gd name="connsiteX175" fmla="*/ 3945480 w 11269336"/>
              <a:gd name="connsiteY175" fmla="*/ 2158279 h 2323145"/>
              <a:gd name="connsiteX176" fmla="*/ 3921468 w 11269336"/>
              <a:gd name="connsiteY176" fmla="*/ 2156588 h 2323145"/>
              <a:gd name="connsiteX177" fmla="*/ 3903348 w 11269336"/>
              <a:gd name="connsiteY177" fmla="*/ 2149220 h 2323145"/>
              <a:gd name="connsiteX178" fmla="*/ 3901342 w 11269336"/>
              <a:gd name="connsiteY178" fmla="*/ 2142355 h 2323145"/>
              <a:gd name="connsiteX179" fmla="*/ 3888539 w 11269336"/>
              <a:gd name="connsiteY179" fmla="*/ 2140476 h 2323145"/>
              <a:gd name="connsiteX180" fmla="*/ 3885662 w 11269336"/>
              <a:gd name="connsiteY180" fmla="*/ 2138740 h 2323145"/>
              <a:gd name="connsiteX181" fmla="*/ 3868627 w 11269336"/>
              <a:gd name="connsiteY181" fmla="*/ 2130023 h 2323145"/>
              <a:gd name="connsiteX182" fmla="*/ 3819177 w 11269336"/>
              <a:gd name="connsiteY182" fmla="*/ 2142111 h 2323145"/>
              <a:gd name="connsiteX183" fmla="*/ 3769100 w 11269336"/>
              <a:gd name="connsiteY183" fmla="*/ 2131731 h 2323145"/>
              <a:gd name="connsiteX184" fmla="*/ 3562752 w 11269336"/>
              <a:gd name="connsiteY184" fmla="*/ 2131785 h 2323145"/>
              <a:gd name="connsiteX185" fmla="*/ 3541402 w 11269336"/>
              <a:gd name="connsiteY185" fmla="*/ 2106821 h 2323145"/>
              <a:gd name="connsiteX186" fmla="*/ 3460591 w 11269336"/>
              <a:gd name="connsiteY186" fmla="*/ 2097951 h 2323145"/>
              <a:gd name="connsiteX187" fmla="*/ 3320348 w 11269336"/>
              <a:gd name="connsiteY187" fmla="*/ 2130191 h 2323145"/>
              <a:gd name="connsiteX188" fmla="*/ 3170922 w 11269336"/>
              <a:gd name="connsiteY188" fmla="*/ 2115957 h 2323145"/>
              <a:gd name="connsiteX189" fmla="*/ 3156256 w 11269336"/>
              <a:gd name="connsiteY189" fmla="*/ 2124773 h 2323145"/>
              <a:gd name="connsiteX190" fmla="*/ 3140298 w 11269336"/>
              <a:gd name="connsiteY190" fmla="*/ 2129182 h 2323145"/>
              <a:gd name="connsiteX191" fmla="*/ 3138514 w 11269336"/>
              <a:gd name="connsiteY191" fmla="*/ 2128069 h 2323145"/>
              <a:gd name="connsiteX192" fmla="*/ 3120467 w 11269336"/>
              <a:gd name="connsiteY192" fmla="*/ 2128281 h 2323145"/>
              <a:gd name="connsiteX193" fmla="*/ 3116175 w 11269336"/>
              <a:gd name="connsiteY193" fmla="*/ 2131633 h 2323145"/>
              <a:gd name="connsiteX194" fmla="*/ 3103685 w 11269336"/>
              <a:gd name="connsiteY194" fmla="*/ 2132814 h 2323145"/>
              <a:gd name="connsiteX195" fmla="*/ 3078794 w 11269336"/>
              <a:gd name="connsiteY195" fmla="*/ 2137935 h 2323145"/>
              <a:gd name="connsiteX196" fmla="*/ 3074407 w 11269336"/>
              <a:gd name="connsiteY196" fmla="*/ 2136274 h 2323145"/>
              <a:gd name="connsiteX197" fmla="*/ 3037285 w 11269336"/>
              <a:gd name="connsiteY197" fmla="*/ 2139919 h 2323145"/>
              <a:gd name="connsiteX198" fmla="*/ 3036901 w 11269336"/>
              <a:gd name="connsiteY198" fmla="*/ 2138726 h 2323145"/>
              <a:gd name="connsiteX199" fmla="*/ 3026996 w 11269336"/>
              <a:gd name="connsiteY199" fmla="*/ 2134322 h 2323145"/>
              <a:gd name="connsiteX200" fmla="*/ 3007772 w 11269336"/>
              <a:gd name="connsiteY200" fmla="*/ 2128742 h 2323145"/>
              <a:gd name="connsiteX201" fmla="*/ 2965030 w 11269336"/>
              <a:gd name="connsiteY201" fmla="*/ 2100494 h 2323145"/>
              <a:gd name="connsiteX202" fmla="*/ 2926342 w 11269336"/>
              <a:gd name="connsiteY202" fmla="*/ 2104155 h 2323145"/>
              <a:gd name="connsiteX203" fmla="*/ 2918608 w 11269336"/>
              <a:gd name="connsiteY203" fmla="*/ 2104215 h 2323145"/>
              <a:gd name="connsiteX204" fmla="*/ 2918475 w 11269336"/>
              <a:gd name="connsiteY204" fmla="*/ 2103937 h 2323145"/>
              <a:gd name="connsiteX205" fmla="*/ 2910360 w 11269336"/>
              <a:gd name="connsiteY205" fmla="*/ 2103444 h 2323145"/>
              <a:gd name="connsiteX206" fmla="*/ 2904507 w 11269336"/>
              <a:gd name="connsiteY206" fmla="*/ 2104326 h 2323145"/>
              <a:gd name="connsiteX207" fmla="*/ 2889503 w 11269336"/>
              <a:gd name="connsiteY207" fmla="*/ 2104443 h 2323145"/>
              <a:gd name="connsiteX208" fmla="*/ 2884480 w 11269336"/>
              <a:gd name="connsiteY208" fmla="*/ 2102626 h 2323145"/>
              <a:gd name="connsiteX209" fmla="*/ 2882689 w 11269336"/>
              <a:gd name="connsiteY209" fmla="*/ 2099228 h 2323145"/>
              <a:gd name="connsiteX210" fmla="*/ 2881291 w 11269336"/>
              <a:gd name="connsiteY210" fmla="*/ 2099618 h 2323145"/>
              <a:gd name="connsiteX211" fmla="*/ 2853979 w 11269336"/>
              <a:gd name="connsiteY211" fmla="*/ 2090388 h 2323145"/>
              <a:gd name="connsiteX212" fmla="*/ 2791790 w 11269336"/>
              <a:gd name="connsiteY212" fmla="*/ 2080332 h 2323145"/>
              <a:gd name="connsiteX213" fmla="*/ 2755844 w 11269336"/>
              <a:gd name="connsiteY213" fmla="*/ 2078874 h 2323145"/>
              <a:gd name="connsiteX214" fmla="*/ 2657742 w 11269336"/>
              <a:gd name="connsiteY214" fmla="*/ 2070179 h 2323145"/>
              <a:gd name="connsiteX215" fmla="*/ 2559549 w 11269336"/>
              <a:gd name="connsiteY215" fmla="*/ 2057873 h 2323145"/>
              <a:gd name="connsiteX216" fmla="*/ 2512054 w 11269336"/>
              <a:gd name="connsiteY216" fmla="*/ 2031671 h 2323145"/>
              <a:gd name="connsiteX217" fmla="*/ 2506437 w 11269336"/>
              <a:gd name="connsiteY217" fmla="*/ 2030918 h 2323145"/>
              <a:gd name="connsiteX218" fmla="*/ 2491752 w 11269336"/>
              <a:gd name="connsiteY218" fmla="*/ 2033906 h 2323145"/>
              <a:gd name="connsiteX219" fmla="*/ 2486338 w 11269336"/>
              <a:gd name="connsiteY219" fmla="*/ 2035862 h 2323145"/>
              <a:gd name="connsiteX220" fmla="*/ 2478186 w 11269336"/>
              <a:gd name="connsiteY220" fmla="*/ 2036953 h 2323145"/>
              <a:gd name="connsiteX221" fmla="*/ 2477950 w 11269336"/>
              <a:gd name="connsiteY221" fmla="*/ 2036715 h 2323145"/>
              <a:gd name="connsiteX222" fmla="*/ 2470381 w 11269336"/>
              <a:gd name="connsiteY222" fmla="*/ 2038256 h 2323145"/>
              <a:gd name="connsiteX223" fmla="*/ 2433781 w 11269336"/>
              <a:gd name="connsiteY223" fmla="*/ 2049140 h 2323145"/>
              <a:gd name="connsiteX224" fmla="*/ 2381172 w 11269336"/>
              <a:gd name="connsiteY224" fmla="*/ 2030645 h 2323145"/>
              <a:gd name="connsiteX225" fmla="*/ 2360198 w 11269336"/>
              <a:gd name="connsiteY225" fmla="*/ 2029059 h 2323145"/>
              <a:gd name="connsiteX226" fmla="*/ 2348815 w 11269336"/>
              <a:gd name="connsiteY226" fmla="*/ 2026798 h 2323145"/>
              <a:gd name="connsiteX227" fmla="*/ 2347988 w 11269336"/>
              <a:gd name="connsiteY227" fmla="*/ 2025745 h 2323145"/>
              <a:gd name="connsiteX228" fmla="*/ 2312920 w 11269336"/>
              <a:gd name="connsiteY228" fmla="*/ 2036311 h 2323145"/>
              <a:gd name="connsiteX229" fmla="*/ 2307986 w 11269336"/>
              <a:gd name="connsiteY229" fmla="*/ 2035583 h 2323145"/>
              <a:gd name="connsiteX230" fmla="*/ 2285481 w 11269336"/>
              <a:gd name="connsiteY230" fmla="*/ 2045197 h 2323145"/>
              <a:gd name="connsiteX231" fmla="*/ 2273666 w 11269336"/>
              <a:gd name="connsiteY231" fmla="*/ 2048710 h 2323145"/>
              <a:gd name="connsiteX232" fmla="*/ 2270719 w 11269336"/>
              <a:gd name="connsiteY232" fmla="*/ 2052702 h 2323145"/>
              <a:gd name="connsiteX233" fmla="*/ 2253080 w 11269336"/>
              <a:gd name="connsiteY233" fmla="*/ 2056363 h 2323145"/>
              <a:gd name="connsiteX234" fmla="*/ 2250906 w 11269336"/>
              <a:gd name="connsiteY234" fmla="*/ 2055654 h 2323145"/>
              <a:gd name="connsiteX235" fmla="*/ 2236905 w 11269336"/>
              <a:gd name="connsiteY235" fmla="*/ 2062882 h 2323145"/>
              <a:gd name="connsiteX236" fmla="*/ 2225830 w 11269336"/>
              <a:gd name="connsiteY236" fmla="*/ 2074027 h 2323145"/>
              <a:gd name="connsiteX237" fmla="*/ 2073776 w 11269336"/>
              <a:gd name="connsiteY237" fmla="*/ 2089244 h 2323145"/>
              <a:gd name="connsiteX238" fmla="*/ 1948256 w 11269336"/>
              <a:gd name="connsiteY238" fmla="*/ 2146616 h 2323145"/>
              <a:gd name="connsiteX239" fmla="*/ 1865582 w 11269336"/>
              <a:gd name="connsiteY239" fmla="*/ 2153738 h 2323145"/>
              <a:gd name="connsiteX240" fmla="*/ 1835210 w 11269336"/>
              <a:gd name="connsiteY240" fmla="*/ 2134244 h 2323145"/>
              <a:gd name="connsiteX241" fmla="*/ 1632661 w 11269336"/>
              <a:gd name="connsiteY241" fmla="*/ 2173882 h 2323145"/>
              <a:gd name="connsiteX242" fmla="*/ 1579590 w 11269336"/>
              <a:gd name="connsiteY242" fmla="*/ 2173680 h 2323145"/>
              <a:gd name="connsiteX243" fmla="*/ 1535601 w 11269336"/>
              <a:gd name="connsiteY243" fmla="*/ 2194590 h 2323145"/>
              <a:gd name="connsiteX244" fmla="*/ 1515594 w 11269336"/>
              <a:gd name="connsiteY244" fmla="*/ 2189622 h 2323145"/>
              <a:gd name="connsiteX245" fmla="*/ 1512113 w 11269336"/>
              <a:gd name="connsiteY245" fmla="*/ 2188534 h 2323145"/>
              <a:gd name="connsiteX246" fmla="*/ 1498838 w 11269336"/>
              <a:gd name="connsiteY246" fmla="*/ 2189213 h 2323145"/>
              <a:gd name="connsiteX247" fmla="*/ 1494279 w 11269336"/>
              <a:gd name="connsiteY247" fmla="*/ 2183112 h 2323145"/>
              <a:gd name="connsiteX248" fmla="*/ 1473714 w 11269336"/>
              <a:gd name="connsiteY248" fmla="*/ 2179625 h 2323145"/>
              <a:gd name="connsiteX249" fmla="*/ 1449503 w 11269336"/>
              <a:gd name="connsiteY249" fmla="*/ 2182633 h 2323145"/>
              <a:gd name="connsiteX250" fmla="*/ 1335495 w 11269336"/>
              <a:gd name="connsiteY250" fmla="*/ 2203940 h 2323145"/>
              <a:gd name="connsiteX251" fmla="*/ 1266687 w 11269336"/>
              <a:gd name="connsiteY251" fmla="*/ 2212688 h 2323145"/>
              <a:gd name="connsiteX252" fmla="*/ 1239614 w 11269336"/>
              <a:gd name="connsiteY252" fmla="*/ 2209727 h 2323145"/>
              <a:gd name="connsiteX253" fmla="*/ 1202436 w 11269336"/>
              <a:gd name="connsiteY253" fmla="*/ 2209817 h 2323145"/>
              <a:gd name="connsiteX254" fmla="*/ 1136097 w 11269336"/>
              <a:gd name="connsiteY254" fmla="*/ 2205112 h 2323145"/>
              <a:gd name="connsiteX255" fmla="*/ 1048229 w 11269336"/>
              <a:gd name="connsiteY255" fmla="*/ 2207249 h 2323145"/>
              <a:gd name="connsiteX256" fmla="*/ 988232 w 11269336"/>
              <a:gd name="connsiteY256" fmla="*/ 2235635 h 2323145"/>
              <a:gd name="connsiteX257" fmla="*/ 981959 w 11269336"/>
              <a:gd name="connsiteY257" fmla="*/ 2231607 h 2323145"/>
              <a:gd name="connsiteX258" fmla="*/ 938600 w 11269336"/>
              <a:gd name="connsiteY258" fmla="*/ 2238113 h 2323145"/>
              <a:gd name="connsiteX259" fmla="*/ 791788 w 11269336"/>
              <a:gd name="connsiteY259" fmla="*/ 2293224 h 2323145"/>
              <a:gd name="connsiteX260" fmla="*/ 706914 w 11269336"/>
              <a:gd name="connsiteY260" fmla="*/ 2305046 h 2323145"/>
              <a:gd name="connsiteX261" fmla="*/ 675971 w 11269336"/>
              <a:gd name="connsiteY261" fmla="*/ 2304030 h 2323145"/>
              <a:gd name="connsiteX262" fmla="*/ 624180 w 11269336"/>
              <a:gd name="connsiteY262" fmla="*/ 2302650 h 2323145"/>
              <a:gd name="connsiteX263" fmla="*/ 583453 w 11269336"/>
              <a:gd name="connsiteY263" fmla="*/ 2288788 h 2323145"/>
              <a:gd name="connsiteX264" fmla="*/ 540946 w 11269336"/>
              <a:gd name="connsiteY264" fmla="*/ 2292721 h 2323145"/>
              <a:gd name="connsiteX265" fmla="*/ 533680 w 11269336"/>
              <a:gd name="connsiteY265" fmla="*/ 2310233 h 2323145"/>
              <a:gd name="connsiteX266" fmla="*/ 487366 w 11269336"/>
              <a:gd name="connsiteY266" fmla="*/ 2309053 h 2323145"/>
              <a:gd name="connsiteX267" fmla="*/ 416820 w 11269336"/>
              <a:gd name="connsiteY267" fmla="*/ 2305443 h 2323145"/>
              <a:gd name="connsiteX268" fmla="*/ 376805 w 11269336"/>
              <a:gd name="connsiteY268" fmla="*/ 2307647 h 2323145"/>
              <a:gd name="connsiteX269" fmla="*/ 266777 w 11269336"/>
              <a:gd name="connsiteY269" fmla="*/ 2309012 h 2323145"/>
              <a:gd name="connsiteX270" fmla="*/ 156013 w 11269336"/>
              <a:gd name="connsiteY270" fmla="*/ 2306832 h 2323145"/>
              <a:gd name="connsiteX271" fmla="*/ 87258 w 11269336"/>
              <a:gd name="connsiteY271" fmla="*/ 2285511 h 2323145"/>
              <a:gd name="connsiteX272" fmla="*/ 23798 w 11269336"/>
              <a:gd name="connsiteY272" fmla="*/ 2281822 h 2323145"/>
              <a:gd name="connsiteX273" fmla="*/ 0 w 11269336"/>
              <a:gd name="connsiteY273" fmla="*/ 2285369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837498 w 11269336"/>
              <a:gd name="connsiteY32" fmla="*/ 885664 h 2323145"/>
              <a:gd name="connsiteX33" fmla="*/ 8795998 w 11269336"/>
              <a:gd name="connsiteY33" fmla="*/ 863337 h 2323145"/>
              <a:gd name="connsiteX34" fmla="*/ 8776970 w 11269336"/>
              <a:gd name="connsiteY34" fmla="*/ 885177 h 2323145"/>
              <a:gd name="connsiteX35" fmla="*/ 8755719 w 11269336"/>
              <a:gd name="connsiteY35" fmla="*/ 889754 h 2323145"/>
              <a:gd name="connsiteX36" fmla="*/ 8743257 w 11269336"/>
              <a:gd name="connsiteY36" fmla="*/ 904723 h 2323145"/>
              <a:gd name="connsiteX37" fmla="*/ 8721366 w 11269336"/>
              <a:gd name="connsiteY37" fmla="*/ 904711 h 2323145"/>
              <a:gd name="connsiteX38" fmla="*/ 8678353 w 11269336"/>
              <a:gd name="connsiteY38" fmla="*/ 926318 h 2323145"/>
              <a:gd name="connsiteX39" fmla="*/ 8636849 w 11269336"/>
              <a:gd name="connsiteY39" fmla="*/ 937900 h 2323145"/>
              <a:gd name="connsiteX40" fmla="*/ 8620213 w 11269336"/>
              <a:gd name="connsiteY40" fmla="*/ 943068 h 2323145"/>
              <a:gd name="connsiteX41" fmla="*/ 8612581 w 11269336"/>
              <a:gd name="connsiteY41" fmla="*/ 952695 h 2323145"/>
              <a:gd name="connsiteX42" fmla="*/ 8589038 w 11269336"/>
              <a:gd name="connsiteY42" fmla="*/ 963892 h 2323145"/>
              <a:gd name="connsiteX43" fmla="*/ 8579950 w 11269336"/>
              <a:gd name="connsiteY43" fmla="*/ 960899 h 2323145"/>
              <a:gd name="connsiteX44" fmla="*/ 8579319 w 11269336"/>
              <a:gd name="connsiteY44" fmla="*/ 965630 h 2323145"/>
              <a:gd name="connsiteX45" fmla="*/ 8547429 w 11269336"/>
              <a:gd name="connsiteY45" fmla="*/ 984506 h 2323145"/>
              <a:gd name="connsiteX46" fmla="*/ 8478704 w 11269336"/>
              <a:gd name="connsiteY46" fmla="*/ 1025490 h 2323145"/>
              <a:gd name="connsiteX47" fmla="*/ 8461421 w 11269336"/>
              <a:gd name="connsiteY47" fmla="*/ 1035512 h 2323145"/>
              <a:gd name="connsiteX48" fmla="*/ 8445003 w 11269336"/>
              <a:gd name="connsiteY48" fmla="*/ 1036851 h 2323145"/>
              <a:gd name="connsiteX49" fmla="*/ 8357350 w 11269336"/>
              <a:gd name="connsiteY49" fmla="*/ 1060213 h 2323145"/>
              <a:gd name="connsiteX50" fmla="*/ 8335565 w 11269336"/>
              <a:gd name="connsiteY50" fmla="*/ 1061151 h 2323145"/>
              <a:gd name="connsiteX51" fmla="*/ 8325267 w 11269336"/>
              <a:gd name="connsiteY51" fmla="*/ 1055919 h 2323145"/>
              <a:gd name="connsiteX52" fmla="*/ 8293586 w 11269336"/>
              <a:gd name="connsiteY52" fmla="*/ 1076144 h 2323145"/>
              <a:gd name="connsiteX53" fmla="*/ 8242405 w 11269336"/>
              <a:gd name="connsiteY53" fmla="*/ 1095960 h 2323145"/>
              <a:gd name="connsiteX54" fmla="*/ 8218531 w 11269336"/>
              <a:gd name="connsiteY54" fmla="*/ 1107622 h 2323145"/>
              <a:gd name="connsiteX55" fmla="*/ 8197391 w 11269336"/>
              <a:gd name="connsiteY55" fmla="*/ 1107746 h 2323145"/>
              <a:gd name="connsiteX56" fmla="*/ 8081474 w 11269336"/>
              <a:gd name="connsiteY56" fmla="*/ 1130125 h 2323145"/>
              <a:gd name="connsiteX57" fmla="*/ 8053585 w 11269336"/>
              <a:gd name="connsiteY57" fmla="*/ 1129169 h 2323145"/>
              <a:gd name="connsiteX58" fmla="*/ 8038422 w 11269336"/>
              <a:gd name="connsiteY58" fmla="*/ 1119092 h 2323145"/>
              <a:gd name="connsiteX59" fmla="*/ 8029450 w 11269336"/>
              <a:gd name="connsiteY59" fmla="*/ 1125592 h 2323145"/>
              <a:gd name="connsiteX60" fmla="*/ 7959552 w 11269336"/>
              <a:gd name="connsiteY60" fmla="*/ 1140188 h 2323145"/>
              <a:gd name="connsiteX61" fmla="*/ 7914188 w 11269336"/>
              <a:gd name="connsiteY61" fmla="*/ 1150862 h 2323145"/>
              <a:gd name="connsiteX62" fmla="*/ 7914918 w 11269336"/>
              <a:gd name="connsiteY62" fmla="*/ 1168758 h 2323145"/>
              <a:gd name="connsiteX63" fmla="*/ 7875510 w 11269336"/>
              <a:gd name="connsiteY63" fmla="*/ 1183153 h 2323145"/>
              <a:gd name="connsiteX64" fmla="*/ 7829932 w 11269336"/>
              <a:gd name="connsiteY64" fmla="*/ 1180782 h 2323145"/>
              <a:gd name="connsiteX65" fmla="*/ 7779182 w 11269336"/>
              <a:gd name="connsiteY65" fmla="*/ 1192665 h 2323145"/>
              <a:gd name="connsiteX66" fmla="*/ 7748774 w 11269336"/>
              <a:gd name="connsiteY66" fmla="*/ 1199586 h 2323145"/>
              <a:gd name="connsiteX67" fmla="*/ 7671846 w 11269336"/>
              <a:gd name="connsiteY67" fmla="*/ 1231966 h 2323145"/>
              <a:gd name="connsiteX68" fmla="*/ 7554146 w 11269336"/>
              <a:gd name="connsiteY68" fmla="*/ 1319748 h 2323145"/>
              <a:gd name="connsiteX69" fmla="*/ 7515052 w 11269336"/>
              <a:gd name="connsiteY69" fmla="*/ 1336718 h 2323145"/>
              <a:gd name="connsiteX70" fmla="*/ 7507193 w 11269336"/>
              <a:gd name="connsiteY70" fmla="*/ 1334617 h 2323145"/>
              <a:gd name="connsiteX71" fmla="*/ 7461694 w 11269336"/>
              <a:gd name="connsiteY71" fmla="*/ 1375866 h 2323145"/>
              <a:gd name="connsiteX72" fmla="*/ 7377571 w 11269336"/>
              <a:gd name="connsiteY72" fmla="*/ 1400128 h 2323145"/>
              <a:gd name="connsiteX73" fmla="*/ 7311261 w 11269336"/>
              <a:gd name="connsiteY73" fmla="*/ 1412652 h 2323145"/>
              <a:gd name="connsiteX74" fmla="*/ 7275307 w 11269336"/>
              <a:gd name="connsiteY74" fmla="*/ 1422171 h 2323145"/>
              <a:gd name="connsiteX75" fmla="*/ 7247783 w 11269336"/>
              <a:gd name="connsiteY75" fmla="*/ 1426330 h 2323145"/>
              <a:gd name="connsiteX76" fmla="*/ 7185047 w 11269336"/>
              <a:gd name="connsiteY76" fmla="*/ 1451812 h 2323145"/>
              <a:gd name="connsiteX77" fmla="*/ 7084117 w 11269336"/>
              <a:gd name="connsiteY77" fmla="*/ 1500281 h 2323145"/>
              <a:gd name="connsiteX78" fmla="*/ 7062011 w 11269336"/>
              <a:gd name="connsiteY78" fmla="*/ 1509183 h 2323145"/>
              <a:gd name="connsiteX79" fmla="*/ 7040555 w 11269336"/>
              <a:gd name="connsiteY79" fmla="*/ 1511207 h 2323145"/>
              <a:gd name="connsiteX80" fmla="*/ 7033438 w 11269336"/>
              <a:gd name="connsiteY80" fmla="*/ 1506772 h 2323145"/>
              <a:gd name="connsiteX81" fmla="*/ 7020886 w 11269336"/>
              <a:gd name="connsiteY81" fmla="*/ 1510764 h 2323145"/>
              <a:gd name="connsiteX82" fmla="*/ 7017033 w 11269336"/>
              <a:gd name="connsiteY82" fmla="*/ 1510650 h 2323145"/>
              <a:gd name="connsiteX83" fmla="*/ 6995460 w 11269336"/>
              <a:gd name="connsiteY83" fmla="*/ 1511173 h 2323145"/>
              <a:gd name="connsiteX84" fmla="*/ 6962144 w 11269336"/>
              <a:gd name="connsiteY84" fmla="*/ 1541508 h 2323145"/>
              <a:gd name="connsiteX85" fmla="*/ 6910674 w 11269336"/>
              <a:gd name="connsiteY85" fmla="*/ 1554793 h 2323145"/>
              <a:gd name="connsiteX86" fmla="*/ 6732152 w 11269336"/>
              <a:gd name="connsiteY86" fmla="*/ 1642538 h 2323145"/>
              <a:gd name="connsiteX87" fmla="*/ 6694106 w 11269336"/>
              <a:gd name="connsiteY87" fmla="*/ 1632377 h 2323145"/>
              <a:gd name="connsiteX88" fmla="*/ 6617223 w 11269336"/>
              <a:gd name="connsiteY88" fmla="*/ 1659889 h 2323145"/>
              <a:gd name="connsiteX89" fmla="*/ 6521138 w 11269336"/>
              <a:gd name="connsiteY89" fmla="*/ 1744340 h 2323145"/>
              <a:gd name="connsiteX90" fmla="*/ 6380677 w 11269336"/>
              <a:gd name="connsiteY90" fmla="*/ 1796883 h 2323145"/>
              <a:gd name="connsiteX91" fmla="*/ 6374897 w 11269336"/>
              <a:gd name="connsiteY91" fmla="*/ 1809910 h 2323145"/>
              <a:gd name="connsiteX92" fmla="*/ 6364545 w 11269336"/>
              <a:gd name="connsiteY92" fmla="*/ 1820090 h 2323145"/>
              <a:gd name="connsiteX93" fmla="*/ 6362126 w 11269336"/>
              <a:gd name="connsiteY93" fmla="*/ 1819991 h 2323145"/>
              <a:gd name="connsiteX94" fmla="*/ 6346673 w 11269336"/>
              <a:gd name="connsiteY94" fmla="*/ 1827824 h 2323145"/>
              <a:gd name="connsiteX95" fmla="*/ 6345588 w 11269336"/>
              <a:gd name="connsiteY95" fmla="*/ 1832232 h 2323145"/>
              <a:gd name="connsiteX96" fmla="*/ 6335708 w 11269336"/>
              <a:gd name="connsiteY96" fmla="*/ 1838451 h 2323145"/>
              <a:gd name="connsiteX97" fmla="*/ 6318182 w 11269336"/>
              <a:gd name="connsiteY97" fmla="*/ 1852975 h 2323145"/>
              <a:gd name="connsiteX98" fmla="*/ 6313084 w 11269336"/>
              <a:gd name="connsiteY98" fmla="*/ 1853561 h 2323145"/>
              <a:gd name="connsiteX99" fmla="*/ 6283816 w 11269336"/>
              <a:gd name="connsiteY99" fmla="*/ 1872148 h 2323145"/>
              <a:gd name="connsiteX100" fmla="*/ 6282550 w 11269336"/>
              <a:gd name="connsiteY100" fmla="*/ 1871392 h 2323145"/>
              <a:gd name="connsiteX101" fmla="*/ 6270527 w 11269336"/>
              <a:gd name="connsiteY101" fmla="*/ 1872208 h 2323145"/>
              <a:gd name="connsiteX102" fmla="*/ 6249518 w 11269336"/>
              <a:gd name="connsiteY102" fmla="*/ 1876079 h 2323145"/>
              <a:gd name="connsiteX103" fmla="*/ 6190386 w 11269336"/>
              <a:gd name="connsiteY103" fmla="*/ 1872478 h 2323145"/>
              <a:gd name="connsiteX104" fmla="*/ 6159777 w 11269336"/>
              <a:gd name="connsiteY104" fmla="*/ 1891745 h 2323145"/>
              <a:gd name="connsiteX105" fmla="*/ 6153131 w 11269336"/>
              <a:gd name="connsiteY105" fmla="*/ 1895079 h 2323145"/>
              <a:gd name="connsiteX106" fmla="*/ 6152798 w 11269336"/>
              <a:gd name="connsiteY106" fmla="*/ 1894920 h 2323145"/>
              <a:gd name="connsiteX107" fmla="*/ 6145388 w 11269336"/>
              <a:gd name="connsiteY107" fmla="*/ 1897990 h 2323145"/>
              <a:gd name="connsiteX108" fmla="*/ 6141014 w 11269336"/>
              <a:gd name="connsiteY108" fmla="*/ 1901155 h 2323145"/>
              <a:gd name="connsiteX109" fmla="*/ 6128122 w 11269336"/>
              <a:gd name="connsiteY109" fmla="*/ 1907623 h 2323145"/>
              <a:gd name="connsiteX110" fmla="*/ 6122351 w 11269336"/>
              <a:gd name="connsiteY110" fmla="*/ 1908359 h 2323145"/>
              <a:gd name="connsiteX111" fmla="*/ 6064750 w 11269336"/>
              <a:gd name="connsiteY111" fmla="*/ 1896394 h 2323145"/>
              <a:gd name="connsiteX112" fmla="*/ 5964230 w 11269336"/>
              <a:gd name="connsiteY112" fmla="*/ 1910038 h 2323145"/>
              <a:gd name="connsiteX113" fmla="*/ 5865399 w 11269336"/>
              <a:gd name="connsiteY113" fmla="*/ 1926966 h 2323145"/>
              <a:gd name="connsiteX114" fmla="*/ 5829951 w 11269336"/>
              <a:gd name="connsiteY114" fmla="*/ 1934755 h 2323145"/>
              <a:gd name="connsiteX115" fmla="*/ 5765285 w 11269336"/>
              <a:gd name="connsiteY115" fmla="*/ 1941322 h 2323145"/>
              <a:gd name="connsiteX116" fmla="*/ 5734750 w 11269336"/>
              <a:gd name="connsiteY116" fmla="*/ 1939793 h 2323145"/>
              <a:gd name="connsiteX117" fmla="*/ 5733569 w 11269336"/>
              <a:gd name="connsiteY117" fmla="*/ 1940505 h 2323145"/>
              <a:gd name="connsiteX118" fmla="*/ 5730329 w 11269336"/>
              <a:gd name="connsiteY118" fmla="*/ 1937845 h 2323145"/>
              <a:gd name="connsiteX119" fmla="*/ 5724661 w 11269336"/>
              <a:gd name="connsiteY119" fmla="*/ 1937455 h 2323145"/>
              <a:gd name="connsiteX120" fmla="*/ 5710186 w 11269336"/>
              <a:gd name="connsiteY120" fmla="*/ 1941370 h 2323145"/>
              <a:gd name="connsiteX121" fmla="*/ 5704910 w 11269336"/>
              <a:gd name="connsiteY121" fmla="*/ 1943663 h 2323145"/>
              <a:gd name="connsiteX122" fmla="*/ 5696836 w 11269336"/>
              <a:gd name="connsiteY122" fmla="*/ 1945271 h 2323145"/>
              <a:gd name="connsiteX123" fmla="*/ 5696583 w 11269336"/>
              <a:gd name="connsiteY123" fmla="*/ 1945050 h 2323145"/>
              <a:gd name="connsiteX124" fmla="*/ 5689123 w 11269336"/>
              <a:gd name="connsiteY124" fmla="*/ 1947067 h 2323145"/>
              <a:gd name="connsiteX125" fmla="*/ 5653291 w 11269336"/>
              <a:gd name="connsiteY125" fmla="*/ 1960245 h 2323145"/>
              <a:gd name="connsiteX126" fmla="*/ 5599385 w 11269336"/>
              <a:gd name="connsiteY126" fmla="*/ 1945198 h 2323145"/>
              <a:gd name="connsiteX127" fmla="*/ 5578300 w 11269336"/>
              <a:gd name="connsiteY127" fmla="*/ 1944963 h 2323145"/>
              <a:gd name="connsiteX128" fmla="*/ 5566758 w 11269336"/>
              <a:gd name="connsiteY128" fmla="*/ 1943441 h 2323145"/>
              <a:gd name="connsiteX129" fmla="*/ 5565857 w 11269336"/>
              <a:gd name="connsiteY129" fmla="*/ 1942445 h 2323145"/>
              <a:gd name="connsiteX130" fmla="*/ 5531534 w 11269336"/>
              <a:gd name="connsiteY130" fmla="*/ 1955208 h 2323145"/>
              <a:gd name="connsiteX131" fmla="*/ 5526552 w 11269336"/>
              <a:gd name="connsiteY131" fmla="*/ 1954799 h 2323145"/>
              <a:gd name="connsiteX132" fmla="*/ 5504723 w 11269336"/>
              <a:gd name="connsiteY132" fmla="*/ 1965811 h 2323145"/>
              <a:gd name="connsiteX133" fmla="*/ 5493156 w 11269336"/>
              <a:gd name="connsiteY133" fmla="*/ 1970063 h 2323145"/>
              <a:gd name="connsiteX134" fmla="*/ 5490486 w 11269336"/>
              <a:gd name="connsiteY134" fmla="*/ 1974227 h 2323145"/>
              <a:gd name="connsiteX135" fmla="*/ 5473107 w 11269336"/>
              <a:gd name="connsiteY135" fmla="*/ 1979001 h 2323145"/>
              <a:gd name="connsiteX136" fmla="*/ 5470885 w 11269336"/>
              <a:gd name="connsiteY136" fmla="*/ 1978432 h 2323145"/>
              <a:gd name="connsiteX137" fmla="*/ 5457393 w 11269336"/>
              <a:gd name="connsiteY137" fmla="*/ 1986525 h 2323145"/>
              <a:gd name="connsiteX138" fmla="*/ 5447102 w 11269336"/>
              <a:gd name="connsiteY138" fmla="*/ 1998329 h 2323145"/>
              <a:gd name="connsiteX139" fmla="*/ 5296127 w 11269336"/>
              <a:gd name="connsiteY139" fmla="*/ 2023208 h 2323145"/>
              <a:gd name="connsiteX140" fmla="*/ 5092476 w 11269336"/>
              <a:gd name="connsiteY140" fmla="*/ 2100737 h 2323145"/>
              <a:gd name="connsiteX141" fmla="*/ 5060738 w 11269336"/>
              <a:gd name="connsiteY141" fmla="*/ 2083274 h 2323145"/>
              <a:gd name="connsiteX142" fmla="*/ 4860988 w 11269336"/>
              <a:gd name="connsiteY142" fmla="*/ 2135698 h 2323145"/>
              <a:gd name="connsiteX143" fmla="*/ 4807902 w 11269336"/>
              <a:gd name="connsiteY143" fmla="*/ 2138894 h 2323145"/>
              <a:gd name="connsiteX144" fmla="*/ 4765388 w 11269336"/>
              <a:gd name="connsiteY144" fmla="*/ 2162525 h 2323145"/>
              <a:gd name="connsiteX145" fmla="*/ 4745033 w 11269336"/>
              <a:gd name="connsiteY145" fmla="*/ 2158859 h 2323145"/>
              <a:gd name="connsiteX146" fmla="*/ 4741475 w 11269336"/>
              <a:gd name="connsiteY146" fmla="*/ 2157998 h 2323145"/>
              <a:gd name="connsiteX147" fmla="*/ 4728247 w 11269336"/>
              <a:gd name="connsiteY147" fmla="*/ 2159526 h 2323145"/>
              <a:gd name="connsiteX148" fmla="*/ 4723263 w 11269336"/>
              <a:gd name="connsiteY148" fmla="*/ 2153742 h 2323145"/>
              <a:gd name="connsiteX149" fmla="*/ 4702453 w 11269336"/>
              <a:gd name="connsiteY149" fmla="*/ 2151586 h 2323145"/>
              <a:gd name="connsiteX150" fmla="*/ 4678455 w 11269336"/>
              <a:gd name="connsiteY150" fmla="*/ 2156131 h 2323145"/>
              <a:gd name="connsiteX151" fmla="*/ 4593061 w 11269336"/>
              <a:gd name="connsiteY151" fmla="*/ 2171597 h 2323145"/>
              <a:gd name="connsiteX152" fmla="*/ 4579902 w 11269336"/>
              <a:gd name="connsiteY152" fmla="*/ 2177927 h 2323145"/>
              <a:gd name="connsiteX153" fmla="*/ 4533444 w 11269336"/>
              <a:gd name="connsiteY153" fmla="*/ 2181200 h 2323145"/>
              <a:gd name="connsiteX154" fmla="*/ 4492832 w 11269336"/>
              <a:gd name="connsiteY154" fmla="*/ 2188033 h 2323145"/>
              <a:gd name="connsiteX155" fmla="*/ 4467257 w 11269336"/>
              <a:gd name="connsiteY155" fmla="*/ 2196121 h 2323145"/>
              <a:gd name="connsiteX156" fmla="*/ 4459937 w 11269336"/>
              <a:gd name="connsiteY156" fmla="*/ 2195182 h 2323145"/>
              <a:gd name="connsiteX157" fmla="*/ 4433312 w 11269336"/>
              <a:gd name="connsiteY157" fmla="*/ 2199004 h 2323145"/>
              <a:gd name="connsiteX158" fmla="*/ 4420601 w 11269336"/>
              <a:gd name="connsiteY158" fmla="*/ 2205158 h 2323145"/>
              <a:gd name="connsiteX159" fmla="*/ 4405765 w 11269336"/>
              <a:gd name="connsiteY159" fmla="*/ 2199902 h 2323145"/>
              <a:gd name="connsiteX160" fmla="*/ 4401354 w 11269336"/>
              <a:gd name="connsiteY160" fmla="*/ 2194745 h 2323145"/>
              <a:gd name="connsiteX161" fmla="*/ 4383151 w 11269336"/>
              <a:gd name="connsiteY161" fmla="*/ 2201140 h 2323145"/>
              <a:gd name="connsiteX162" fmla="*/ 4366646 w 11269336"/>
              <a:gd name="connsiteY162" fmla="*/ 2198564 h 2323145"/>
              <a:gd name="connsiteX163" fmla="*/ 4354009 w 11269336"/>
              <a:gd name="connsiteY163" fmla="*/ 2204984 h 2323145"/>
              <a:gd name="connsiteX164" fmla="*/ 4348284 w 11269336"/>
              <a:gd name="connsiteY164" fmla="*/ 2205270 h 2323145"/>
              <a:gd name="connsiteX165" fmla="*/ 4333906 w 11269336"/>
              <a:gd name="connsiteY165" fmla="*/ 2205251 h 2323145"/>
              <a:gd name="connsiteX166" fmla="*/ 4308819 w 11269336"/>
              <a:gd name="connsiteY166" fmla="*/ 2203822 h 2323145"/>
              <a:gd name="connsiteX167" fmla="*/ 4301210 w 11269336"/>
              <a:gd name="connsiteY167" fmla="*/ 2204456 h 2323145"/>
              <a:gd name="connsiteX168" fmla="*/ 4283095 w 11269336"/>
              <a:gd name="connsiteY168" fmla="*/ 2198177 h 2323145"/>
              <a:gd name="connsiteX169" fmla="*/ 4250119 w 11269336"/>
              <a:gd name="connsiteY169" fmla="*/ 2196342 h 2323145"/>
              <a:gd name="connsiteX170" fmla="*/ 4189203 w 11269336"/>
              <a:gd name="connsiteY170" fmla="*/ 2178994 h 2323145"/>
              <a:gd name="connsiteX171" fmla="*/ 4154035 w 11269336"/>
              <a:gd name="connsiteY171" fmla="*/ 2171950 h 2323145"/>
              <a:gd name="connsiteX172" fmla="*/ 4129569 w 11269336"/>
              <a:gd name="connsiteY172" fmla="*/ 2163850 h 2323145"/>
              <a:gd name="connsiteX173" fmla="*/ 4061250 w 11269336"/>
              <a:gd name="connsiteY173" fmla="*/ 2159236 h 2323145"/>
              <a:gd name="connsiteX174" fmla="*/ 3945480 w 11269336"/>
              <a:gd name="connsiteY174" fmla="*/ 2158279 h 2323145"/>
              <a:gd name="connsiteX175" fmla="*/ 3921468 w 11269336"/>
              <a:gd name="connsiteY175" fmla="*/ 2156588 h 2323145"/>
              <a:gd name="connsiteX176" fmla="*/ 3903348 w 11269336"/>
              <a:gd name="connsiteY176" fmla="*/ 2149220 h 2323145"/>
              <a:gd name="connsiteX177" fmla="*/ 3901342 w 11269336"/>
              <a:gd name="connsiteY177" fmla="*/ 2142355 h 2323145"/>
              <a:gd name="connsiteX178" fmla="*/ 3888539 w 11269336"/>
              <a:gd name="connsiteY178" fmla="*/ 2140476 h 2323145"/>
              <a:gd name="connsiteX179" fmla="*/ 3885662 w 11269336"/>
              <a:gd name="connsiteY179" fmla="*/ 2138740 h 2323145"/>
              <a:gd name="connsiteX180" fmla="*/ 3868627 w 11269336"/>
              <a:gd name="connsiteY180" fmla="*/ 2130023 h 2323145"/>
              <a:gd name="connsiteX181" fmla="*/ 3819177 w 11269336"/>
              <a:gd name="connsiteY181" fmla="*/ 2142111 h 2323145"/>
              <a:gd name="connsiteX182" fmla="*/ 3769100 w 11269336"/>
              <a:gd name="connsiteY182" fmla="*/ 2131731 h 2323145"/>
              <a:gd name="connsiteX183" fmla="*/ 3562752 w 11269336"/>
              <a:gd name="connsiteY183" fmla="*/ 2131785 h 2323145"/>
              <a:gd name="connsiteX184" fmla="*/ 3541402 w 11269336"/>
              <a:gd name="connsiteY184" fmla="*/ 2106821 h 2323145"/>
              <a:gd name="connsiteX185" fmla="*/ 3460591 w 11269336"/>
              <a:gd name="connsiteY185" fmla="*/ 2097951 h 2323145"/>
              <a:gd name="connsiteX186" fmla="*/ 3320348 w 11269336"/>
              <a:gd name="connsiteY186" fmla="*/ 2130191 h 2323145"/>
              <a:gd name="connsiteX187" fmla="*/ 3170922 w 11269336"/>
              <a:gd name="connsiteY187" fmla="*/ 2115957 h 2323145"/>
              <a:gd name="connsiteX188" fmla="*/ 3156256 w 11269336"/>
              <a:gd name="connsiteY188" fmla="*/ 2124773 h 2323145"/>
              <a:gd name="connsiteX189" fmla="*/ 3140298 w 11269336"/>
              <a:gd name="connsiteY189" fmla="*/ 2129182 h 2323145"/>
              <a:gd name="connsiteX190" fmla="*/ 3138514 w 11269336"/>
              <a:gd name="connsiteY190" fmla="*/ 2128069 h 2323145"/>
              <a:gd name="connsiteX191" fmla="*/ 3120467 w 11269336"/>
              <a:gd name="connsiteY191" fmla="*/ 2128281 h 2323145"/>
              <a:gd name="connsiteX192" fmla="*/ 3116175 w 11269336"/>
              <a:gd name="connsiteY192" fmla="*/ 2131633 h 2323145"/>
              <a:gd name="connsiteX193" fmla="*/ 3103685 w 11269336"/>
              <a:gd name="connsiteY193" fmla="*/ 2132814 h 2323145"/>
              <a:gd name="connsiteX194" fmla="*/ 3078794 w 11269336"/>
              <a:gd name="connsiteY194" fmla="*/ 2137935 h 2323145"/>
              <a:gd name="connsiteX195" fmla="*/ 3074407 w 11269336"/>
              <a:gd name="connsiteY195" fmla="*/ 2136274 h 2323145"/>
              <a:gd name="connsiteX196" fmla="*/ 3037285 w 11269336"/>
              <a:gd name="connsiteY196" fmla="*/ 2139919 h 2323145"/>
              <a:gd name="connsiteX197" fmla="*/ 3036901 w 11269336"/>
              <a:gd name="connsiteY197" fmla="*/ 2138726 h 2323145"/>
              <a:gd name="connsiteX198" fmla="*/ 3026996 w 11269336"/>
              <a:gd name="connsiteY198" fmla="*/ 2134322 h 2323145"/>
              <a:gd name="connsiteX199" fmla="*/ 3007772 w 11269336"/>
              <a:gd name="connsiteY199" fmla="*/ 2128742 h 2323145"/>
              <a:gd name="connsiteX200" fmla="*/ 2965030 w 11269336"/>
              <a:gd name="connsiteY200" fmla="*/ 2100494 h 2323145"/>
              <a:gd name="connsiteX201" fmla="*/ 2926342 w 11269336"/>
              <a:gd name="connsiteY201" fmla="*/ 2104155 h 2323145"/>
              <a:gd name="connsiteX202" fmla="*/ 2918608 w 11269336"/>
              <a:gd name="connsiteY202" fmla="*/ 2104215 h 2323145"/>
              <a:gd name="connsiteX203" fmla="*/ 2918475 w 11269336"/>
              <a:gd name="connsiteY203" fmla="*/ 2103937 h 2323145"/>
              <a:gd name="connsiteX204" fmla="*/ 2910360 w 11269336"/>
              <a:gd name="connsiteY204" fmla="*/ 2103444 h 2323145"/>
              <a:gd name="connsiteX205" fmla="*/ 2904507 w 11269336"/>
              <a:gd name="connsiteY205" fmla="*/ 2104326 h 2323145"/>
              <a:gd name="connsiteX206" fmla="*/ 2889503 w 11269336"/>
              <a:gd name="connsiteY206" fmla="*/ 2104443 h 2323145"/>
              <a:gd name="connsiteX207" fmla="*/ 2884480 w 11269336"/>
              <a:gd name="connsiteY207" fmla="*/ 2102626 h 2323145"/>
              <a:gd name="connsiteX208" fmla="*/ 2882689 w 11269336"/>
              <a:gd name="connsiteY208" fmla="*/ 2099228 h 2323145"/>
              <a:gd name="connsiteX209" fmla="*/ 2881291 w 11269336"/>
              <a:gd name="connsiteY209" fmla="*/ 2099618 h 2323145"/>
              <a:gd name="connsiteX210" fmla="*/ 2853979 w 11269336"/>
              <a:gd name="connsiteY210" fmla="*/ 2090388 h 2323145"/>
              <a:gd name="connsiteX211" fmla="*/ 2791790 w 11269336"/>
              <a:gd name="connsiteY211" fmla="*/ 2080332 h 2323145"/>
              <a:gd name="connsiteX212" fmla="*/ 2755844 w 11269336"/>
              <a:gd name="connsiteY212" fmla="*/ 2078874 h 2323145"/>
              <a:gd name="connsiteX213" fmla="*/ 2657742 w 11269336"/>
              <a:gd name="connsiteY213" fmla="*/ 2070179 h 2323145"/>
              <a:gd name="connsiteX214" fmla="*/ 2559549 w 11269336"/>
              <a:gd name="connsiteY214" fmla="*/ 2057873 h 2323145"/>
              <a:gd name="connsiteX215" fmla="*/ 2512054 w 11269336"/>
              <a:gd name="connsiteY215" fmla="*/ 2031671 h 2323145"/>
              <a:gd name="connsiteX216" fmla="*/ 2506437 w 11269336"/>
              <a:gd name="connsiteY216" fmla="*/ 2030918 h 2323145"/>
              <a:gd name="connsiteX217" fmla="*/ 2491752 w 11269336"/>
              <a:gd name="connsiteY217" fmla="*/ 2033906 h 2323145"/>
              <a:gd name="connsiteX218" fmla="*/ 2486338 w 11269336"/>
              <a:gd name="connsiteY218" fmla="*/ 2035862 h 2323145"/>
              <a:gd name="connsiteX219" fmla="*/ 2478186 w 11269336"/>
              <a:gd name="connsiteY219" fmla="*/ 2036953 h 2323145"/>
              <a:gd name="connsiteX220" fmla="*/ 2477950 w 11269336"/>
              <a:gd name="connsiteY220" fmla="*/ 2036715 h 2323145"/>
              <a:gd name="connsiteX221" fmla="*/ 2470381 w 11269336"/>
              <a:gd name="connsiteY221" fmla="*/ 2038256 h 2323145"/>
              <a:gd name="connsiteX222" fmla="*/ 2433781 w 11269336"/>
              <a:gd name="connsiteY222" fmla="*/ 2049140 h 2323145"/>
              <a:gd name="connsiteX223" fmla="*/ 2381172 w 11269336"/>
              <a:gd name="connsiteY223" fmla="*/ 2030645 h 2323145"/>
              <a:gd name="connsiteX224" fmla="*/ 2360198 w 11269336"/>
              <a:gd name="connsiteY224" fmla="*/ 2029059 h 2323145"/>
              <a:gd name="connsiteX225" fmla="*/ 2348815 w 11269336"/>
              <a:gd name="connsiteY225" fmla="*/ 2026798 h 2323145"/>
              <a:gd name="connsiteX226" fmla="*/ 2347988 w 11269336"/>
              <a:gd name="connsiteY226" fmla="*/ 2025745 h 2323145"/>
              <a:gd name="connsiteX227" fmla="*/ 2312920 w 11269336"/>
              <a:gd name="connsiteY227" fmla="*/ 2036311 h 2323145"/>
              <a:gd name="connsiteX228" fmla="*/ 2307986 w 11269336"/>
              <a:gd name="connsiteY228" fmla="*/ 2035583 h 2323145"/>
              <a:gd name="connsiteX229" fmla="*/ 2285481 w 11269336"/>
              <a:gd name="connsiteY229" fmla="*/ 2045197 h 2323145"/>
              <a:gd name="connsiteX230" fmla="*/ 2273666 w 11269336"/>
              <a:gd name="connsiteY230" fmla="*/ 2048710 h 2323145"/>
              <a:gd name="connsiteX231" fmla="*/ 2270719 w 11269336"/>
              <a:gd name="connsiteY231" fmla="*/ 2052702 h 2323145"/>
              <a:gd name="connsiteX232" fmla="*/ 2253080 w 11269336"/>
              <a:gd name="connsiteY232" fmla="*/ 2056363 h 2323145"/>
              <a:gd name="connsiteX233" fmla="*/ 2250906 w 11269336"/>
              <a:gd name="connsiteY233" fmla="*/ 2055654 h 2323145"/>
              <a:gd name="connsiteX234" fmla="*/ 2236905 w 11269336"/>
              <a:gd name="connsiteY234" fmla="*/ 2062882 h 2323145"/>
              <a:gd name="connsiteX235" fmla="*/ 2225830 w 11269336"/>
              <a:gd name="connsiteY235" fmla="*/ 2074027 h 2323145"/>
              <a:gd name="connsiteX236" fmla="*/ 2073776 w 11269336"/>
              <a:gd name="connsiteY236" fmla="*/ 2089244 h 2323145"/>
              <a:gd name="connsiteX237" fmla="*/ 1948256 w 11269336"/>
              <a:gd name="connsiteY237" fmla="*/ 2146616 h 2323145"/>
              <a:gd name="connsiteX238" fmla="*/ 1865582 w 11269336"/>
              <a:gd name="connsiteY238" fmla="*/ 2153738 h 2323145"/>
              <a:gd name="connsiteX239" fmla="*/ 1835210 w 11269336"/>
              <a:gd name="connsiteY239" fmla="*/ 2134244 h 2323145"/>
              <a:gd name="connsiteX240" fmla="*/ 1632661 w 11269336"/>
              <a:gd name="connsiteY240" fmla="*/ 2173882 h 2323145"/>
              <a:gd name="connsiteX241" fmla="*/ 1579590 w 11269336"/>
              <a:gd name="connsiteY241" fmla="*/ 2173680 h 2323145"/>
              <a:gd name="connsiteX242" fmla="*/ 1535601 w 11269336"/>
              <a:gd name="connsiteY242" fmla="*/ 2194590 h 2323145"/>
              <a:gd name="connsiteX243" fmla="*/ 1515594 w 11269336"/>
              <a:gd name="connsiteY243" fmla="*/ 2189622 h 2323145"/>
              <a:gd name="connsiteX244" fmla="*/ 1512113 w 11269336"/>
              <a:gd name="connsiteY244" fmla="*/ 2188534 h 2323145"/>
              <a:gd name="connsiteX245" fmla="*/ 1498838 w 11269336"/>
              <a:gd name="connsiteY245" fmla="*/ 2189213 h 2323145"/>
              <a:gd name="connsiteX246" fmla="*/ 1494279 w 11269336"/>
              <a:gd name="connsiteY246" fmla="*/ 2183112 h 2323145"/>
              <a:gd name="connsiteX247" fmla="*/ 1473714 w 11269336"/>
              <a:gd name="connsiteY247" fmla="*/ 2179625 h 2323145"/>
              <a:gd name="connsiteX248" fmla="*/ 1449503 w 11269336"/>
              <a:gd name="connsiteY248" fmla="*/ 2182633 h 2323145"/>
              <a:gd name="connsiteX249" fmla="*/ 1335495 w 11269336"/>
              <a:gd name="connsiteY249" fmla="*/ 2203940 h 2323145"/>
              <a:gd name="connsiteX250" fmla="*/ 1266687 w 11269336"/>
              <a:gd name="connsiteY250" fmla="*/ 2212688 h 2323145"/>
              <a:gd name="connsiteX251" fmla="*/ 1239614 w 11269336"/>
              <a:gd name="connsiteY251" fmla="*/ 2209727 h 2323145"/>
              <a:gd name="connsiteX252" fmla="*/ 1202436 w 11269336"/>
              <a:gd name="connsiteY252" fmla="*/ 2209817 h 2323145"/>
              <a:gd name="connsiteX253" fmla="*/ 1136097 w 11269336"/>
              <a:gd name="connsiteY253" fmla="*/ 2205112 h 2323145"/>
              <a:gd name="connsiteX254" fmla="*/ 1048229 w 11269336"/>
              <a:gd name="connsiteY254" fmla="*/ 2207249 h 2323145"/>
              <a:gd name="connsiteX255" fmla="*/ 988232 w 11269336"/>
              <a:gd name="connsiteY255" fmla="*/ 2235635 h 2323145"/>
              <a:gd name="connsiteX256" fmla="*/ 981959 w 11269336"/>
              <a:gd name="connsiteY256" fmla="*/ 2231607 h 2323145"/>
              <a:gd name="connsiteX257" fmla="*/ 938600 w 11269336"/>
              <a:gd name="connsiteY257" fmla="*/ 2238113 h 2323145"/>
              <a:gd name="connsiteX258" fmla="*/ 791788 w 11269336"/>
              <a:gd name="connsiteY258" fmla="*/ 2293224 h 2323145"/>
              <a:gd name="connsiteX259" fmla="*/ 706914 w 11269336"/>
              <a:gd name="connsiteY259" fmla="*/ 2305046 h 2323145"/>
              <a:gd name="connsiteX260" fmla="*/ 675971 w 11269336"/>
              <a:gd name="connsiteY260" fmla="*/ 2304030 h 2323145"/>
              <a:gd name="connsiteX261" fmla="*/ 624180 w 11269336"/>
              <a:gd name="connsiteY261" fmla="*/ 2302650 h 2323145"/>
              <a:gd name="connsiteX262" fmla="*/ 583453 w 11269336"/>
              <a:gd name="connsiteY262" fmla="*/ 2288788 h 2323145"/>
              <a:gd name="connsiteX263" fmla="*/ 540946 w 11269336"/>
              <a:gd name="connsiteY263" fmla="*/ 2292721 h 2323145"/>
              <a:gd name="connsiteX264" fmla="*/ 533680 w 11269336"/>
              <a:gd name="connsiteY264" fmla="*/ 2310233 h 2323145"/>
              <a:gd name="connsiteX265" fmla="*/ 487366 w 11269336"/>
              <a:gd name="connsiteY265" fmla="*/ 2309053 h 2323145"/>
              <a:gd name="connsiteX266" fmla="*/ 416820 w 11269336"/>
              <a:gd name="connsiteY266" fmla="*/ 2305443 h 2323145"/>
              <a:gd name="connsiteX267" fmla="*/ 376805 w 11269336"/>
              <a:gd name="connsiteY267" fmla="*/ 2307647 h 2323145"/>
              <a:gd name="connsiteX268" fmla="*/ 266777 w 11269336"/>
              <a:gd name="connsiteY268" fmla="*/ 2309012 h 2323145"/>
              <a:gd name="connsiteX269" fmla="*/ 156013 w 11269336"/>
              <a:gd name="connsiteY269" fmla="*/ 2306832 h 2323145"/>
              <a:gd name="connsiteX270" fmla="*/ 87258 w 11269336"/>
              <a:gd name="connsiteY270" fmla="*/ 2285511 h 2323145"/>
              <a:gd name="connsiteX271" fmla="*/ 23798 w 11269336"/>
              <a:gd name="connsiteY271" fmla="*/ 2281822 h 2323145"/>
              <a:gd name="connsiteX272" fmla="*/ 0 w 11269336"/>
              <a:gd name="connsiteY272" fmla="*/ 2285369 h 2323145"/>
              <a:gd name="connsiteX273" fmla="*/ 0 w 11269336"/>
              <a:gd name="connsiteY273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837498 w 11269336"/>
              <a:gd name="connsiteY32" fmla="*/ 885664 h 2323145"/>
              <a:gd name="connsiteX33" fmla="*/ 8795998 w 11269336"/>
              <a:gd name="connsiteY33" fmla="*/ 863337 h 2323145"/>
              <a:gd name="connsiteX34" fmla="*/ 8776970 w 11269336"/>
              <a:gd name="connsiteY34" fmla="*/ 885177 h 2323145"/>
              <a:gd name="connsiteX35" fmla="*/ 8755719 w 11269336"/>
              <a:gd name="connsiteY35" fmla="*/ 889754 h 2323145"/>
              <a:gd name="connsiteX36" fmla="*/ 8743257 w 11269336"/>
              <a:gd name="connsiteY36" fmla="*/ 904723 h 2323145"/>
              <a:gd name="connsiteX37" fmla="*/ 8721366 w 11269336"/>
              <a:gd name="connsiteY37" fmla="*/ 904711 h 2323145"/>
              <a:gd name="connsiteX38" fmla="*/ 8678353 w 11269336"/>
              <a:gd name="connsiteY38" fmla="*/ 926318 h 2323145"/>
              <a:gd name="connsiteX39" fmla="*/ 8636849 w 11269336"/>
              <a:gd name="connsiteY39" fmla="*/ 937900 h 2323145"/>
              <a:gd name="connsiteX40" fmla="*/ 8620213 w 11269336"/>
              <a:gd name="connsiteY40" fmla="*/ 943068 h 2323145"/>
              <a:gd name="connsiteX41" fmla="*/ 8612581 w 11269336"/>
              <a:gd name="connsiteY41" fmla="*/ 952695 h 2323145"/>
              <a:gd name="connsiteX42" fmla="*/ 8589038 w 11269336"/>
              <a:gd name="connsiteY42" fmla="*/ 963892 h 2323145"/>
              <a:gd name="connsiteX43" fmla="*/ 8579950 w 11269336"/>
              <a:gd name="connsiteY43" fmla="*/ 960899 h 2323145"/>
              <a:gd name="connsiteX44" fmla="*/ 8579319 w 11269336"/>
              <a:gd name="connsiteY44" fmla="*/ 965630 h 2323145"/>
              <a:gd name="connsiteX45" fmla="*/ 8547429 w 11269336"/>
              <a:gd name="connsiteY45" fmla="*/ 984506 h 2323145"/>
              <a:gd name="connsiteX46" fmla="*/ 8478704 w 11269336"/>
              <a:gd name="connsiteY46" fmla="*/ 1025490 h 2323145"/>
              <a:gd name="connsiteX47" fmla="*/ 8461421 w 11269336"/>
              <a:gd name="connsiteY47" fmla="*/ 1035512 h 2323145"/>
              <a:gd name="connsiteX48" fmla="*/ 8445003 w 11269336"/>
              <a:gd name="connsiteY48" fmla="*/ 1036851 h 2323145"/>
              <a:gd name="connsiteX49" fmla="*/ 8357350 w 11269336"/>
              <a:gd name="connsiteY49" fmla="*/ 1060213 h 2323145"/>
              <a:gd name="connsiteX50" fmla="*/ 8335565 w 11269336"/>
              <a:gd name="connsiteY50" fmla="*/ 1061151 h 2323145"/>
              <a:gd name="connsiteX51" fmla="*/ 8325267 w 11269336"/>
              <a:gd name="connsiteY51" fmla="*/ 1055919 h 2323145"/>
              <a:gd name="connsiteX52" fmla="*/ 8293586 w 11269336"/>
              <a:gd name="connsiteY52" fmla="*/ 1076144 h 2323145"/>
              <a:gd name="connsiteX53" fmla="*/ 8242405 w 11269336"/>
              <a:gd name="connsiteY53" fmla="*/ 1095960 h 2323145"/>
              <a:gd name="connsiteX54" fmla="*/ 8218531 w 11269336"/>
              <a:gd name="connsiteY54" fmla="*/ 1107622 h 2323145"/>
              <a:gd name="connsiteX55" fmla="*/ 8197391 w 11269336"/>
              <a:gd name="connsiteY55" fmla="*/ 1107746 h 2323145"/>
              <a:gd name="connsiteX56" fmla="*/ 8081474 w 11269336"/>
              <a:gd name="connsiteY56" fmla="*/ 1130125 h 2323145"/>
              <a:gd name="connsiteX57" fmla="*/ 8053585 w 11269336"/>
              <a:gd name="connsiteY57" fmla="*/ 1129169 h 2323145"/>
              <a:gd name="connsiteX58" fmla="*/ 8038422 w 11269336"/>
              <a:gd name="connsiteY58" fmla="*/ 1119092 h 2323145"/>
              <a:gd name="connsiteX59" fmla="*/ 8029450 w 11269336"/>
              <a:gd name="connsiteY59" fmla="*/ 1125592 h 2323145"/>
              <a:gd name="connsiteX60" fmla="*/ 7959552 w 11269336"/>
              <a:gd name="connsiteY60" fmla="*/ 1140188 h 2323145"/>
              <a:gd name="connsiteX61" fmla="*/ 7914188 w 11269336"/>
              <a:gd name="connsiteY61" fmla="*/ 1150862 h 2323145"/>
              <a:gd name="connsiteX62" fmla="*/ 7914918 w 11269336"/>
              <a:gd name="connsiteY62" fmla="*/ 1168758 h 2323145"/>
              <a:gd name="connsiteX63" fmla="*/ 7875510 w 11269336"/>
              <a:gd name="connsiteY63" fmla="*/ 1183153 h 2323145"/>
              <a:gd name="connsiteX64" fmla="*/ 7829932 w 11269336"/>
              <a:gd name="connsiteY64" fmla="*/ 1180782 h 2323145"/>
              <a:gd name="connsiteX65" fmla="*/ 7779182 w 11269336"/>
              <a:gd name="connsiteY65" fmla="*/ 1192665 h 2323145"/>
              <a:gd name="connsiteX66" fmla="*/ 7748774 w 11269336"/>
              <a:gd name="connsiteY66" fmla="*/ 1199586 h 2323145"/>
              <a:gd name="connsiteX67" fmla="*/ 7671846 w 11269336"/>
              <a:gd name="connsiteY67" fmla="*/ 1231966 h 2323145"/>
              <a:gd name="connsiteX68" fmla="*/ 7554146 w 11269336"/>
              <a:gd name="connsiteY68" fmla="*/ 1319748 h 2323145"/>
              <a:gd name="connsiteX69" fmla="*/ 7515052 w 11269336"/>
              <a:gd name="connsiteY69" fmla="*/ 1336718 h 2323145"/>
              <a:gd name="connsiteX70" fmla="*/ 7507193 w 11269336"/>
              <a:gd name="connsiteY70" fmla="*/ 1334617 h 2323145"/>
              <a:gd name="connsiteX71" fmla="*/ 7461694 w 11269336"/>
              <a:gd name="connsiteY71" fmla="*/ 1375866 h 2323145"/>
              <a:gd name="connsiteX72" fmla="*/ 7377571 w 11269336"/>
              <a:gd name="connsiteY72" fmla="*/ 1400128 h 2323145"/>
              <a:gd name="connsiteX73" fmla="*/ 7311261 w 11269336"/>
              <a:gd name="connsiteY73" fmla="*/ 1412652 h 2323145"/>
              <a:gd name="connsiteX74" fmla="*/ 7275307 w 11269336"/>
              <a:gd name="connsiteY74" fmla="*/ 1422171 h 2323145"/>
              <a:gd name="connsiteX75" fmla="*/ 7247783 w 11269336"/>
              <a:gd name="connsiteY75" fmla="*/ 1426330 h 2323145"/>
              <a:gd name="connsiteX76" fmla="*/ 7185047 w 11269336"/>
              <a:gd name="connsiteY76" fmla="*/ 1451812 h 2323145"/>
              <a:gd name="connsiteX77" fmla="*/ 7084117 w 11269336"/>
              <a:gd name="connsiteY77" fmla="*/ 1500281 h 2323145"/>
              <a:gd name="connsiteX78" fmla="*/ 7062011 w 11269336"/>
              <a:gd name="connsiteY78" fmla="*/ 1509183 h 2323145"/>
              <a:gd name="connsiteX79" fmla="*/ 7040555 w 11269336"/>
              <a:gd name="connsiteY79" fmla="*/ 1511207 h 2323145"/>
              <a:gd name="connsiteX80" fmla="*/ 7033438 w 11269336"/>
              <a:gd name="connsiteY80" fmla="*/ 1506772 h 2323145"/>
              <a:gd name="connsiteX81" fmla="*/ 7020886 w 11269336"/>
              <a:gd name="connsiteY81" fmla="*/ 1510764 h 2323145"/>
              <a:gd name="connsiteX82" fmla="*/ 7017033 w 11269336"/>
              <a:gd name="connsiteY82" fmla="*/ 1510650 h 2323145"/>
              <a:gd name="connsiteX83" fmla="*/ 6995460 w 11269336"/>
              <a:gd name="connsiteY83" fmla="*/ 1511173 h 2323145"/>
              <a:gd name="connsiteX84" fmla="*/ 6962144 w 11269336"/>
              <a:gd name="connsiteY84" fmla="*/ 1541508 h 2323145"/>
              <a:gd name="connsiteX85" fmla="*/ 6910674 w 11269336"/>
              <a:gd name="connsiteY85" fmla="*/ 1554793 h 2323145"/>
              <a:gd name="connsiteX86" fmla="*/ 6732152 w 11269336"/>
              <a:gd name="connsiteY86" fmla="*/ 1642538 h 2323145"/>
              <a:gd name="connsiteX87" fmla="*/ 6694106 w 11269336"/>
              <a:gd name="connsiteY87" fmla="*/ 1632377 h 2323145"/>
              <a:gd name="connsiteX88" fmla="*/ 6617223 w 11269336"/>
              <a:gd name="connsiteY88" fmla="*/ 1659889 h 2323145"/>
              <a:gd name="connsiteX89" fmla="*/ 6521138 w 11269336"/>
              <a:gd name="connsiteY89" fmla="*/ 1744340 h 2323145"/>
              <a:gd name="connsiteX90" fmla="*/ 6380677 w 11269336"/>
              <a:gd name="connsiteY90" fmla="*/ 1796883 h 2323145"/>
              <a:gd name="connsiteX91" fmla="*/ 6374897 w 11269336"/>
              <a:gd name="connsiteY91" fmla="*/ 1809910 h 2323145"/>
              <a:gd name="connsiteX92" fmla="*/ 6364545 w 11269336"/>
              <a:gd name="connsiteY92" fmla="*/ 1820090 h 2323145"/>
              <a:gd name="connsiteX93" fmla="*/ 6362126 w 11269336"/>
              <a:gd name="connsiteY93" fmla="*/ 1819991 h 2323145"/>
              <a:gd name="connsiteX94" fmla="*/ 6346673 w 11269336"/>
              <a:gd name="connsiteY94" fmla="*/ 1827824 h 2323145"/>
              <a:gd name="connsiteX95" fmla="*/ 6345588 w 11269336"/>
              <a:gd name="connsiteY95" fmla="*/ 1832232 h 2323145"/>
              <a:gd name="connsiteX96" fmla="*/ 6335708 w 11269336"/>
              <a:gd name="connsiteY96" fmla="*/ 1838451 h 2323145"/>
              <a:gd name="connsiteX97" fmla="*/ 6318182 w 11269336"/>
              <a:gd name="connsiteY97" fmla="*/ 1852975 h 2323145"/>
              <a:gd name="connsiteX98" fmla="*/ 6313084 w 11269336"/>
              <a:gd name="connsiteY98" fmla="*/ 1853561 h 2323145"/>
              <a:gd name="connsiteX99" fmla="*/ 6283816 w 11269336"/>
              <a:gd name="connsiteY99" fmla="*/ 1872148 h 2323145"/>
              <a:gd name="connsiteX100" fmla="*/ 6282550 w 11269336"/>
              <a:gd name="connsiteY100" fmla="*/ 1871392 h 2323145"/>
              <a:gd name="connsiteX101" fmla="*/ 6270527 w 11269336"/>
              <a:gd name="connsiteY101" fmla="*/ 1872208 h 2323145"/>
              <a:gd name="connsiteX102" fmla="*/ 6249518 w 11269336"/>
              <a:gd name="connsiteY102" fmla="*/ 1876079 h 2323145"/>
              <a:gd name="connsiteX103" fmla="*/ 6190386 w 11269336"/>
              <a:gd name="connsiteY103" fmla="*/ 1872478 h 2323145"/>
              <a:gd name="connsiteX104" fmla="*/ 6159777 w 11269336"/>
              <a:gd name="connsiteY104" fmla="*/ 1891745 h 2323145"/>
              <a:gd name="connsiteX105" fmla="*/ 6153131 w 11269336"/>
              <a:gd name="connsiteY105" fmla="*/ 1895079 h 2323145"/>
              <a:gd name="connsiteX106" fmla="*/ 6152798 w 11269336"/>
              <a:gd name="connsiteY106" fmla="*/ 1894920 h 2323145"/>
              <a:gd name="connsiteX107" fmla="*/ 6145388 w 11269336"/>
              <a:gd name="connsiteY107" fmla="*/ 1897990 h 2323145"/>
              <a:gd name="connsiteX108" fmla="*/ 6141014 w 11269336"/>
              <a:gd name="connsiteY108" fmla="*/ 1901155 h 2323145"/>
              <a:gd name="connsiteX109" fmla="*/ 6128122 w 11269336"/>
              <a:gd name="connsiteY109" fmla="*/ 1907623 h 2323145"/>
              <a:gd name="connsiteX110" fmla="*/ 6122351 w 11269336"/>
              <a:gd name="connsiteY110" fmla="*/ 1908359 h 2323145"/>
              <a:gd name="connsiteX111" fmla="*/ 6064750 w 11269336"/>
              <a:gd name="connsiteY111" fmla="*/ 1896394 h 2323145"/>
              <a:gd name="connsiteX112" fmla="*/ 5964230 w 11269336"/>
              <a:gd name="connsiteY112" fmla="*/ 1910038 h 2323145"/>
              <a:gd name="connsiteX113" fmla="*/ 5865399 w 11269336"/>
              <a:gd name="connsiteY113" fmla="*/ 1926966 h 2323145"/>
              <a:gd name="connsiteX114" fmla="*/ 5829951 w 11269336"/>
              <a:gd name="connsiteY114" fmla="*/ 1934755 h 2323145"/>
              <a:gd name="connsiteX115" fmla="*/ 5765285 w 11269336"/>
              <a:gd name="connsiteY115" fmla="*/ 1941322 h 2323145"/>
              <a:gd name="connsiteX116" fmla="*/ 5734750 w 11269336"/>
              <a:gd name="connsiteY116" fmla="*/ 1939793 h 2323145"/>
              <a:gd name="connsiteX117" fmla="*/ 5733569 w 11269336"/>
              <a:gd name="connsiteY117" fmla="*/ 1940505 h 2323145"/>
              <a:gd name="connsiteX118" fmla="*/ 5730329 w 11269336"/>
              <a:gd name="connsiteY118" fmla="*/ 1937845 h 2323145"/>
              <a:gd name="connsiteX119" fmla="*/ 5724661 w 11269336"/>
              <a:gd name="connsiteY119" fmla="*/ 1937455 h 2323145"/>
              <a:gd name="connsiteX120" fmla="*/ 5710186 w 11269336"/>
              <a:gd name="connsiteY120" fmla="*/ 1941370 h 2323145"/>
              <a:gd name="connsiteX121" fmla="*/ 5704910 w 11269336"/>
              <a:gd name="connsiteY121" fmla="*/ 1943663 h 2323145"/>
              <a:gd name="connsiteX122" fmla="*/ 5696836 w 11269336"/>
              <a:gd name="connsiteY122" fmla="*/ 1945271 h 2323145"/>
              <a:gd name="connsiteX123" fmla="*/ 5696583 w 11269336"/>
              <a:gd name="connsiteY123" fmla="*/ 1945050 h 2323145"/>
              <a:gd name="connsiteX124" fmla="*/ 5689123 w 11269336"/>
              <a:gd name="connsiteY124" fmla="*/ 1947067 h 2323145"/>
              <a:gd name="connsiteX125" fmla="*/ 5653291 w 11269336"/>
              <a:gd name="connsiteY125" fmla="*/ 1960245 h 2323145"/>
              <a:gd name="connsiteX126" fmla="*/ 5599385 w 11269336"/>
              <a:gd name="connsiteY126" fmla="*/ 1945198 h 2323145"/>
              <a:gd name="connsiteX127" fmla="*/ 5578300 w 11269336"/>
              <a:gd name="connsiteY127" fmla="*/ 1944963 h 2323145"/>
              <a:gd name="connsiteX128" fmla="*/ 5566758 w 11269336"/>
              <a:gd name="connsiteY128" fmla="*/ 1943441 h 2323145"/>
              <a:gd name="connsiteX129" fmla="*/ 5565857 w 11269336"/>
              <a:gd name="connsiteY129" fmla="*/ 1942445 h 2323145"/>
              <a:gd name="connsiteX130" fmla="*/ 5531534 w 11269336"/>
              <a:gd name="connsiteY130" fmla="*/ 1955208 h 2323145"/>
              <a:gd name="connsiteX131" fmla="*/ 5526552 w 11269336"/>
              <a:gd name="connsiteY131" fmla="*/ 1954799 h 2323145"/>
              <a:gd name="connsiteX132" fmla="*/ 5504723 w 11269336"/>
              <a:gd name="connsiteY132" fmla="*/ 1965811 h 2323145"/>
              <a:gd name="connsiteX133" fmla="*/ 5493156 w 11269336"/>
              <a:gd name="connsiteY133" fmla="*/ 1970063 h 2323145"/>
              <a:gd name="connsiteX134" fmla="*/ 5490486 w 11269336"/>
              <a:gd name="connsiteY134" fmla="*/ 1974227 h 2323145"/>
              <a:gd name="connsiteX135" fmla="*/ 5473107 w 11269336"/>
              <a:gd name="connsiteY135" fmla="*/ 1979001 h 2323145"/>
              <a:gd name="connsiteX136" fmla="*/ 5470885 w 11269336"/>
              <a:gd name="connsiteY136" fmla="*/ 1978432 h 2323145"/>
              <a:gd name="connsiteX137" fmla="*/ 5457393 w 11269336"/>
              <a:gd name="connsiteY137" fmla="*/ 1986525 h 2323145"/>
              <a:gd name="connsiteX138" fmla="*/ 5447102 w 11269336"/>
              <a:gd name="connsiteY138" fmla="*/ 1998329 h 2323145"/>
              <a:gd name="connsiteX139" fmla="*/ 5092476 w 11269336"/>
              <a:gd name="connsiteY139" fmla="*/ 2100737 h 2323145"/>
              <a:gd name="connsiteX140" fmla="*/ 5060738 w 11269336"/>
              <a:gd name="connsiteY140" fmla="*/ 2083274 h 2323145"/>
              <a:gd name="connsiteX141" fmla="*/ 4860988 w 11269336"/>
              <a:gd name="connsiteY141" fmla="*/ 2135698 h 2323145"/>
              <a:gd name="connsiteX142" fmla="*/ 4807902 w 11269336"/>
              <a:gd name="connsiteY142" fmla="*/ 2138894 h 2323145"/>
              <a:gd name="connsiteX143" fmla="*/ 4765388 w 11269336"/>
              <a:gd name="connsiteY143" fmla="*/ 2162525 h 2323145"/>
              <a:gd name="connsiteX144" fmla="*/ 4745033 w 11269336"/>
              <a:gd name="connsiteY144" fmla="*/ 2158859 h 2323145"/>
              <a:gd name="connsiteX145" fmla="*/ 4741475 w 11269336"/>
              <a:gd name="connsiteY145" fmla="*/ 2157998 h 2323145"/>
              <a:gd name="connsiteX146" fmla="*/ 4728247 w 11269336"/>
              <a:gd name="connsiteY146" fmla="*/ 2159526 h 2323145"/>
              <a:gd name="connsiteX147" fmla="*/ 4723263 w 11269336"/>
              <a:gd name="connsiteY147" fmla="*/ 2153742 h 2323145"/>
              <a:gd name="connsiteX148" fmla="*/ 4702453 w 11269336"/>
              <a:gd name="connsiteY148" fmla="*/ 2151586 h 2323145"/>
              <a:gd name="connsiteX149" fmla="*/ 4678455 w 11269336"/>
              <a:gd name="connsiteY149" fmla="*/ 2156131 h 2323145"/>
              <a:gd name="connsiteX150" fmla="*/ 4593061 w 11269336"/>
              <a:gd name="connsiteY150" fmla="*/ 2171597 h 2323145"/>
              <a:gd name="connsiteX151" fmla="*/ 4579902 w 11269336"/>
              <a:gd name="connsiteY151" fmla="*/ 2177927 h 2323145"/>
              <a:gd name="connsiteX152" fmla="*/ 4533444 w 11269336"/>
              <a:gd name="connsiteY152" fmla="*/ 2181200 h 2323145"/>
              <a:gd name="connsiteX153" fmla="*/ 4492832 w 11269336"/>
              <a:gd name="connsiteY153" fmla="*/ 2188033 h 2323145"/>
              <a:gd name="connsiteX154" fmla="*/ 4467257 w 11269336"/>
              <a:gd name="connsiteY154" fmla="*/ 2196121 h 2323145"/>
              <a:gd name="connsiteX155" fmla="*/ 4459937 w 11269336"/>
              <a:gd name="connsiteY155" fmla="*/ 2195182 h 2323145"/>
              <a:gd name="connsiteX156" fmla="*/ 4433312 w 11269336"/>
              <a:gd name="connsiteY156" fmla="*/ 2199004 h 2323145"/>
              <a:gd name="connsiteX157" fmla="*/ 4420601 w 11269336"/>
              <a:gd name="connsiteY157" fmla="*/ 2205158 h 2323145"/>
              <a:gd name="connsiteX158" fmla="*/ 4405765 w 11269336"/>
              <a:gd name="connsiteY158" fmla="*/ 2199902 h 2323145"/>
              <a:gd name="connsiteX159" fmla="*/ 4401354 w 11269336"/>
              <a:gd name="connsiteY159" fmla="*/ 2194745 h 2323145"/>
              <a:gd name="connsiteX160" fmla="*/ 4383151 w 11269336"/>
              <a:gd name="connsiteY160" fmla="*/ 2201140 h 2323145"/>
              <a:gd name="connsiteX161" fmla="*/ 4366646 w 11269336"/>
              <a:gd name="connsiteY161" fmla="*/ 2198564 h 2323145"/>
              <a:gd name="connsiteX162" fmla="*/ 4354009 w 11269336"/>
              <a:gd name="connsiteY162" fmla="*/ 2204984 h 2323145"/>
              <a:gd name="connsiteX163" fmla="*/ 4348284 w 11269336"/>
              <a:gd name="connsiteY163" fmla="*/ 2205270 h 2323145"/>
              <a:gd name="connsiteX164" fmla="*/ 4333906 w 11269336"/>
              <a:gd name="connsiteY164" fmla="*/ 2205251 h 2323145"/>
              <a:gd name="connsiteX165" fmla="*/ 4308819 w 11269336"/>
              <a:gd name="connsiteY165" fmla="*/ 2203822 h 2323145"/>
              <a:gd name="connsiteX166" fmla="*/ 4301210 w 11269336"/>
              <a:gd name="connsiteY166" fmla="*/ 2204456 h 2323145"/>
              <a:gd name="connsiteX167" fmla="*/ 4283095 w 11269336"/>
              <a:gd name="connsiteY167" fmla="*/ 2198177 h 2323145"/>
              <a:gd name="connsiteX168" fmla="*/ 4250119 w 11269336"/>
              <a:gd name="connsiteY168" fmla="*/ 2196342 h 2323145"/>
              <a:gd name="connsiteX169" fmla="*/ 4189203 w 11269336"/>
              <a:gd name="connsiteY169" fmla="*/ 2178994 h 2323145"/>
              <a:gd name="connsiteX170" fmla="*/ 4154035 w 11269336"/>
              <a:gd name="connsiteY170" fmla="*/ 2171950 h 2323145"/>
              <a:gd name="connsiteX171" fmla="*/ 4129569 w 11269336"/>
              <a:gd name="connsiteY171" fmla="*/ 2163850 h 2323145"/>
              <a:gd name="connsiteX172" fmla="*/ 4061250 w 11269336"/>
              <a:gd name="connsiteY172" fmla="*/ 2159236 h 2323145"/>
              <a:gd name="connsiteX173" fmla="*/ 3945480 w 11269336"/>
              <a:gd name="connsiteY173" fmla="*/ 2158279 h 2323145"/>
              <a:gd name="connsiteX174" fmla="*/ 3921468 w 11269336"/>
              <a:gd name="connsiteY174" fmla="*/ 2156588 h 2323145"/>
              <a:gd name="connsiteX175" fmla="*/ 3903348 w 11269336"/>
              <a:gd name="connsiteY175" fmla="*/ 2149220 h 2323145"/>
              <a:gd name="connsiteX176" fmla="*/ 3901342 w 11269336"/>
              <a:gd name="connsiteY176" fmla="*/ 2142355 h 2323145"/>
              <a:gd name="connsiteX177" fmla="*/ 3888539 w 11269336"/>
              <a:gd name="connsiteY177" fmla="*/ 2140476 h 2323145"/>
              <a:gd name="connsiteX178" fmla="*/ 3885662 w 11269336"/>
              <a:gd name="connsiteY178" fmla="*/ 2138740 h 2323145"/>
              <a:gd name="connsiteX179" fmla="*/ 3868627 w 11269336"/>
              <a:gd name="connsiteY179" fmla="*/ 2130023 h 2323145"/>
              <a:gd name="connsiteX180" fmla="*/ 3819177 w 11269336"/>
              <a:gd name="connsiteY180" fmla="*/ 2142111 h 2323145"/>
              <a:gd name="connsiteX181" fmla="*/ 3769100 w 11269336"/>
              <a:gd name="connsiteY181" fmla="*/ 2131731 h 2323145"/>
              <a:gd name="connsiteX182" fmla="*/ 3562752 w 11269336"/>
              <a:gd name="connsiteY182" fmla="*/ 2131785 h 2323145"/>
              <a:gd name="connsiteX183" fmla="*/ 3541402 w 11269336"/>
              <a:gd name="connsiteY183" fmla="*/ 2106821 h 2323145"/>
              <a:gd name="connsiteX184" fmla="*/ 3460591 w 11269336"/>
              <a:gd name="connsiteY184" fmla="*/ 2097951 h 2323145"/>
              <a:gd name="connsiteX185" fmla="*/ 3320348 w 11269336"/>
              <a:gd name="connsiteY185" fmla="*/ 2130191 h 2323145"/>
              <a:gd name="connsiteX186" fmla="*/ 3170922 w 11269336"/>
              <a:gd name="connsiteY186" fmla="*/ 2115957 h 2323145"/>
              <a:gd name="connsiteX187" fmla="*/ 3156256 w 11269336"/>
              <a:gd name="connsiteY187" fmla="*/ 2124773 h 2323145"/>
              <a:gd name="connsiteX188" fmla="*/ 3140298 w 11269336"/>
              <a:gd name="connsiteY188" fmla="*/ 2129182 h 2323145"/>
              <a:gd name="connsiteX189" fmla="*/ 3138514 w 11269336"/>
              <a:gd name="connsiteY189" fmla="*/ 2128069 h 2323145"/>
              <a:gd name="connsiteX190" fmla="*/ 3120467 w 11269336"/>
              <a:gd name="connsiteY190" fmla="*/ 2128281 h 2323145"/>
              <a:gd name="connsiteX191" fmla="*/ 3116175 w 11269336"/>
              <a:gd name="connsiteY191" fmla="*/ 2131633 h 2323145"/>
              <a:gd name="connsiteX192" fmla="*/ 3103685 w 11269336"/>
              <a:gd name="connsiteY192" fmla="*/ 2132814 h 2323145"/>
              <a:gd name="connsiteX193" fmla="*/ 3078794 w 11269336"/>
              <a:gd name="connsiteY193" fmla="*/ 2137935 h 2323145"/>
              <a:gd name="connsiteX194" fmla="*/ 3074407 w 11269336"/>
              <a:gd name="connsiteY194" fmla="*/ 2136274 h 2323145"/>
              <a:gd name="connsiteX195" fmla="*/ 3037285 w 11269336"/>
              <a:gd name="connsiteY195" fmla="*/ 2139919 h 2323145"/>
              <a:gd name="connsiteX196" fmla="*/ 3036901 w 11269336"/>
              <a:gd name="connsiteY196" fmla="*/ 2138726 h 2323145"/>
              <a:gd name="connsiteX197" fmla="*/ 3026996 w 11269336"/>
              <a:gd name="connsiteY197" fmla="*/ 2134322 h 2323145"/>
              <a:gd name="connsiteX198" fmla="*/ 3007772 w 11269336"/>
              <a:gd name="connsiteY198" fmla="*/ 2128742 h 2323145"/>
              <a:gd name="connsiteX199" fmla="*/ 2965030 w 11269336"/>
              <a:gd name="connsiteY199" fmla="*/ 2100494 h 2323145"/>
              <a:gd name="connsiteX200" fmla="*/ 2926342 w 11269336"/>
              <a:gd name="connsiteY200" fmla="*/ 2104155 h 2323145"/>
              <a:gd name="connsiteX201" fmla="*/ 2918608 w 11269336"/>
              <a:gd name="connsiteY201" fmla="*/ 2104215 h 2323145"/>
              <a:gd name="connsiteX202" fmla="*/ 2918475 w 11269336"/>
              <a:gd name="connsiteY202" fmla="*/ 2103937 h 2323145"/>
              <a:gd name="connsiteX203" fmla="*/ 2910360 w 11269336"/>
              <a:gd name="connsiteY203" fmla="*/ 2103444 h 2323145"/>
              <a:gd name="connsiteX204" fmla="*/ 2904507 w 11269336"/>
              <a:gd name="connsiteY204" fmla="*/ 2104326 h 2323145"/>
              <a:gd name="connsiteX205" fmla="*/ 2889503 w 11269336"/>
              <a:gd name="connsiteY205" fmla="*/ 2104443 h 2323145"/>
              <a:gd name="connsiteX206" fmla="*/ 2884480 w 11269336"/>
              <a:gd name="connsiteY206" fmla="*/ 2102626 h 2323145"/>
              <a:gd name="connsiteX207" fmla="*/ 2882689 w 11269336"/>
              <a:gd name="connsiteY207" fmla="*/ 2099228 h 2323145"/>
              <a:gd name="connsiteX208" fmla="*/ 2881291 w 11269336"/>
              <a:gd name="connsiteY208" fmla="*/ 2099618 h 2323145"/>
              <a:gd name="connsiteX209" fmla="*/ 2853979 w 11269336"/>
              <a:gd name="connsiteY209" fmla="*/ 2090388 h 2323145"/>
              <a:gd name="connsiteX210" fmla="*/ 2791790 w 11269336"/>
              <a:gd name="connsiteY210" fmla="*/ 2080332 h 2323145"/>
              <a:gd name="connsiteX211" fmla="*/ 2755844 w 11269336"/>
              <a:gd name="connsiteY211" fmla="*/ 2078874 h 2323145"/>
              <a:gd name="connsiteX212" fmla="*/ 2657742 w 11269336"/>
              <a:gd name="connsiteY212" fmla="*/ 2070179 h 2323145"/>
              <a:gd name="connsiteX213" fmla="*/ 2559549 w 11269336"/>
              <a:gd name="connsiteY213" fmla="*/ 2057873 h 2323145"/>
              <a:gd name="connsiteX214" fmla="*/ 2512054 w 11269336"/>
              <a:gd name="connsiteY214" fmla="*/ 2031671 h 2323145"/>
              <a:gd name="connsiteX215" fmla="*/ 2506437 w 11269336"/>
              <a:gd name="connsiteY215" fmla="*/ 2030918 h 2323145"/>
              <a:gd name="connsiteX216" fmla="*/ 2491752 w 11269336"/>
              <a:gd name="connsiteY216" fmla="*/ 2033906 h 2323145"/>
              <a:gd name="connsiteX217" fmla="*/ 2486338 w 11269336"/>
              <a:gd name="connsiteY217" fmla="*/ 2035862 h 2323145"/>
              <a:gd name="connsiteX218" fmla="*/ 2478186 w 11269336"/>
              <a:gd name="connsiteY218" fmla="*/ 2036953 h 2323145"/>
              <a:gd name="connsiteX219" fmla="*/ 2477950 w 11269336"/>
              <a:gd name="connsiteY219" fmla="*/ 2036715 h 2323145"/>
              <a:gd name="connsiteX220" fmla="*/ 2470381 w 11269336"/>
              <a:gd name="connsiteY220" fmla="*/ 2038256 h 2323145"/>
              <a:gd name="connsiteX221" fmla="*/ 2433781 w 11269336"/>
              <a:gd name="connsiteY221" fmla="*/ 2049140 h 2323145"/>
              <a:gd name="connsiteX222" fmla="*/ 2381172 w 11269336"/>
              <a:gd name="connsiteY222" fmla="*/ 2030645 h 2323145"/>
              <a:gd name="connsiteX223" fmla="*/ 2360198 w 11269336"/>
              <a:gd name="connsiteY223" fmla="*/ 2029059 h 2323145"/>
              <a:gd name="connsiteX224" fmla="*/ 2348815 w 11269336"/>
              <a:gd name="connsiteY224" fmla="*/ 2026798 h 2323145"/>
              <a:gd name="connsiteX225" fmla="*/ 2347988 w 11269336"/>
              <a:gd name="connsiteY225" fmla="*/ 2025745 h 2323145"/>
              <a:gd name="connsiteX226" fmla="*/ 2312920 w 11269336"/>
              <a:gd name="connsiteY226" fmla="*/ 2036311 h 2323145"/>
              <a:gd name="connsiteX227" fmla="*/ 2307986 w 11269336"/>
              <a:gd name="connsiteY227" fmla="*/ 2035583 h 2323145"/>
              <a:gd name="connsiteX228" fmla="*/ 2285481 w 11269336"/>
              <a:gd name="connsiteY228" fmla="*/ 2045197 h 2323145"/>
              <a:gd name="connsiteX229" fmla="*/ 2273666 w 11269336"/>
              <a:gd name="connsiteY229" fmla="*/ 2048710 h 2323145"/>
              <a:gd name="connsiteX230" fmla="*/ 2270719 w 11269336"/>
              <a:gd name="connsiteY230" fmla="*/ 2052702 h 2323145"/>
              <a:gd name="connsiteX231" fmla="*/ 2253080 w 11269336"/>
              <a:gd name="connsiteY231" fmla="*/ 2056363 h 2323145"/>
              <a:gd name="connsiteX232" fmla="*/ 2250906 w 11269336"/>
              <a:gd name="connsiteY232" fmla="*/ 2055654 h 2323145"/>
              <a:gd name="connsiteX233" fmla="*/ 2236905 w 11269336"/>
              <a:gd name="connsiteY233" fmla="*/ 2062882 h 2323145"/>
              <a:gd name="connsiteX234" fmla="*/ 2225830 w 11269336"/>
              <a:gd name="connsiteY234" fmla="*/ 2074027 h 2323145"/>
              <a:gd name="connsiteX235" fmla="*/ 2073776 w 11269336"/>
              <a:gd name="connsiteY235" fmla="*/ 2089244 h 2323145"/>
              <a:gd name="connsiteX236" fmla="*/ 1948256 w 11269336"/>
              <a:gd name="connsiteY236" fmla="*/ 2146616 h 2323145"/>
              <a:gd name="connsiteX237" fmla="*/ 1865582 w 11269336"/>
              <a:gd name="connsiteY237" fmla="*/ 2153738 h 2323145"/>
              <a:gd name="connsiteX238" fmla="*/ 1835210 w 11269336"/>
              <a:gd name="connsiteY238" fmla="*/ 2134244 h 2323145"/>
              <a:gd name="connsiteX239" fmla="*/ 1632661 w 11269336"/>
              <a:gd name="connsiteY239" fmla="*/ 2173882 h 2323145"/>
              <a:gd name="connsiteX240" fmla="*/ 1579590 w 11269336"/>
              <a:gd name="connsiteY240" fmla="*/ 2173680 h 2323145"/>
              <a:gd name="connsiteX241" fmla="*/ 1535601 w 11269336"/>
              <a:gd name="connsiteY241" fmla="*/ 2194590 h 2323145"/>
              <a:gd name="connsiteX242" fmla="*/ 1515594 w 11269336"/>
              <a:gd name="connsiteY242" fmla="*/ 2189622 h 2323145"/>
              <a:gd name="connsiteX243" fmla="*/ 1512113 w 11269336"/>
              <a:gd name="connsiteY243" fmla="*/ 2188534 h 2323145"/>
              <a:gd name="connsiteX244" fmla="*/ 1498838 w 11269336"/>
              <a:gd name="connsiteY244" fmla="*/ 2189213 h 2323145"/>
              <a:gd name="connsiteX245" fmla="*/ 1494279 w 11269336"/>
              <a:gd name="connsiteY245" fmla="*/ 2183112 h 2323145"/>
              <a:gd name="connsiteX246" fmla="*/ 1473714 w 11269336"/>
              <a:gd name="connsiteY246" fmla="*/ 2179625 h 2323145"/>
              <a:gd name="connsiteX247" fmla="*/ 1449503 w 11269336"/>
              <a:gd name="connsiteY247" fmla="*/ 2182633 h 2323145"/>
              <a:gd name="connsiteX248" fmla="*/ 1335495 w 11269336"/>
              <a:gd name="connsiteY248" fmla="*/ 2203940 h 2323145"/>
              <a:gd name="connsiteX249" fmla="*/ 1266687 w 11269336"/>
              <a:gd name="connsiteY249" fmla="*/ 2212688 h 2323145"/>
              <a:gd name="connsiteX250" fmla="*/ 1239614 w 11269336"/>
              <a:gd name="connsiteY250" fmla="*/ 2209727 h 2323145"/>
              <a:gd name="connsiteX251" fmla="*/ 1202436 w 11269336"/>
              <a:gd name="connsiteY251" fmla="*/ 2209817 h 2323145"/>
              <a:gd name="connsiteX252" fmla="*/ 1136097 w 11269336"/>
              <a:gd name="connsiteY252" fmla="*/ 2205112 h 2323145"/>
              <a:gd name="connsiteX253" fmla="*/ 1048229 w 11269336"/>
              <a:gd name="connsiteY253" fmla="*/ 2207249 h 2323145"/>
              <a:gd name="connsiteX254" fmla="*/ 988232 w 11269336"/>
              <a:gd name="connsiteY254" fmla="*/ 2235635 h 2323145"/>
              <a:gd name="connsiteX255" fmla="*/ 981959 w 11269336"/>
              <a:gd name="connsiteY255" fmla="*/ 2231607 h 2323145"/>
              <a:gd name="connsiteX256" fmla="*/ 938600 w 11269336"/>
              <a:gd name="connsiteY256" fmla="*/ 2238113 h 2323145"/>
              <a:gd name="connsiteX257" fmla="*/ 791788 w 11269336"/>
              <a:gd name="connsiteY257" fmla="*/ 2293224 h 2323145"/>
              <a:gd name="connsiteX258" fmla="*/ 706914 w 11269336"/>
              <a:gd name="connsiteY258" fmla="*/ 2305046 h 2323145"/>
              <a:gd name="connsiteX259" fmla="*/ 675971 w 11269336"/>
              <a:gd name="connsiteY259" fmla="*/ 2304030 h 2323145"/>
              <a:gd name="connsiteX260" fmla="*/ 624180 w 11269336"/>
              <a:gd name="connsiteY260" fmla="*/ 2302650 h 2323145"/>
              <a:gd name="connsiteX261" fmla="*/ 583453 w 11269336"/>
              <a:gd name="connsiteY261" fmla="*/ 2288788 h 2323145"/>
              <a:gd name="connsiteX262" fmla="*/ 540946 w 11269336"/>
              <a:gd name="connsiteY262" fmla="*/ 2292721 h 2323145"/>
              <a:gd name="connsiteX263" fmla="*/ 533680 w 11269336"/>
              <a:gd name="connsiteY263" fmla="*/ 2310233 h 2323145"/>
              <a:gd name="connsiteX264" fmla="*/ 487366 w 11269336"/>
              <a:gd name="connsiteY264" fmla="*/ 2309053 h 2323145"/>
              <a:gd name="connsiteX265" fmla="*/ 416820 w 11269336"/>
              <a:gd name="connsiteY265" fmla="*/ 2305443 h 2323145"/>
              <a:gd name="connsiteX266" fmla="*/ 376805 w 11269336"/>
              <a:gd name="connsiteY266" fmla="*/ 2307647 h 2323145"/>
              <a:gd name="connsiteX267" fmla="*/ 266777 w 11269336"/>
              <a:gd name="connsiteY267" fmla="*/ 2309012 h 2323145"/>
              <a:gd name="connsiteX268" fmla="*/ 156013 w 11269336"/>
              <a:gd name="connsiteY268" fmla="*/ 2306832 h 2323145"/>
              <a:gd name="connsiteX269" fmla="*/ 87258 w 11269336"/>
              <a:gd name="connsiteY269" fmla="*/ 2285511 h 2323145"/>
              <a:gd name="connsiteX270" fmla="*/ 23798 w 11269336"/>
              <a:gd name="connsiteY270" fmla="*/ 2281822 h 2323145"/>
              <a:gd name="connsiteX271" fmla="*/ 0 w 11269336"/>
              <a:gd name="connsiteY271" fmla="*/ 2285369 h 2323145"/>
              <a:gd name="connsiteX272" fmla="*/ 0 w 11269336"/>
              <a:gd name="connsiteY272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837498 w 11269336"/>
              <a:gd name="connsiteY32" fmla="*/ 885664 h 2323145"/>
              <a:gd name="connsiteX33" fmla="*/ 8795998 w 11269336"/>
              <a:gd name="connsiteY33" fmla="*/ 863337 h 2323145"/>
              <a:gd name="connsiteX34" fmla="*/ 8776970 w 11269336"/>
              <a:gd name="connsiteY34" fmla="*/ 885177 h 2323145"/>
              <a:gd name="connsiteX35" fmla="*/ 8755719 w 11269336"/>
              <a:gd name="connsiteY35" fmla="*/ 889754 h 2323145"/>
              <a:gd name="connsiteX36" fmla="*/ 8743257 w 11269336"/>
              <a:gd name="connsiteY36" fmla="*/ 904723 h 2323145"/>
              <a:gd name="connsiteX37" fmla="*/ 8721366 w 11269336"/>
              <a:gd name="connsiteY37" fmla="*/ 904711 h 2323145"/>
              <a:gd name="connsiteX38" fmla="*/ 8678353 w 11269336"/>
              <a:gd name="connsiteY38" fmla="*/ 926318 h 2323145"/>
              <a:gd name="connsiteX39" fmla="*/ 8636849 w 11269336"/>
              <a:gd name="connsiteY39" fmla="*/ 937900 h 2323145"/>
              <a:gd name="connsiteX40" fmla="*/ 8620213 w 11269336"/>
              <a:gd name="connsiteY40" fmla="*/ 943068 h 2323145"/>
              <a:gd name="connsiteX41" fmla="*/ 8612581 w 11269336"/>
              <a:gd name="connsiteY41" fmla="*/ 952695 h 2323145"/>
              <a:gd name="connsiteX42" fmla="*/ 8589038 w 11269336"/>
              <a:gd name="connsiteY42" fmla="*/ 963892 h 2323145"/>
              <a:gd name="connsiteX43" fmla="*/ 8579950 w 11269336"/>
              <a:gd name="connsiteY43" fmla="*/ 960899 h 2323145"/>
              <a:gd name="connsiteX44" fmla="*/ 8579319 w 11269336"/>
              <a:gd name="connsiteY44" fmla="*/ 965630 h 2323145"/>
              <a:gd name="connsiteX45" fmla="*/ 8547429 w 11269336"/>
              <a:gd name="connsiteY45" fmla="*/ 984506 h 2323145"/>
              <a:gd name="connsiteX46" fmla="*/ 8478704 w 11269336"/>
              <a:gd name="connsiteY46" fmla="*/ 1025490 h 2323145"/>
              <a:gd name="connsiteX47" fmla="*/ 8461421 w 11269336"/>
              <a:gd name="connsiteY47" fmla="*/ 1035512 h 2323145"/>
              <a:gd name="connsiteX48" fmla="*/ 8445003 w 11269336"/>
              <a:gd name="connsiteY48" fmla="*/ 1036851 h 2323145"/>
              <a:gd name="connsiteX49" fmla="*/ 8357350 w 11269336"/>
              <a:gd name="connsiteY49" fmla="*/ 1060213 h 2323145"/>
              <a:gd name="connsiteX50" fmla="*/ 8335565 w 11269336"/>
              <a:gd name="connsiteY50" fmla="*/ 1061151 h 2323145"/>
              <a:gd name="connsiteX51" fmla="*/ 8325267 w 11269336"/>
              <a:gd name="connsiteY51" fmla="*/ 1055919 h 2323145"/>
              <a:gd name="connsiteX52" fmla="*/ 8293586 w 11269336"/>
              <a:gd name="connsiteY52" fmla="*/ 1076144 h 2323145"/>
              <a:gd name="connsiteX53" fmla="*/ 8242405 w 11269336"/>
              <a:gd name="connsiteY53" fmla="*/ 1095960 h 2323145"/>
              <a:gd name="connsiteX54" fmla="*/ 8218531 w 11269336"/>
              <a:gd name="connsiteY54" fmla="*/ 1107622 h 2323145"/>
              <a:gd name="connsiteX55" fmla="*/ 8197391 w 11269336"/>
              <a:gd name="connsiteY55" fmla="*/ 1107746 h 2323145"/>
              <a:gd name="connsiteX56" fmla="*/ 8081474 w 11269336"/>
              <a:gd name="connsiteY56" fmla="*/ 1130125 h 2323145"/>
              <a:gd name="connsiteX57" fmla="*/ 8053585 w 11269336"/>
              <a:gd name="connsiteY57" fmla="*/ 1129169 h 2323145"/>
              <a:gd name="connsiteX58" fmla="*/ 8038422 w 11269336"/>
              <a:gd name="connsiteY58" fmla="*/ 1119092 h 2323145"/>
              <a:gd name="connsiteX59" fmla="*/ 8029450 w 11269336"/>
              <a:gd name="connsiteY59" fmla="*/ 1125592 h 2323145"/>
              <a:gd name="connsiteX60" fmla="*/ 7959552 w 11269336"/>
              <a:gd name="connsiteY60" fmla="*/ 1140188 h 2323145"/>
              <a:gd name="connsiteX61" fmla="*/ 7914188 w 11269336"/>
              <a:gd name="connsiteY61" fmla="*/ 1150862 h 2323145"/>
              <a:gd name="connsiteX62" fmla="*/ 7914918 w 11269336"/>
              <a:gd name="connsiteY62" fmla="*/ 1168758 h 2323145"/>
              <a:gd name="connsiteX63" fmla="*/ 7875510 w 11269336"/>
              <a:gd name="connsiteY63" fmla="*/ 1183153 h 2323145"/>
              <a:gd name="connsiteX64" fmla="*/ 7829932 w 11269336"/>
              <a:gd name="connsiteY64" fmla="*/ 1180782 h 2323145"/>
              <a:gd name="connsiteX65" fmla="*/ 7779182 w 11269336"/>
              <a:gd name="connsiteY65" fmla="*/ 1192665 h 2323145"/>
              <a:gd name="connsiteX66" fmla="*/ 7748774 w 11269336"/>
              <a:gd name="connsiteY66" fmla="*/ 1199586 h 2323145"/>
              <a:gd name="connsiteX67" fmla="*/ 7671846 w 11269336"/>
              <a:gd name="connsiteY67" fmla="*/ 1231966 h 2323145"/>
              <a:gd name="connsiteX68" fmla="*/ 7554146 w 11269336"/>
              <a:gd name="connsiteY68" fmla="*/ 1319748 h 2323145"/>
              <a:gd name="connsiteX69" fmla="*/ 7515052 w 11269336"/>
              <a:gd name="connsiteY69" fmla="*/ 1336718 h 2323145"/>
              <a:gd name="connsiteX70" fmla="*/ 7507193 w 11269336"/>
              <a:gd name="connsiteY70" fmla="*/ 1334617 h 2323145"/>
              <a:gd name="connsiteX71" fmla="*/ 7461694 w 11269336"/>
              <a:gd name="connsiteY71" fmla="*/ 1375866 h 2323145"/>
              <a:gd name="connsiteX72" fmla="*/ 7377571 w 11269336"/>
              <a:gd name="connsiteY72" fmla="*/ 1400128 h 2323145"/>
              <a:gd name="connsiteX73" fmla="*/ 7311261 w 11269336"/>
              <a:gd name="connsiteY73" fmla="*/ 1412652 h 2323145"/>
              <a:gd name="connsiteX74" fmla="*/ 7275307 w 11269336"/>
              <a:gd name="connsiteY74" fmla="*/ 1422171 h 2323145"/>
              <a:gd name="connsiteX75" fmla="*/ 7247783 w 11269336"/>
              <a:gd name="connsiteY75" fmla="*/ 1426330 h 2323145"/>
              <a:gd name="connsiteX76" fmla="*/ 7185047 w 11269336"/>
              <a:gd name="connsiteY76" fmla="*/ 1451812 h 2323145"/>
              <a:gd name="connsiteX77" fmla="*/ 7084117 w 11269336"/>
              <a:gd name="connsiteY77" fmla="*/ 1500281 h 2323145"/>
              <a:gd name="connsiteX78" fmla="*/ 7062011 w 11269336"/>
              <a:gd name="connsiteY78" fmla="*/ 1509183 h 2323145"/>
              <a:gd name="connsiteX79" fmla="*/ 7040555 w 11269336"/>
              <a:gd name="connsiteY79" fmla="*/ 1511207 h 2323145"/>
              <a:gd name="connsiteX80" fmla="*/ 7033438 w 11269336"/>
              <a:gd name="connsiteY80" fmla="*/ 1506772 h 2323145"/>
              <a:gd name="connsiteX81" fmla="*/ 7020886 w 11269336"/>
              <a:gd name="connsiteY81" fmla="*/ 1510764 h 2323145"/>
              <a:gd name="connsiteX82" fmla="*/ 7017033 w 11269336"/>
              <a:gd name="connsiteY82" fmla="*/ 1510650 h 2323145"/>
              <a:gd name="connsiteX83" fmla="*/ 6995460 w 11269336"/>
              <a:gd name="connsiteY83" fmla="*/ 1511173 h 2323145"/>
              <a:gd name="connsiteX84" fmla="*/ 6962144 w 11269336"/>
              <a:gd name="connsiteY84" fmla="*/ 1541508 h 2323145"/>
              <a:gd name="connsiteX85" fmla="*/ 6910674 w 11269336"/>
              <a:gd name="connsiteY85" fmla="*/ 1554793 h 2323145"/>
              <a:gd name="connsiteX86" fmla="*/ 6732152 w 11269336"/>
              <a:gd name="connsiteY86" fmla="*/ 1642538 h 2323145"/>
              <a:gd name="connsiteX87" fmla="*/ 6694106 w 11269336"/>
              <a:gd name="connsiteY87" fmla="*/ 1632377 h 2323145"/>
              <a:gd name="connsiteX88" fmla="*/ 6617223 w 11269336"/>
              <a:gd name="connsiteY88" fmla="*/ 1659889 h 2323145"/>
              <a:gd name="connsiteX89" fmla="*/ 6521138 w 11269336"/>
              <a:gd name="connsiteY89" fmla="*/ 1744340 h 2323145"/>
              <a:gd name="connsiteX90" fmla="*/ 6380677 w 11269336"/>
              <a:gd name="connsiteY90" fmla="*/ 1796883 h 2323145"/>
              <a:gd name="connsiteX91" fmla="*/ 6374897 w 11269336"/>
              <a:gd name="connsiteY91" fmla="*/ 1809910 h 2323145"/>
              <a:gd name="connsiteX92" fmla="*/ 6364545 w 11269336"/>
              <a:gd name="connsiteY92" fmla="*/ 1820090 h 2323145"/>
              <a:gd name="connsiteX93" fmla="*/ 6362126 w 11269336"/>
              <a:gd name="connsiteY93" fmla="*/ 1819991 h 2323145"/>
              <a:gd name="connsiteX94" fmla="*/ 6346673 w 11269336"/>
              <a:gd name="connsiteY94" fmla="*/ 1827824 h 2323145"/>
              <a:gd name="connsiteX95" fmla="*/ 6345588 w 11269336"/>
              <a:gd name="connsiteY95" fmla="*/ 1832232 h 2323145"/>
              <a:gd name="connsiteX96" fmla="*/ 6335708 w 11269336"/>
              <a:gd name="connsiteY96" fmla="*/ 1838451 h 2323145"/>
              <a:gd name="connsiteX97" fmla="*/ 6318182 w 11269336"/>
              <a:gd name="connsiteY97" fmla="*/ 1852975 h 2323145"/>
              <a:gd name="connsiteX98" fmla="*/ 6313084 w 11269336"/>
              <a:gd name="connsiteY98" fmla="*/ 1853561 h 2323145"/>
              <a:gd name="connsiteX99" fmla="*/ 6283816 w 11269336"/>
              <a:gd name="connsiteY99" fmla="*/ 1872148 h 2323145"/>
              <a:gd name="connsiteX100" fmla="*/ 6282550 w 11269336"/>
              <a:gd name="connsiteY100" fmla="*/ 1871392 h 2323145"/>
              <a:gd name="connsiteX101" fmla="*/ 6270527 w 11269336"/>
              <a:gd name="connsiteY101" fmla="*/ 1872208 h 2323145"/>
              <a:gd name="connsiteX102" fmla="*/ 6249518 w 11269336"/>
              <a:gd name="connsiteY102" fmla="*/ 1876079 h 2323145"/>
              <a:gd name="connsiteX103" fmla="*/ 6190386 w 11269336"/>
              <a:gd name="connsiteY103" fmla="*/ 1872478 h 2323145"/>
              <a:gd name="connsiteX104" fmla="*/ 6159777 w 11269336"/>
              <a:gd name="connsiteY104" fmla="*/ 1891745 h 2323145"/>
              <a:gd name="connsiteX105" fmla="*/ 6153131 w 11269336"/>
              <a:gd name="connsiteY105" fmla="*/ 1895079 h 2323145"/>
              <a:gd name="connsiteX106" fmla="*/ 6152798 w 11269336"/>
              <a:gd name="connsiteY106" fmla="*/ 1894920 h 2323145"/>
              <a:gd name="connsiteX107" fmla="*/ 6145388 w 11269336"/>
              <a:gd name="connsiteY107" fmla="*/ 1897990 h 2323145"/>
              <a:gd name="connsiteX108" fmla="*/ 6141014 w 11269336"/>
              <a:gd name="connsiteY108" fmla="*/ 1901155 h 2323145"/>
              <a:gd name="connsiteX109" fmla="*/ 6128122 w 11269336"/>
              <a:gd name="connsiteY109" fmla="*/ 1907623 h 2323145"/>
              <a:gd name="connsiteX110" fmla="*/ 6122351 w 11269336"/>
              <a:gd name="connsiteY110" fmla="*/ 1908359 h 2323145"/>
              <a:gd name="connsiteX111" fmla="*/ 6064750 w 11269336"/>
              <a:gd name="connsiteY111" fmla="*/ 1896394 h 2323145"/>
              <a:gd name="connsiteX112" fmla="*/ 5964230 w 11269336"/>
              <a:gd name="connsiteY112" fmla="*/ 1910038 h 2323145"/>
              <a:gd name="connsiteX113" fmla="*/ 5865399 w 11269336"/>
              <a:gd name="connsiteY113" fmla="*/ 1926966 h 2323145"/>
              <a:gd name="connsiteX114" fmla="*/ 5829951 w 11269336"/>
              <a:gd name="connsiteY114" fmla="*/ 1934755 h 2323145"/>
              <a:gd name="connsiteX115" fmla="*/ 5765285 w 11269336"/>
              <a:gd name="connsiteY115" fmla="*/ 1941322 h 2323145"/>
              <a:gd name="connsiteX116" fmla="*/ 5734750 w 11269336"/>
              <a:gd name="connsiteY116" fmla="*/ 1939793 h 2323145"/>
              <a:gd name="connsiteX117" fmla="*/ 5733569 w 11269336"/>
              <a:gd name="connsiteY117" fmla="*/ 1940505 h 2323145"/>
              <a:gd name="connsiteX118" fmla="*/ 5730329 w 11269336"/>
              <a:gd name="connsiteY118" fmla="*/ 1937845 h 2323145"/>
              <a:gd name="connsiteX119" fmla="*/ 5724661 w 11269336"/>
              <a:gd name="connsiteY119" fmla="*/ 1937455 h 2323145"/>
              <a:gd name="connsiteX120" fmla="*/ 5710186 w 11269336"/>
              <a:gd name="connsiteY120" fmla="*/ 1941370 h 2323145"/>
              <a:gd name="connsiteX121" fmla="*/ 5704910 w 11269336"/>
              <a:gd name="connsiteY121" fmla="*/ 1943663 h 2323145"/>
              <a:gd name="connsiteX122" fmla="*/ 5696836 w 11269336"/>
              <a:gd name="connsiteY122" fmla="*/ 1945271 h 2323145"/>
              <a:gd name="connsiteX123" fmla="*/ 5696583 w 11269336"/>
              <a:gd name="connsiteY123" fmla="*/ 1945050 h 2323145"/>
              <a:gd name="connsiteX124" fmla="*/ 5689123 w 11269336"/>
              <a:gd name="connsiteY124" fmla="*/ 1947067 h 2323145"/>
              <a:gd name="connsiteX125" fmla="*/ 5653291 w 11269336"/>
              <a:gd name="connsiteY125" fmla="*/ 1960245 h 2323145"/>
              <a:gd name="connsiteX126" fmla="*/ 5599385 w 11269336"/>
              <a:gd name="connsiteY126" fmla="*/ 1945198 h 2323145"/>
              <a:gd name="connsiteX127" fmla="*/ 5578300 w 11269336"/>
              <a:gd name="connsiteY127" fmla="*/ 1944963 h 2323145"/>
              <a:gd name="connsiteX128" fmla="*/ 5566758 w 11269336"/>
              <a:gd name="connsiteY128" fmla="*/ 1943441 h 2323145"/>
              <a:gd name="connsiteX129" fmla="*/ 5565857 w 11269336"/>
              <a:gd name="connsiteY129" fmla="*/ 1942445 h 2323145"/>
              <a:gd name="connsiteX130" fmla="*/ 5531534 w 11269336"/>
              <a:gd name="connsiteY130" fmla="*/ 1955208 h 2323145"/>
              <a:gd name="connsiteX131" fmla="*/ 5526552 w 11269336"/>
              <a:gd name="connsiteY131" fmla="*/ 1954799 h 2323145"/>
              <a:gd name="connsiteX132" fmla="*/ 5504723 w 11269336"/>
              <a:gd name="connsiteY132" fmla="*/ 1965811 h 2323145"/>
              <a:gd name="connsiteX133" fmla="*/ 5493156 w 11269336"/>
              <a:gd name="connsiteY133" fmla="*/ 1970063 h 2323145"/>
              <a:gd name="connsiteX134" fmla="*/ 5490486 w 11269336"/>
              <a:gd name="connsiteY134" fmla="*/ 1974227 h 2323145"/>
              <a:gd name="connsiteX135" fmla="*/ 5473107 w 11269336"/>
              <a:gd name="connsiteY135" fmla="*/ 1979001 h 2323145"/>
              <a:gd name="connsiteX136" fmla="*/ 5470885 w 11269336"/>
              <a:gd name="connsiteY136" fmla="*/ 1978432 h 2323145"/>
              <a:gd name="connsiteX137" fmla="*/ 5457393 w 11269336"/>
              <a:gd name="connsiteY137" fmla="*/ 1986525 h 2323145"/>
              <a:gd name="connsiteX138" fmla="*/ 5447102 w 11269336"/>
              <a:gd name="connsiteY138" fmla="*/ 1998329 h 2323145"/>
              <a:gd name="connsiteX139" fmla="*/ 5159151 w 11269336"/>
              <a:gd name="connsiteY139" fmla="*/ 2029640 h 2323145"/>
              <a:gd name="connsiteX140" fmla="*/ 5060738 w 11269336"/>
              <a:gd name="connsiteY140" fmla="*/ 2083274 h 2323145"/>
              <a:gd name="connsiteX141" fmla="*/ 4860988 w 11269336"/>
              <a:gd name="connsiteY141" fmla="*/ 2135698 h 2323145"/>
              <a:gd name="connsiteX142" fmla="*/ 4807902 w 11269336"/>
              <a:gd name="connsiteY142" fmla="*/ 2138894 h 2323145"/>
              <a:gd name="connsiteX143" fmla="*/ 4765388 w 11269336"/>
              <a:gd name="connsiteY143" fmla="*/ 2162525 h 2323145"/>
              <a:gd name="connsiteX144" fmla="*/ 4745033 w 11269336"/>
              <a:gd name="connsiteY144" fmla="*/ 2158859 h 2323145"/>
              <a:gd name="connsiteX145" fmla="*/ 4741475 w 11269336"/>
              <a:gd name="connsiteY145" fmla="*/ 2157998 h 2323145"/>
              <a:gd name="connsiteX146" fmla="*/ 4728247 w 11269336"/>
              <a:gd name="connsiteY146" fmla="*/ 2159526 h 2323145"/>
              <a:gd name="connsiteX147" fmla="*/ 4723263 w 11269336"/>
              <a:gd name="connsiteY147" fmla="*/ 2153742 h 2323145"/>
              <a:gd name="connsiteX148" fmla="*/ 4702453 w 11269336"/>
              <a:gd name="connsiteY148" fmla="*/ 2151586 h 2323145"/>
              <a:gd name="connsiteX149" fmla="*/ 4678455 w 11269336"/>
              <a:gd name="connsiteY149" fmla="*/ 2156131 h 2323145"/>
              <a:gd name="connsiteX150" fmla="*/ 4593061 w 11269336"/>
              <a:gd name="connsiteY150" fmla="*/ 2171597 h 2323145"/>
              <a:gd name="connsiteX151" fmla="*/ 4579902 w 11269336"/>
              <a:gd name="connsiteY151" fmla="*/ 2177927 h 2323145"/>
              <a:gd name="connsiteX152" fmla="*/ 4533444 w 11269336"/>
              <a:gd name="connsiteY152" fmla="*/ 2181200 h 2323145"/>
              <a:gd name="connsiteX153" fmla="*/ 4492832 w 11269336"/>
              <a:gd name="connsiteY153" fmla="*/ 2188033 h 2323145"/>
              <a:gd name="connsiteX154" fmla="*/ 4467257 w 11269336"/>
              <a:gd name="connsiteY154" fmla="*/ 2196121 h 2323145"/>
              <a:gd name="connsiteX155" fmla="*/ 4459937 w 11269336"/>
              <a:gd name="connsiteY155" fmla="*/ 2195182 h 2323145"/>
              <a:gd name="connsiteX156" fmla="*/ 4433312 w 11269336"/>
              <a:gd name="connsiteY156" fmla="*/ 2199004 h 2323145"/>
              <a:gd name="connsiteX157" fmla="*/ 4420601 w 11269336"/>
              <a:gd name="connsiteY157" fmla="*/ 2205158 h 2323145"/>
              <a:gd name="connsiteX158" fmla="*/ 4405765 w 11269336"/>
              <a:gd name="connsiteY158" fmla="*/ 2199902 h 2323145"/>
              <a:gd name="connsiteX159" fmla="*/ 4401354 w 11269336"/>
              <a:gd name="connsiteY159" fmla="*/ 2194745 h 2323145"/>
              <a:gd name="connsiteX160" fmla="*/ 4383151 w 11269336"/>
              <a:gd name="connsiteY160" fmla="*/ 2201140 h 2323145"/>
              <a:gd name="connsiteX161" fmla="*/ 4366646 w 11269336"/>
              <a:gd name="connsiteY161" fmla="*/ 2198564 h 2323145"/>
              <a:gd name="connsiteX162" fmla="*/ 4354009 w 11269336"/>
              <a:gd name="connsiteY162" fmla="*/ 2204984 h 2323145"/>
              <a:gd name="connsiteX163" fmla="*/ 4348284 w 11269336"/>
              <a:gd name="connsiteY163" fmla="*/ 2205270 h 2323145"/>
              <a:gd name="connsiteX164" fmla="*/ 4333906 w 11269336"/>
              <a:gd name="connsiteY164" fmla="*/ 2205251 h 2323145"/>
              <a:gd name="connsiteX165" fmla="*/ 4308819 w 11269336"/>
              <a:gd name="connsiteY165" fmla="*/ 2203822 h 2323145"/>
              <a:gd name="connsiteX166" fmla="*/ 4301210 w 11269336"/>
              <a:gd name="connsiteY166" fmla="*/ 2204456 h 2323145"/>
              <a:gd name="connsiteX167" fmla="*/ 4283095 w 11269336"/>
              <a:gd name="connsiteY167" fmla="*/ 2198177 h 2323145"/>
              <a:gd name="connsiteX168" fmla="*/ 4250119 w 11269336"/>
              <a:gd name="connsiteY168" fmla="*/ 2196342 h 2323145"/>
              <a:gd name="connsiteX169" fmla="*/ 4189203 w 11269336"/>
              <a:gd name="connsiteY169" fmla="*/ 2178994 h 2323145"/>
              <a:gd name="connsiteX170" fmla="*/ 4154035 w 11269336"/>
              <a:gd name="connsiteY170" fmla="*/ 2171950 h 2323145"/>
              <a:gd name="connsiteX171" fmla="*/ 4129569 w 11269336"/>
              <a:gd name="connsiteY171" fmla="*/ 2163850 h 2323145"/>
              <a:gd name="connsiteX172" fmla="*/ 4061250 w 11269336"/>
              <a:gd name="connsiteY172" fmla="*/ 2159236 h 2323145"/>
              <a:gd name="connsiteX173" fmla="*/ 3945480 w 11269336"/>
              <a:gd name="connsiteY173" fmla="*/ 2158279 h 2323145"/>
              <a:gd name="connsiteX174" fmla="*/ 3921468 w 11269336"/>
              <a:gd name="connsiteY174" fmla="*/ 2156588 h 2323145"/>
              <a:gd name="connsiteX175" fmla="*/ 3903348 w 11269336"/>
              <a:gd name="connsiteY175" fmla="*/ 2149220 h 2323145"/>
              <a:gd name="connsiteX176" fmla="*/ 3901342 w 11269336"/>
              <a:gd name="connsiteY176" fmla="*/ 2142355 h 2323145"/>
              <a:gd name="connsiteX177" fmla="*/ 3888539 w 11269336"/>
              <a:gd name="connsiteY177" fmla="*/ 2140476 h 2323145"/>
              <a:gd name="connsiteX178" fmla="*/ 3885662 w 11269336"/>
              <a:gd name="connsiteY178" fmla="*/ 2138740 h 2323145"/>
              <a:gd name="connsiteX179" fmla="*/ 3868627 w 11269336"/>
              <a:gd name="connsiteY179" fmla="*/ 2130023 h 2323145"/>
              <a:gd name="connsiteX180" fmla="*/ 3819177 w 11269336"/>
              <a:gd name="connsiteY180" fmla="*/ 2142111 h 2323145"/>
              <a:gd name="connsiteX181" fmla="*/ 3769100 w 11269336"/>
              <a:gd name="connsiteY181" fmla="*/ 2131731 h 2323145"/>
              <a:gd name="connsiteX182" fmla="*/ 3562752 w 11269336"/>
              <a:gd name="connsiteY182" fmla="*/ 2131785 h 2323145"/>
              <a:gd name="connsiteX183" fmla="*/ 3541402 w 11269336"/>
              <a:gd name="connsiteY183" fmla="*/ 2106821 h 2323145"/>
              <a:gd name="connsiteX184" fmla="*/ 3460591 w 11269336"/>
              <a:gd name="connsiteY184" fmla="*/ 2097951 h 2323145"/>
              <a:gd name="connsiteX185" fmla="*/ 3320348 w 11269336"/>
              <a:gd name="connsiteY185" fmla="*/ 2130191 h 2323145"/>
              <a:gd name="connsiteX186" fmla="*/ 3170922 w 11269336"/>
              <a:gd name="connsiteY186" fmla="*/ 2115957 h 2323145"/>
              <a:gd name="connsiteX187" fmla="*/ 3156256 w 11269336"/>
              <a:gd name="connsiteY187" fmla="*/ 2124773 h 2323145"/>
              <a:gd name="connsiteX188" fmla="*/ 3140298 w 11269336"/>
              <a:gd name="connsiteY188" fmla="*/ 2129182 h 2323145"/>
              <a:gd name="connsiteX189" fmla="*/ 3138514 w 11269336"/>
              <a:gd name="connsiteY189" fmla="*/ 2128069 h 2323145"/>
              <a:gd name="connsiteX190" fmla="*/ 3120467 w 11269336"/>
              <a:gd name="connsiteY190" fmla="*/ 2128281 h 2323145"/>
              <a:gd name="connsiteX191" fmla="*/ 3116175 w 11269336"/>
              <a:gd name="connsiteY191" fmla="*/ 2131633 h 2323145"/>
              <a:gd name="connsiteX192" fmla="*/ 3103685 w 11269336"/>
              <a:gd name="connsiteY192" fmla="*/ 2132814 h 2323145"/>
              <a:gd name="connsiteX193" fmla="*/ 3078794 w 11269336"/>
              <a:gd name="connsiteY193" fmla="*/ 2137935 h 2323145"/>
              <a:gd name="connsiteX194" fmla="*/ 3074407 w 11269336"/>
              <a:gd name="connsiteY194" fmla="*/ 2136274 h 2323145"/>
              <a:gd name="connsiteX195" fmla="*/ 3037285 w 11269336"/>
              <a:gd name="connsiteY195" fmla="*/ 2139919 h 2323145"/>
              <a:gd name="connsiteX196" fmla="*/ 3036901 w 11269336"/>
              <a:gd name="connsiteY196" fmla="*/ 2138726 h 2323145"/>
              <a:gd name="connsiteX197" fmla="*/ 3026996 w 11269336"/>
              <a:gd name="connsiteY197" fmla="*/ 2134322 h 2323145"/>
              <a:gd name="connsiteX198" fmla="*/ 3007772 w 11269336"/>
              <a:gd name="connsiteY198" fmla="*/ 2128742 h 2323145"/>
              <a:gd name="connsiteX199" fmla="*/ 2965030 w 11269336"/>
              <a:gd name="connsiteY199" fmla="*/ 2100494 h 2323145"/>
              <a:gd name="connsiteX200" fmla="*/ 2926342 w 11269336"/>
              <a:gd name="connsiteY200" fmla="*/ 2104155 h 2323145"/>
              <a:gd name="connsiteX201" fmla="*/ 2918608 w 11269336"/>
              <a:gd name="connsiteY201" fmla="*/ 2104215 h 2323145"/>
              <a:gd name="connsiteX202" fmla="*/ 2918475 w 11269336"/>
              <a:gd name="connsiteY202" fmla="*/ 2103937 h 2323145"/>
              <a:gd name="connsiteX203" fmla="*/ 2910360 w 11269336"/>
              <a:gd name="connsiteY203" fmla="*/ 2103444 h 2323145"/>
              <a:gd name="connsiteX204" fmla="*/ 2904507 w 11269336"/>
              <a:gd name="connsiteY204" fmla="*/ 2104326 h 2323145"/>
              <a:gd name="connsiteX205" fmla="*/ 2889503 w 11269336"/>
              <a:gd name="connsiteY205" fmla="*/ 2104443 h 2323145"/>
              <a:gd name="connsiteX206" fmla="*/ 2884480 w 11269336"/>
              <a:gd name="connsiteY206" fmla="*/ 2102626 h 2323145"/>
              <a:gd name="connsiteX207" fmla="*/ 2882689 w 11269336"/>
              <a:gd name="connsiteY207" fmla="*/ 2099228 h 2323145"/>
              <a:gd name="connsiteX208" fmla="*/ 2881291 w 11269336"/>
              <a:gd name="connsiteY208" fmla="*/ 2099618 h 2323145"/>
              <a:gd name="connsiteX209" fmla="*/ 2853979 w 11269336"/>
              <a:gd name="connsiteY209" fmla="*/ 2090388 h 2323145"/>
              <a:gd name="connsiteX210" fmla="*/ 2791790 w 11269336"/>
              <a:gd name="connsiteY210" fmla="*/ 2080332 h 2323145"/>
              <a:gd name="connsiteX211" fmla="*/ 2755844 w 11269336"/>
              <a:gd name="connsiteY211" fmla="*/ 2078874 h 2323145"/>
              <a:gd name="connsiteX212" fmla="*/ 2657742 w 11269336"/>
              <a:gd name="connsiteY212" fmla="*/ 2070179 h 2323145"/>
              <a:gd name="connsiteX213" fmla="*/ 2559549 w 11269336"/>
              <a:gd name="connsiteY213" fmla="*/ 2057873 h 2323145"/>
              <a:gd name="connsiteX214" fmla="*/ 2512054 w 11269336"/>
              <a:gd name="connsiteY214" fmla="*/ 2031671 h 2323145"/>
              <a:gd name="connsiteX215" fmla="*/ 2506437 w 11269336"/>
              <a:gd name="connsiteY215" fmla="*/ 2030918 h 2323145"/>
              <a:gd name="connsiteX216" fmla="*/ 2491752 w 11269336"/>
              <a:gd name="connsiteY216" fmla="*/ 2033906 h 2323145"/>
              <a:gd name="connsiteX217" fmla="*/ 2486338 w 11269336"/>
              <a:gd name="connsiteY217" fmla="*/ 2035862 h 2323145"/>
              <a:gd name="connsiteX218" fmla="*/ 2478186 w 11269336"/>
              <a:gd name="connsiteY218" fmla="*/ 2036953 h 2323145"/>
              <a:gd name="connsiteX219" fmla="*/ 2477950 w 11269336"/>
              <a:gd name="connsiteY219" fmla="*/ 2036715 h 2323145"/>
              <a:gd name="connsiteX220" fmla="*/ 2470381 w 11269336"/>
              <a:gd name="connsiteY220" fmla="*/ 2038256 h 2323145"/>
              <a:gd name="connsiteX221" fmla="*/ 2433781 w 11269336"/>
              <a:gd name="connsiteY221" fmla="*/ 2049140 h 2323145"/>
              <a:gd name="connsiteX222" fmla="*/ 2381172 w 11269336"/>
              <a:gd name="connsiteY222" fmla="*/ 2030645 h 2323145"/>
              <a:gd name="connsiteX223" fmla="*/ 2360198 w 11269336"/>
              <a:gd name="connsiteY223" fmla="*/ 2029059 h 2323145"/>
              <a:gd name="connsiteX224" fmla="*/ 2348815 w 11269336"/>
              <a:gd name="connsiteY224" fmla="*/ 2026798 h 2323145"/>
              <a:gd name="connsiteX225" fmla="*/ 2347988 w 11269336"/>
              <a:gd name="connsiteY225" fmla="*/ 2025745 h 2323145"/>
              <a:gd name="connsiteX226" fmla="*/ 2312920 w 11269336"/>
              <a:gd name="connsiteY226" fmla="*/ 2036311 h 2323145"/>
              <a:gd name="connsiteX227" fmla="*/ 2307986 w 11269336"/>
              <a:gd name="connsiteY227" fmla="*/ 2035583 h 2323145"/>
              <a:gd name="connsiteX228" fmla="*/ 2285481 w 11269336"/>
              <a:gd name="connsiteY228" fmla="*/ 2045197 h 2323145"/>
              <a:gd name="connsiteX229" fmla="*/ 2273666 w 11269336"/>
              <a:gd name="connsiteY229" fmla="*/ 2048710 h 2323145"/>
              <a:gd name="connsiteX230" fmla="*/ 2270719 w 11269336"/>
              <a:gd name="connsiteY230" fmla="*/ 2052702 h 2323145"/>
              <a:gd name="connsiteX231" fmla="*/ 2253080 w 11269336"/>
              <a:gd name="connsiteY231" fmla="*/ 2056363 h 2323145"/>
              <a:gd name="connsiteX232" fmla="*/ 2250906 w 11269336"/>
              <a:gd name="connsiteY232" fmla="*/ 2055654 h 2323145"/>
              <a:gd name="connsiteX233" fmla="*/ 2236905 w 11269336"/>
              <a:gd name="connsiteY233" fmla="*/ 2062882 h 2323145"/>
              <a:gd name="connsiteX234" fmla="*/ 2225830 w 11269336"/>
              <a:gd name="connsiteY234" fmla="*/ 2074027 h 2323145"/>
              <a:gd name="connsiteX235" fmla="*/ 2073776 w 11269336"/>
              <a:gd name="connsiteY235" fmla="*/ 2089244 h 2323145"/>
              <a:gd name="connsiteX236" fmla="*/ 1948256 w 11269336"/>
              <a:gd name="connsiteY236" fmla="*/ 2146616 h 2323145"/>
              <a:gd name="connsiteX237" fmla="*/ 1865582 w 11269336"/>
              <a:gd name="connsiteY237" fmla="*/ 2153738 h 2323145"/>
              <a:gd name="connsiteX238" fmla="*/ 1835210 w 11269336"/>
              <a:gd name="connsiteY238" fmla="*/ 2134244 h 2323145"/>
              <a:gd name="connsiteX239" fmla="*/ 1632661 w 11269336"/>
              <a:gd name="connsiteY239" fmla="*/ 2173882 h 2323145"/>
              <a:gd name="connsiteX240" fmla="*/ 1579590 w 11269336"/>
              <a:gd name="connsiteY240" fmla="*/ 2173680 h 2323145"/>
              <a:gd name="connsiteX241" fmla="*/ 1535601 w 11269336"/>
              <a:gd name="connsiteY241" fmla="*/ 2194590 h 2323145"/>
              <a:gd name="connsiteX242" fmla="*/ 1515594 w 11269336"/>
              <a:gd name="connsiteY242" fmla="*/ 2189622 h 2323145"/>
              <a:gd name="connsiteX243" fmla="*/ 1512113 w 11269336"/>
              <a:gd name="connsiteY243" fmla="*/ 2188534 h 2323145"/>
              <a:gd name="connsiteX244" fmla="*/ 1498838 w 11269336"/>
              <a:gd name="connsiteY244" fmla="*/ 2189213 h 2323145"/>
              <a:gd name="connsiteX245" fmla="*/ 1494279 w 11269336"/>
              <a:gd name="connsiteY245" fmla="*/ 2183112 h 2323145"/>
              <a:gd name="connsiteX246" fmla="*/ 1473714 w 11269336"/>
              <a:gd name="connsiteY246" fmla="*/ 2179625 h 2323145"/>
              <a:gd name="connsiteX247" fmla="*/ 1449503 w 11269336"/>
              <a:gd name="connsiteY247" fmla="*/ 2182633 h 2323145"/>
              <a:gd name="connsiteX248" fmla="*/ 1335495 w 11269336"/>
              <a:gd name="connsiteY248" fmla="*/ 2203940 h 2323145"/>
              <a:gd name="connsiteX249" fmla="*/ 1266687 w 11269336"/>
              <a:gd name="connsiteY249" fmla="*/ 2212688 h 2323145"/>
              <a:gd name="connsiteX250" fmla="*/ 1239614 w 11269336"/>
              <a:gd name="connsiteY250" fmla="*/ 2209727 h 2323145"/>
              <a:gd name="connsiteX251" fmla="*/ 1202436 w 11269336"/>
              <a:gd name="connsiteY251" fmla="*/ 2209817 h 2323145"/>
              <a:gd name="connsiteX252" fmla="*/ 1136097 w 11269336"/>
              <a:gd name="connsiteY252" fmla="*/ 2205112 h 2323145"/>
              <a:gd name="connsiteX253" fmla="*/ 1048229 w 11269336"/>
              <a:gd name="connsiteY253" fmla="*/ 2207249 h 2323145"/>
              <a:gd name="connsiteX254" fmla="*/ 988232 w 11269336"/>
              <a:gd name="connsiteY254" fmla="*/ 2235635 h 2323145"/>
              <a:gd name="connsiteX255" fmla="*/ 981959 w 11269336"/>
              <a:gd name="connsiteY255" fmla="*/ 2231607 h 2323145"/>
              <a:gd name="connsiteX256" fmla="*/ 938600 w 11269336"/>
              <a:gd name="connsiteY256" fmla="*/ 2238113 h 2323145"/>
              <a:gd name="connsiteX257" fmla="*/ 791788 w 11269336"/>
              <a:gd name="connsiteY257" fmla="*/ 2293224 h 2323145"/>
              <a:gd name="connsiteX258" fmla="*/ 706914 w 11269336"/>
              <a:gd name="connsiteY258" fmla="*/ 2305046 h 2323145"/>
              <a:gd name="connsiteX259" fmla="*/ 675971 w 11269336"/>
              <a:gd name="connsiteY259" fmla="*/ 2304030 h 2323145"/>
              <a:gd name="connsiteX260" fmla="*/ 624180 w 11269336"/>
              <a:gd name="connsiteY260" fmla="*/ 2302650 h 2323145"/>
              <a:gd name="connsiteX261" fmla="*/ 583453 w 11269336"/>
              <a:gd name="connsiteY261" fmla="*/ 2288788 h 2323145"/>
              <a:gd name="connsiteX262" fmla="*/ 540946 w 11269336"/>
              <a:gd name="connsiteY262" fmla="*/ 2292721 h 2323145"/>
              <a:gd name="connsiteX263" fmla="*/ 533680 w 11269336"/>
              <a:gd name="connsiteY263" fmla="*/ 2310233 h 2323145"/>
              <a:gd name="connsiteX264" fmla="*/ 487366 w 11269336"/>
              <a:gd name="connsiteY264" fmla="*/ 2309053 h 2323145"/>
              <a:gd name="connsiteX265" fmla="*/ 416820 w 11269336"/>
              <a:gd name="connsiteY265" fmla="*/ 2305443 h 2323145"/>
              <a:gd name="connsiteX266" fmla="*/ 376805 w 11269336"/>
              <a:gd name="connsiteY266" fmla="*/ 2307647 h 2323145"/>
              <a:gd name="connsiteX267" fmla="*/ 266777 w 11269336"/>
              <a:gd name="connsiteY267" fmla="*/ 2309012 h 2323145"/>
              <a:gd name="connsiteX268" fmla="*/ 156013 w 11269336"/>
              <a:gd name="connsiteY268" fmla="*/ 2306832 h 2323145"/>
              <a:gd name="connsiteX269" fmla="*/ 87258 w 11269336"/>
              <a:gd name="connsiteY269" fmla="*/ 2285511 h 2323145"/>
              <a:gd name="connsiteX270" fmla="*/ 23798 w 11269336"/>
              <a:gd name="connsiteY270" fmla="*/ 2281822 h 2323145"/>
              <a:gd name="connsiteX271" fmla="*/ 0 w 11269336"/>
              <a:gd name="connsiteY271" fmla="*/ 2285369 h 2323145"/>
              <a:gd name="connsiteX272" fmla="*/ 0 w 11269336"/>
              <a:gd name="connsiteY272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837498 w 11269336"/>
              <a:gd name="connsiteY32" fmla="*/ 885664 h 2323145"/>
              <a:gd name="connsiteX33" fmla="*/ 8795998 w 11269336"/>
              <a:gd name="connsiteY33" fmla="*/ 863337 h 2323145"/>
              <a:gd name="connsiteX34" fmla="*/ 8776970 w 11269336"/>
              <a:gd name="connsiteY34" fmla="*/ 885177 h 2323145"/>
              <a:gd name="connsiteX35" fmla="*/ 8755719 w 11269336"/>
              <a:gd name="connsiteY35" fmla="*/ 889754 h 2323145"/>
              <a:gd name="connsiteX36" fmla="*/ 8743257 w 11269336"/>
              <a:gd name="connsiteY36" fmla="*/ 904723 h 2323145"/>
              <a:gd name="connsiteX37" fmla="*/ 8721366 w 11269336"/>
              <a:gd name="connsiteY37" fmla="*/ 904711 h 2323145"/>
              <a:gd name="connsiteX38" fmla="*/ 8678353 w 11269336"/>
              <a:gd name="connsiteY38" fmla="*/ 926318 h 2323145"/>
              <a:gd name="connsiteX39" fmla="*/ 8636849 w 11269336"/>
              <a:gd name="connsiteY39" fmla="*/ 937900 h 2323145"/>
              <a:gd name="connsiteX40" fmla="*/ 8620213 w 11269336"/>
              <a:gd name="connsiteY40" fmla="*/ 943068 h 2323145"/>
              <a:gd name="connsiteX41" fmla="*/ 8612581 w 11269336"/>
              <a:gd name="connsiteY41" fmla="*/ 952695 h 2323145"/>
              <a:gd name="connsiteX42" fmla="*/ 8589038 w 11269336"/>
              <a:gd name="connsiteY42" fmla="*/ 963892 h 2323145"/>
              <a:gd name="connsiteX43" fmla="*/ 8579950 w 11269336"/>
              <a:gd name="connsiteY43" fmla="*/ 960899 h 2323145"/>
              <a:gd name="connsiteX44" fmla="*/ 8579319 w 11269336"/>
              <a:gd name="connsiteY44" fmla="*/ 965630 h 2323145"/>
              <a:gd name="connsiteX45" fmla="*/ 8547429 w 11269336"/>
              <a:gd name="connsiteY45" fmla="*/ 984506 h 2323145"/>
              <a:gd name="connsiteX46" fmla="*/ 8478704 w 11269336"/>
              <a:gd name="connsiteY46" fmla="*/ 1025490 h 2323145"/>
              <a:gd name="connsiteX47" fmla="*/ 8461421 w 11269336"/>
              <a:gd name="connsiteY47" fmla="*/ 1035512 h 2323145"/>
              <a:gd name="connsiteX48" fmla="*/ 8445003 w 11269336"/>
              <a:gd name="connsiteY48" fmla="*/ 1036851 h 2323145"/>
              <a:gd name="connsiteX49" fmla="*/ 8357350 w 11269336"/>
              <a:gd name="connsiteY49" fmla="*/ 1060213 h 2323145"/>
              <a:gd name="connsiteX50" fmla="*/ 8335565 w 11269336"/>
              <a:gd name="connsiteY50" fmla="*/ 1061151 h 2323145"/>
              <a:gd name="connsiteX51" fmla="*/ 8325267 w 11269336"/>
              <a:gd name="connsiteY51" fmla="*/ 1055919 h 2323145"/>
              <a:gd name="connsiteX52" fmla="*/ 8293586 w 11269336"/>
              <a:gd name="connsiteY52" fmla="*/ 1076144 h 2323145"/>
              <a:gd name="connsiteX53" fmla="*/ 8242405 w 11269336"/>
              <a:gd name="connsiteY53" fmla="*/ 1095960 h 2323145"/>
              <a:gd name="connsiteX54" fmla="*/ 8218531 w 11269336"/>
              <a:gd name="connsiteY54" fmla="*/ 1107622 h 2323145"/>
              <a:gd name="connsiteX55" fmla="*/ 8197391 w 11269336"/>
              <a:gd name="connsiteY55" fmla="*/ 1107746 h 2323145"/>
              <a:gd name="connsiteX56" fmla="*/ 8081474 w 11269336"/>
              <a:gd name="connsiteY56" fmla="*/ 1130125 h 2323145"/>
              <a:gd name="connsiteX57" fmla="*/ 8053585 w 11269336"/>
              <a:gd name="connsiteY57" fmla="*/ 1129169 h 2323145"/>
              <a:gd name="connsiteX58" fmla="*/ 8038422 w 11269336"/>
              <a:gd name="connsiteY58" fmla="*/ 1119092 h 2323145"/>
              <a:gd name="connsiteX59" fmla="*/ 8029450 w 11269336"/>
              <a:gd name="connsiteY59" fmla="*/ 1125592 h 2323145"/>
              <a:gd name="connsiteX60" fmla="*/ 7959552 w 11269336"/>
              <a:gd name="connsiteY60" fmla="*/ 1140188 h 2323145"/>
              <a:gd name="connsiteX61" fmla="*/ 7914188 w 11269336"/>
              <a:gd name="connsiteY61" fmla="*/ 1150862 h 2323145"/>
              <a:gd name="connsiteX62" fmla="*/ 7914918 w 11269336"/>
              <a:gd name="connsiteY62" fmla="*/ 1168758 h 2323145"/>
              <a:gd name="connsiteX63" fmla="*/ 7875510 w 11269336"/>
              <a:gd name="connsiteY63" fmla="*/ 1183153 h 2323145"/>
              <a:gd name="connsiteX64" fmla="*/ 7829932 w 11269336"/>
              <a:gd name="connsiteY64" fmla="*/ 1180782 h 2323145"/>
              <a:gd name="connsiteX65" fmla="*/ 7779182 w 11269336"/>
              <a:gd name="connsiteY65" fmla="*/ 1192665 h 2323145"/>
              <a:gd name="connsiteX66" fmla="*/ 7748774 w 11269336"/>
              <a:gd name="connsiteY66" fmla="*/ 1199586 h 2323145"/>
              <a:gd name="connsiteX67" fmla="*/ 7671846 w 11269336"/>
              <a:gd name="connsiteY67" fmla="*/ 1231966 h 2323145"/>
              <a:gd name="connsiteX68" fmla="*/ 7554146 w 11269336"/>
              <a:gd name="connsiteY68" fmla="*/ 1319748 h 2323145"/>
              <a:gd name="connsiteX69" fmla="*/ 7515052 w 11269336"/>
              <a:gd name="connsiteY69" fmla="*/ 1336718 h 2323145"/>
              <a:gd name="connsiteX70" fmla="*/ 7507193 w 11269336"/>
              <a:gd name="connsiteY70" fmla="*/ 1334617 h 2323145"/>
              <a:gd name="connsiteX71" fmla="*/ 7461694 w 11269336"/>
              <a:gd name="connsiteY71" fmla="*/ 1375866 h 2323145"/>
              <a:gd name="connsiteX72" fmla="*/ 7377571 w 11269336"/>
              <a:gd name="connsiteY72" fmla="*/ 1400128 h 2323145"/>
              <a:gd name="connsiteX73" fmla="*/ 7311261 w 11269336"/>
              <a:gd name="connsiteY73" fmla="*/ 1412652 h 2323145"/>
              <a:gd name="connsiteX74" fmla="*/ 7275307 w 11269336"/>
              <a:gd name="connsiteY74" fmla="*/ 1422171 h 2323145"/>
              <a:gd name="connsiteX75" fmla="*/ 7247783 w 11269336"/>
              <a:gd name="connsiteY75" fmla="*/ 1426330 h 2323145"/>
              <a:gd name="connsiteX76" fmla="*/ 7185047 w 11269336"/>
              <a:gd name="connsiteY76" fmla="*/ 1451812 h 2323145"/>
              <a:gd name="connsiteX77" fmla="*/ 7084117 w 11269336"/>
              <a:gd name="connsiteY77" fmla="*/ 1500281 h 2323145"/>
              <a:gd name="connsiteX78" fmla="*/ 7062011 w 11269336"/>
              <a:gd name="connsiteY78" fmla="*/ 1509183 h 2323145"/>
              <a:gd name="connsiteX79" fmla="*/ 7040555 w 11269336"/>
              <a:gd name="connsiteY79" fmla="*/ 1511207 h 2323145"/>
              <a:gd name="connsiteX80" fmla="*/ 7033438 w 11269336"/>
              <a:gd name="connsiteY80" fmla="*/ 1506772 h 2323145"/>
              <a:gd name="connsiteX81" fmla="*/ 7020886 w 11269336"/>
              <a:gd name="connsiteY81" fmla="*/ 1510764 h 2323145"/>
              <a:gd name="connsiteX82" fmla="*/ 7017033 w 11269336"/>
              <a:gd name="connsiteY82" fmla="*/ 1510650 h 2323145"/>
              <a:gd name="connsiteX83" fmla="*/ 6995460 w 11269336"/>
              <a:gd name="connsiteY83" fmla="*/ 1511173 h 2323145"/>
              <a:gd name="connsiteX84" fmla="*/ 6962144 w 11269336"/>
              <a:gd name="connsiteY84" fmla="*/ 1541508 h 2323145"/>
              <a:gd name="connsiteX85" fmla="*/ 6910674 w 11269336"/>
              <a:gd name="connsiteY85" fmla="*/ 1554793 h 2323145"/>
              <a:gd name="connsiteX86" fmla="*/ 6732152 w 11269336"/>
              <a:gd name="connsiteY86" fmla="*/ 1642538 h 2323145"/>
              <a:gd name="connsiteX87" fmla="*/ 6694106 w 11269336"/>
              <a:gd name="connsiteY87" fmla="*/ 1632377 h 2323145"/>
              <a:gd name="connsiteX88" fmla="*/ 6617223 w 11269336"/>
              <a:gd name="connsiteY88" fmla="*/ 1659889 h 2323145"/>
              <a:gd name="connsiteX89" fmla="*/ 6521138 w 11269336"/>
              <a:gd name="connsiteY89" fmla="*/ 1744340 h 2323145"/>
              <a:gd name="connsiteX90" fmla="*/ 6380677 w 11269336"/>
              <a:gd name="connsiteY90" fmla="*/ 1796883 h 2323145"/>
              <a:gd name="connsiteX91" fmla="*/ 6374897 w 11269336"/>
              <a:gd name="connsiteY91" fmla="*/ 1809910 h 2323145"/>
              <a:gd name="connsiteX92" fmla="*/ 6364545 w 11269336"/>
              <a:gd name="connsiteY92" fmla="*/ 1820090 h 2323145"/>
              <a:gd name="connsiteX93" fmla="*/ 6362126 w 11269336"/>
              <a:gd name="connsiteY93" fmla="*/ 1819991 h 2323145"/>
              <a:gd name="connsiteX94" fmla="*/ 6346673 w 11269336"/>
              <a:gd name="connsiteY94" fmla="*/ 1827824 h 2323145"/>
              <a:gd name="connsiteX95" fmla="*/ 6345588 w 11269336"/>
              <a:gd name="connsiteY95" fmla="*/ 1832232 h 2323145"/>
              <a:gd name="connsiteX96" fmla="*/ 6335708 w 11269336"/>
              <a:gd name="connsiteY96" fmla="*/ 1838451 h 2323145"/>
              <a:gd name="connsiteX97" fmla="*/ 6318182 w 11269336"/>
              <a:gd name="connsiteY97" fmla="*/ 1852975 h 2323145"/>
              <a:gd name="connsiteX98" fmla="*/ 6313084 w 11269336"/>
              <a:gd name="connsiteY98" fmla="*/ 1853561 h 2323145"/>
              <a:gd name="connsiteX99" fmla="*/ 6283816 w 11269336"/>
              <a:gd name="connsiteY99" fmla="*/ 1872148 h 2323145"/>
              <a:gd name="connsiteX100" fmla="*/ 6282550 w 11269336"/>
              <a:gd name="connsiteY100" fmla="*/ 1871392 h 2323145"/>
              <a:gd name="connsiteX101" fmla="*/ 6270527 w 11269336"/>
              <a:gd name="connsiteY101" fmla="*/ 1872208 h 2323145"/>
              <a:gd name="connsiteX102" fmla="*/ 6249518 w 11269336"/>
              <a:gd name="connsiteY102" fmla="*/ 1876079 h 2323145"/>
              <a:gd name="connsiteX103" fmla="*/ 6190386 w 11269336"/>
              <a:gd name="connsiteY103" fmla="*/ 1872478 h 2323145"/>
              <a:gd name="connsiteX104" fmla="*/ 6159777 w 11269336"/>
              <a:gd name="connsiteY104" fmla="*/ 1891745 h 2323145"/>
              <a:gd name="connsiteX105" fmla="*/ 6153131 w 11269336"/>
              <a:gd name="connsiteY105" fmla="*/ 1895079 h 2323145"/>
              <a:gd name="connsiteX106" fmla="*/ 6152798 w 11269336"/>
              <a:gd name="connsiteY106" fmla="*/ 1894920 h 2323145"/>
              <a:gd name="connsiteX107" fmla="*/ 6145388 w 11269336"/>
              <a:gd name="connsiteY107" fmla="*/ 1897990 h 2323145"/>
              <a:gd name="connsiteX108" fmla="*/ 6141014 w 11269336"/>
              <a:gd name="connsiteY108" fmla="*/ 1901155 h 2323145"/>
              <a:gd name="connsiteX109" fmla="*/ 6128122 w 11269336"/>
              <a:gd name="connsiteY109" fmla="*/ 1907623 h 2323145"/>
              <a:gd name="connsiteX110" fmla="*/ 6122351 w 11269336"/>
              <a:gd name="connsiteY110" fmla="*/ 1908359 h 2323145"/>
              <a:gd name="connsiteX111" fmla="*/ 6064750 w 11269336"/>
              <a:gd name="connsiteY111" fmla="*/ 1896394 h 2323145"/>
              <a:gd name="connsiteX112" fmla="*/ 5964230 w 11269336"/>
              <a:gd name="connsiteY112" fmla="*/ 1910038 h 2323145"/>
              <a:gd name="connsiteX113" fmla="*/ 5865399 w 11269336"/>
              <a:gd name="connsiteY113" fmla="*/ 1926966 h 2323145"/>
              <a:gd name="connsiteX114" fmla="*/ 5829951 w 11269336"/>
              <a:gd name="connsiteY114" fmla="*/ 1934755 h 2323145"/>
              <a:gd name="connsiteX115" fmla="*/ 5765285 w 11269336"/>
              <a:gd name="connsiteY115" fmla="*/ 1941322 h 2323145"/>
              <a:gd name="connsiteX116" fmla="*/ 5734750 w 11269336"/>
              <a:gd name="connsiteY116" fmla="*/ 1939793 h 2323145"/>
              <a:gd name="connsiteX117" fmla="*/ 5733569 w 11269336"/>
              <a:gd name="connsiteY117" fmla="*/ 1940505 h 2323145"/>
              <a:gd name="connsiteX118" fmla="*/ 5730329 w 11269336"/>
              <a:gd name="connsiteY118" fmla="*/ 1937845 h 2323145"/>
              <a:gd name="connsiteX119" fmla="*/ 5724661 w 11269336"/>
              <a:gd name="connsiteY119" fmla="*/ 1937455 h 2323145"/>
              <a:gd name="connsiteX120" fmla="*/ 5710186 w 11269336"/>
              <a:gd name="connsiteY120" fmla="*/ 1941370 h 2323145"/>
              <a:gd name="connsiteX121" fmla="*/ 5704910 w 11269336"/>
              <a:gd name="connsiteY121" fmla="*/ 1943663 h 2323145"/>
              <a:gd name="connsiteX122" fmla="*/ 5696836 w 11269336"/>
              <a:gd name="connsiteY122" fmla="*/ 1945271 h 2323145"/>
              <a:gd name="connsiteX123" fmla="*/ 5696583 w 11269336"/>
              <a:gd name="connsiteY123" fmla="*/ 1945050 h 2323145"/>
              <a:gd name="connsiteX124" fmla="*/ 5689123 w 11269336"/>
              <a:gd name="connsiteY124" fmla="*/ 1947067 h 2323145"/>
              <a:gd name="connsiteX125" fmla="*/ 5653291 w 11269336"/>
              <a:gd name="connsiteY125" fmla="*/ 1960245 h 2323145"/>
              <a:gd name="connsiteX126" fmla="*/ 5599385 w 11269336"/>
              <a:gd name="connsiteY126" fmla="*/ 1945198 h 2323145"/>
              <a:gd name="connsiteX127" fmla="*/ 5578300 w 11269336"/>
              <a:gd name="connsiteY127" fmla="*/ 1944963 h 2323145"/>
              <a:gd name="connsiteX128" fmla="*/ 5566758 w 11269336"/>
              <a:gd name="connsiteY128" fmla="*/ 1943441 h 2323145"/>
              <a:gd name="connsiteX129" fmla="*/ 5565857 w 11269336"/>
              <a:gd name="connsiteY129" fmla="*/ 1942445 h 2323145"/>
              <a:gd name="connsiteX130" fmla="*/ 5531534 w 11269336"/>
              <a:gd name="connsiteY130" fmla="*/ 1955208 h 2323145"/>
              <a:gd name="connsiteX131" fmla="*/ 5526552 w 11269336"/>
              <a:gd name="connsiteY131" fmla="*/ 1954799 h 2323145"/>
              <a:gd name="connsiteX132" fmla="*/ 5504723 w 11269336"/>
              <a:gd name="connsiteY132" fmla="*/ 1965811 h 2323145"/>
              <a:gd name="connsiteX133" fmla="*/ 5493156 w 11269336"/>
              <a:gd name="connsiteY133" fmla="*/ 1970063 h 2323145"/>
              <a:gd name="connsiteX134" fmla="*/ 5490486 w 11269336"/>
              <a:gd name="connsiteY134" fmla="*/ 1974227 h 2323145"/>
              <a:gd name="connsiteX135" fmla="*/ 5473107 w 11269336"/>
              <a:gd name="connsiteY135" fmla="*/ 1979001 h 2323145"/>
              <a:gd name="connsiteX136" fmla="*/ 5470885 w 11269336"/>
              <a:gd name="connsiteY136" fmla="*/ 1978432 h 2323145"/>
              <a:gd name="connsiteX137" fmla="*/ 5457393 w 11269336"/>
              <a:gd name="connsiteY137" fmla="*/ 1986525 h 2323145"/>
              <a:gd name="connsiteX138" fmla="*/ 5447102 w 11269336"/>
              <a:gd name="connsiteY138" fmla="*/ 1998329 h 2323145"/>
              <a:gd name="connsiteX139" fmla="*/ 5159151 w 11269336"/>
              <a:gd name="connsiteY139" fmla="*/ 2029640 h 2323145"/>
              <a:gd name="connsiteX140" fmla="*/ 5041688 w 11269336"/>
              <a:gd name="connsiteY140" fmla="*/ 2022334 h 2323145"/>
              <a:gd name="connsiteX141" fmla="*/ 4860988 w 11269336"/>
              <a:gd name="connsiteY141" fmla="*/ 2135698 h 2323145"/>
              <a:gd name="connsiteX142" fmla="*/ 4807902 w 11269336"/>
              <a:gd name="connsiteY142" fmla="*/ 2138894 h 2323145"/>
              <a:gd name="connsiteX143" fmla="*/ 4765388 w 11269336"/>
              <a:gd name="connsiteY143" fmla="*/ 2162525 h 2323145"/>
              <a:gd name="connsiteX144" fmla="*/ 4745033 w 11269336"/>
              <a:gd name="connsiteY144" fmla="*/ 2158859 h 2323145"/>
              <a:gd name="connsiteX145" fmla="*/ 4741475 w 11269336"/>
              <a:gd name="connsiteY145" fmla="*/ 2157998 h 2323145"/>
              <a:gd name="connsiteX146" fmla="*/ 4728247 w 11269336"/>
              <a:gd name="connsiteY146" fmla="*/ 2159526 h 2323145"/>
              <a:gd name="connsiteX147" fmla="*/ 4723263 w 11269336"/>
              <a:gd name="connsiteY147" fmla="*/ 2153742 h 2323145"/>
              <a:gd name="connsiteX148" fmla="*/ 4702453 w 11269336"/>
              <a:gd name="connsiteY148" fmla="*/ 2151586 h 2323145"/>
              <a:gd name="connsiteX149" fmla="*/ 4678455 w 11269336"/>
              <a:gd name="connsiteY149" fmla="*/ 2156131 h 2323145"/>
              <a:gd name="connsiteX150" fmla="*/ 4593061 w 11269336"/>
              <a:gd name="connsiteY150" fmla="*/ 2171597 h 2323145"/>
              <a:gd name="connsiteX151" fmla="*/ 4579902 w 11269336"/>
              <a:gd name="connsiteY151" fmla="*/ 2177927 h 2323145"/>
              <a:gd name="connsiteX152" fmla="*/ 4533444 w 11269336"/>
              <a:gd name="connsiteY152" fmla="*/ 2181200 h 2323145"/>
              <a:gd name="connsiteX153" fmla="*/ 4492832 w 11269336"/>
              <a:gd name="connsiteY153" fmla="*/ 2188033 h 2323145"/>
              <a:gd name="connsiteX154" fmla="*/ 4467257 w 11269336"/>
              <a:gd name="connsiteY154" fmla="*/ 2196121 h 2323145"/>
              <a:gd name="connsiteX155" fmla="*/ 4459937 w 11269336"/>
              <a:gd name="connsiteY155" fmla="*/ 2195182 h 2323145"/>
              <a:gd name="connsiteX156" fmla="*/ 4433312 w 11269336"/>
              <a:gd name="connsiteY156" fmla="*/ 2199004 h 2323145"/>
              <a:gd name="connsiteX157" fmla="*/ 4420601 w 11269336"/>
              <a:gd name="connsiteY157" fmla="*/ 2205158 h 2323145"/>
              <a:gd name="connsiteX158" fmla="*/ 4405765 w 11269336"/>
              <a:gd name="connsiteY158" fmla="*/ 2199902 h 2323145"/>
              <a:gd name="connsiteX159" fmla="*/ 4401354 w 11269336"/>
              <a:gd name="connsiteY159" fmla="*/ 2194745 h 2323145"/>
              <a:gd name="connsiteX160" fmla="*/ 4383151 w 11269336"/>
              <a:gd name="connsiteY160" fmla="*/ 2201140 h 2323145"/>
              <a:gd name="connsiteX161" fmla="*/ 4366646 w 11269336"/>
              <a:gd name="connsiteY161" fmla="*/ 2198564 h 2323145"/>
              <a:gd name="connsiteX162" fmla="*/ 4354009 w 11269336"/>
              <a:gd name="connsiteY162" fmla="*/ 2204984 h 2323145"/>
              <a:gd name="connsiteX163" fmla="*/ 4348284 w 11269336"/>
              <a:gd name="connsiteY163" fmla="*/ 2205270 h 2323145"/>
              <a:gd name="connsiteX164" fmla="*/ 4333906 w 11269336"/>
              <a:gd name="connsiteY164" fmla="*/ 2205251 h 2323145"/>
              <a:gd name="connsiteX165" fmla="*/ 4308819 w 11269336"/>
              <a:gd name="connsiteY165" fmla="*/ 2203822 h 2323145"/>
              <a:gd name="connsiteX166" fmla="*/ 4301210 w 11269336"/>
              <a:gd name="connsiteY166" fmla="*/ 2204456 h 2323145"/>
              <a:gd name="connsiteX167" fmla="*/ 4283095 w 11269336"/>
              <a:gd name="connsiteY167" fmla="*/ 2198177 h 2323145"/>
              <a:gd name="connsiteX168" fmla="*/ 4250119 w 11269336"/>
              <a:gd name="connsiteY168" fmla="*/ 2196342 h 2323145"/>
              <a:gd name="connsiteX169" fmla="*/ 4189203 w 11269336"/>
              <a:gd name="connsiteY169" fmla="*/ 2178994 h 2323145"/>
              <a:gd name="connsiteX170" fmla="*/ 4154035 w 11269336"/>
              <a:gd name="connsiteY170" fmla="*/ 2171950 h 2323145"/>
              <a:gd name="connsiteX171" fmla="*/ 4129569 w 11269336"/>
              <a:gd name="connsiteY171" fmla="*/ 2163850 h 2323145"/>
              <a:gd name="connsiteX172" fmla="*/ 4061250 w 11269336"/>
              <a:gd name="connsiteY172" fmla="*/ 2159236 h 2323145"/>
              <a:gd name="connsiteX173" fmla="*/ 3945480 w 11269336"/>
              <a:gd name="connsiteY173" fmla="*/ 2158279 h 2323145"/>
              <a:gd name="connsiteX174" fmla="*/ 3921468 w 11269336"/>
              <a:gd name="connsiteY174" fmla="*/ 2156588 h 2323145"/>
              <a:gd name="connsiteX175" fmla="*/ 3903348 w 11269336"/>
              <a:gd name="connsiteY175" fmla="*/ 2149220 h 2323145"/>
              <a:gd name="connsiteX176" fmla="*/ 3901342 w 11269336"/>
              <a:gd name="connsiteY176" fmla="*/ 2142355 h 2323145"/>
              <a:gd name="connsiteX177" fmla="*/ 3888539 w 11269336"/>
              <a:gd name="connsiteY177" fmla="*/ 2140476 h 2323145"/>
              <a:gd name="connsiteX178" fmla="*/ 3885662 w 11269336"/>
              <a:gd name="connsiteY178" fmla="*/ 2138740 h 2323145"/>
              <a:gd name="connsiteX179" fmla="*/ 3868627 w 11269336"/>
              <a:gd name="connsiteY179" fmla="*/ 2130023 h 2323145"/>
              <a:gd name="connsiteX180" fmla="*/ 3819177 w 11269336"/>
              <a:gd name="connsiteY180" fmla="*/ 2142111 h 2323145"/>
              <a:gd name="connsiteX181" fmla="*/ 3769100 w 11269336"/>
              <a:gd name="connsiteY181" fmla="*/ 2131731 h 2323145"/>
              <a:gd name="connsiteX182" fmla="*/ 3562752 w 11269336"/>
              <a:gd name="connsiteY182" fmla="*/ 2131785 h 2323145"/>
              <a:gd name="connsiteX183" fmla="*/ 3541402 w 11269336"/>
              <a:gd name="connsiteY183" fmla="*/ 2106821 h 2323145"/>
              <a:gd name="connsiteX184" fmla="*/ 3460591 w 11269336"/>
              <a:gd name="connsiteY184" fmla="*/ 2097951 h 2323145"/>
              <a:gd name="connsiteX185" fmla="*/ 3320348 w 11269336"/>
              <a:gd name="connsiteY185" fmla="*/ 2130191 h 2323145"/>
              <a:gd name="connsiteX186" fmla="*/ 3170922 w 11269336"/>
              <a:gd name="connsiteY186" fmla="*/ 2115957 h 2323145"/>
              <a:gd name="connsiteX187" fmla="*/ 3156256 w 11269336"/>
              <a:gd name="connsiteY187" fmla="*/ 2124773 h 2323145"/>
              <a:gd name="connsiteX188" fmla="*/ 3140298 w 11269336"/>
              <a:gd name="connsiteY188" fmla="*/ 2129182 h 2323145"/>
              <a:gd name="connsiteX189" fmla="*/ 3138514 w 11269336"/>
              <a:gd name="connsiteY189" fmla="*/ 2128069 h 2323145"/>
              <a:gd name="connsiteX190" fmla="*/ 3120467 w 11269336"/>
              <a:gd name="connsiteY190" fmla="*/ 2128281 h 2323145"/>
              <a:gd name="connsiteX191" fmla="*/ 3116175 w 11269336"/>
              <a:gd name="connsiteY191" fmla="*/ 2131633 h 2323145"/>
              <a:gd name="connsiteX192" fmla="*/ 3103685 w 11269336"/>
              <a:gd name="connsiteY192" fmla="*/ 2132814 h 2323145"/>
              <a:gd name="connsiteX193" fmla="*/ 3078794 w 11269336"/>
              <a:gd name="connsiteY193" fmla="*/ 2137935 h 2323145"/>
              <a:gd name="connsiteX194" fmla="*/ 3074407 w 11269336"/>
              <a:gd name="connsiteY194" fmla="*/ 2136274 h 2323145"/>
              <a:gd name="connsiteX195" fmla="*/ 3037285 w 11269336"/>
              <a:gd name="connsiteY195" fmla="*/ 2139919 h 2323145"/>
              <a:gd name="connsiteX196" fmla="*/ 3036901 w 11269336"/>
              <a:gd name="connsiteY196" fmla="*/ 2138726 h 2323145"/>
              <a:gd name="connsiteX197" fmla="*/ 3026996 w 11269336"/>
              <a:gd name="connsiteY197" fmla="*/ 2134322 h 2323145"/>
              <a:gd name="connsiteX198" fmla="*/ 3007772 w 11269336"/>
              <a:gd name="connsiteY198" fmla="*/ 2128742 h 2323145"/>
              <a:gd name="connsiteX199" fmla="*/ 2965030 w 11269336"/>
              <a:gd name="connsiteY199" fmla="*/ 2100494 h 2323145"/>
              <a:gd name="connsiteX200" fmla="*/ 2926342 w 11269336"/>
              <a:gd name="connsiteY200" fmla="*/ 2104155 h 2323145"/>
              <a:gd name="connsiteX201" fmla="*/ 2918608 w 11269336"/>
              <a:gd name="connsiteY201" fmla="*/ 2104215 h 2323145"/>
              <a:gd name="connsiteX202" fmla="*/ 2918475 w 11269336"/>
              <a:gd name="connsiteY202" fmla="*/ 2103937 h 2323145"/>
              <a:gd name="connsiteX203" fmla="*/ 2910360 w 11269336"/>
              <a:gd name="connsiteY203" fmla="*/ 2103444 h 2323145"/>
              <a:gd name="connsiteX204" fmla="*/ 2904507 w 11269336"/>
              <a:gd name="connsiteY204" fmla="*/ 2104326 h 2323145"/>
              <a:gd name="connsiteX205" fmla="*/ 2889503 w 11269336"/>
              <a:gd name="connsiteY205" fmla="*/ 2104443 h 2323145"/>
              <a:gd name="connsiteX206" fmla="*/ 2884480 w 11269336"/>
              <a:gd name="connsiteY206" fmla="*/ 2102626 h 2323145"/>
              <a:gd name="connsiteX207" fmla="*/ 2882689 w 11269336"/>
              <a:gd name="connsiteY207" fmla="*/ 2099228 h 2323145"/>
              <a:gd name="connsiteX208" fmla="*/ 2881291 w 11269336"/>
              <a:gd name="connsiteY208" fmla="*/ 2099618 h 2323145"/>
              <a:gd name="connsiteX209" fmla="*/ 2853979 w 11269336"/>
              <a:gd name="connsiteY209" fmla="*/ 2090388 h 2323145"/>
              <a:gd name="connsiteX210" fmla="*/ 2791790 w 11269336"/>
              <a:gd name="connsiteY210" fmla="*/ 2080332 h 2323145"/>
              <a:gd name="connsiteX211" fmla="*/ 2755844 w 11269336"/>
              <a:gd name="connsiteY211" fmla="*/ 2078874 h 2323145"/>
              <a:gd name="connsiteX212" fmla="*/ 2657742 w 11269336"/>
              <a:gd name="connsiteY212" fmla="*/ 2070179 h 2323145"/>
              <a:gd name="connsiteX213" fmla="*/ 2559549 w 11269336"/>
              <a:gd name="connsiteY213" fmla="*/ 2057873 h 2323145"/>
              <a:gd name="connsiteX214" fmla="*/ 2512054 w 11269336"/>
              <a:gd name="connsiteY214" fmla="*/ 2031671 h 2323145"/>
              <a:gd name="connsiteX215" fmla="*/ 2506437 w 11269336"/>
              <a:gd name="connsiteY215" fmla="*/ 2030918 h 2323145"/>
              <a:gd name="connsiteX216" fmla="*/ 2491752 w 11269336"/>
              <a:gd name="connsiteY216" fmla="*/ 2033906 h 2323145"/>
              <a:gd name="connsiteX217" fmla="*/ 2486338 w 11269336"/>
              <a:gd name="connsiteY217" fmla="*/ 2035862 h 2323145"/>
              <a:gd name="connsiteX218" fmla="*/ 2478186 w 11269336"/>
              <a:gd name="connsiteY218" fmla="*/ 2036953 h 2323145"/>
              <a:gd name="connsiteX219" fmla="*/ 2477950 w 11269336"/>
              <a:gd name="connsiteY219" fmla="*/ 2036715 h 2323145"/>
              <a:gd name="connsiteX220" fmla="*/ 2470381 w 11269336"/>
              <a:gd name="connsiteY220" fmla="*/ 2038256 h 2323145"/>
              <a:gd name="connsiteX221" fmla="*/ 2433781 w 11269336"/>
              <a:gd name="connsiteY221" fmla="*/ 2049140 h 2323145"/>
              <a:gd name="connsiteX222" fmla="*/ 2381172 w 11269336"/>
              <a:gd name="connsiteY222" fmla="*/ 2030645 h 2323145"/>
              <a:gd name="connsiteX223" fmla="*/ 2360198 w 11269336"/>
              <a:gd name="connsiteY223" fmla="*/ 2029059 h 2323145"/>
              <a:gd name="connsiteX224" fmla="*/ 2348815 w 11269336"/>
              <a:gd name="connsiteY224" fmla="*/ 2026798 h 2323145"/>
              <a:gd name="connsiteX225" fmla="*/ 2347988 w 11269336"/>
              <a:gd name="connsiteY225" fmla="*/ 2025745 h 2323145"/>
              <a:gd name="connsiteX226" fmla="*/ 2312920 w 11269336"/>
              <a:gd name="connsiteY226" fmla="*/ 2036311 h 2323145"/>
              <a:gd name="connsiteX227" fmla="*/ 2307986 w 11269336"/>
              <a:gd name="connsiteY227" fmla="*/ 2035583 h 2323145"/>
              <a:gd name="connsiteX228" fmla="*/ 2285481 w 11269336"/>
              <a:gd name="connsiteY228" fmla="*/ 2045197 h 2323145"/>
              <a:gd name="connsiteX229" fmla="*/ 2273666 w 11269336"/>
              <a:gd name="connsiteY229" fmla="*/ 2048710 h 2323145"/>
              <a:gd name="connsiteX230" fmla="*/ 2270719 w 11269336"/>
              <a:gd name="connsiteY230" fmla="*/ 2052702 h 2323145"/>
              <a:gd name="connsiteX231" fmla="*/ 2253080 w 11269336"/>
              <a:gd name="connsiteY231" fmla="*/ 2056363 h 2323145"/>
              <a:gd name="connsiteX232" fmla="*/ 2250906 w 11269336"/>
              <a:gd name="connsiteY232" fmla="*/ 2055654 h 2323145"/>
              <a:gd name="connsiteX233" fmla="*/ 2236905 w 11269336"/>
              <a:gd name="connsiteY233" fmla="*/ 2062882 h 2323145"/>
              <a:gd name="connsiteX234" fmla="*/ 2225830 w 11269336"/>
              <a:gd name="connsiteY234" fmla="*/ 2074027 h 2323145"/>
              <a:gd name="connsiteX235" fmla="*/ 2073776 w 11269336"/>
              <a:gd name="connsiteY235" fmla="*/ 2089244 h 2323145"/>
              <a:gd name="connsiteX236" fmla="*/ 1948256 w 11269336"/>
              <a:gd name="connsiteY236" fmla="*/ 2146616 h 2323145"/>
              <a:gd name="connsiteX237" fmla="*/ 1865582 w 11269336"/>
              <a:gd name="connsiteY237" fmla="*/ 2153738 h 2323145"/>
              <a:gd name="connsiteX238" fmla="*/ 1835210 w 11269336"/>
              <a:gd name="connsiteY238" fmla="*/ 2134244 h 2323145"/>
              <a:gd name="connsiteX239" fmla="*/ 1632661 w 11269336"/>
              <a:gd name="connsiteY239" fmla="*/ 2173882 h 2323145"/>
              <a:gd name="connsiteX240" fmla="*/ 1579590 w 11269336"/>
              <a:gd name="connsiteY240" fmla="*/ 2173680 h 2323145"/>
              <a:gd name="connsiteX241" fmla="*/ 1535601 w 11269336"/>
              <a:gd name="connsiteY241" fmla="*/ 2194590 h 2323145"/>
              <a:gd name="connsiteX242" fmla="*/ 1515594 w 11269336"/>
              <a:gd name="connsiteY242" fmla="*/ 2189622 h 2323145"/>
              <a:gd name="connsiteX243" fmla="*/ 1512113 w 11269336"/>
              <a:gd name="connsiteY243" fmla="*/ 2188534 h 2323145"/>
              <a:gd name="connsiteX244" fmla="*/ 1498838 w 11269336"/>
              <a:gd name="connsiteY244" fmla="*/ 2189213 h 2323145"/>
              <a:gd name="connsiteX245" fmla="*/ 1494279 w 11269336"/>
              <a:gd name="connsiteY245" fmla="*/ 2183112 h 2323145"/>
              <a:gd name="connsiteX246" fmla="*/ 1473714 w 11269336"/>
              <a:gd name="connsiteY246" fmla="*/ 2179625 h 2323145"/>
              <a:gd name="connsiteX247" fmla="*/ 1449503 w 11269336"/>
              <a:gd name="connsiteY247" fmla="*/ 2182633 h 2323145"/>
              <a:gd name="connsiteX248" fmla="*/ 1335495 w 11269336"/>
              <a:gd name="connsiteY248" fmla="*/ 2203940 h 2323145"/>
              <a:gd name="connsiteX249" fmla="*/ 1266687 w 11269336"/>
              <a:gd name="connsiteY249" fmla="*/ 2212688 h 2323145"/>
              <a:gd name="connsiteX250" fmla="*/ 1239614 w 11269336"/>
              <a:gd name="connsiteY250" fmla="*/ 2209727 h 2323145"/>
              <a:gd name="connsiteX251" fmla="*/ 1202436 w 11269336"/>
              <a:gd name="connsiteY251" fmla="*/ 2209817 h 2323145"/>
              <a:gd name="connsiteX252" fmla="*/ 1136097 w 11269336"/>
              <a:gd name="connsiteY252" fmla="*/ 2205112 h 2323145"/>
              <a:gd name="connsiteX253" fmla="*/ 1048229 w 11269336"/>
              <a:gd name="connsiteY253" fmla="*/ 2207249 h 2323145"/>
              <a:gd name="connsiteX254" fmla="*/ 988232 w 11269336"/>
              <a:gd name="connsiteY254" fmla="*/ 2235635 h 2323145"/>
              <a:gd name="connsiteX255" fmla="*/ 981959 w 11269336"/>
              <a:gd name="connsiteY255" fmla="*/ 2231607 h 2323145"/>
              <a:gd name="connsiteX256" fmla="*/ 938600 w 11269336"/>
              <a:gd name="connsiteY256" fmla="*/ 2238113 h 2323145"/>
              <a:gd name="connsiteX257" fmla="*/ 791788 w 11269336"/>
              <a:gd name="connsiteY257" fmla="*/ 2293224 h 2323145"/>
              <a:gd name="connsiteX258" fmla="*/ 706914 w 11269336"/>
              <a:gd name="connsiteY258" fmla="*/ 2305046 h 2323145"/>
              <a:gd name="connsiteX259" fmla="*/ 675971 w 11269336"/>
              <a:gd name="connsiteY259" fmla="*/ 2304030 h 2323145"/>
              <a:gd name="connsiteX260" fmla="*/ 624180 w 11269336"/>
              <a:gd name="connsiteY260" fmla="*/ 2302650 h 2323145"/>
              <a:gd name="connsiteX261" fmla="*/ 583453 w 11269336"/>
              <a:gd name="connsiteY261" fmla="*/ 2288788 h 2323145"/>
              <a:gd name="connsiteX262" fmla="*/ 540946 w 11269336"/>
              <a:gd name="connsiteY262" fmla="*/ 2292721 h 2323145"/>
              <a:gd name="connsiteX263" fmla="*/ 533680 w 11269336"/>
              <a:gd name="connsiteY263" fmla="*/ 2310233 h 2323145"/>
              <a:gd name="connsiteX264" fmla="*/ 487366 w 11269336"/>
              <a:gd name="connsiteY264" fmla="*/ 2309053 h 2323145"/>
              <a:gd name="connsiteX265" fmla="*/ 416820 w 11269336"/>
              <a:gd name="connsiteY265" fmla="*/ 2305443 h 2323145"/>
              <a:gd name="connsiteX266" fmla="*/ 376805 w 11269336"/>
              <a:gd name="connsiteY266" fmla="*/ 2307647 h 2323145"/>
              <a:gd name="connsiteX267" fmla="*/ 266777 w 11269336"/>
              <a:gd name="connsiteY267" fmla="*/ 2309012 h 2323145"/>
              <a:gd name="connsiteX268" fmla="*/ 156013 w 11269336"/>
              <a:gd name="connsiteY268" fmla="*/ 2306832 h 2323145"/>
              <a:gd name="connsiteX269" fmla="*/ 87258 w 11269336"/>
              <a:gd name="connsiteY269" fmla="*/ 2285511 h 2323145"/>
              <a:gd name="connsiteX270" fmla="*/ 23798 w 11269336"/>
              <a:gd name="connsiteY270" fmla="*/ 2281822 h 2323145"/>
              <a:gd name="connsiteX271" fmla="*/ 0 w 11269336"/>
              <a:gd name="connsiteY271" fmla="*/ 2285369 h 2323145"/>
              <a:gd name="connsiteX272" fmla="*/ 0 w 11269336"/>
              <a:gd name="connsiteY272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837498 w 11269336"/>
              <a:gd name="connsiteY32" fmla="*/ 885664 h 2323145"/>
              <a:gd name="connsiteX33" fmla="*/ 8795998 w 11269336"/>
              <a:gd name="connsiteY33" fmla="*/ 863337 h 2323145"/>
              <a:gd name="connsiteX34" fmla="*/ 8776970 w 11269336"/>
              <a:gd name="connsiteY34" fmla="*/ 885177 h 2323145"/>
              <a:gd name="connsiteX35" fmla="*/ 8755719 w 11269336"/>
              <a:gd name="connsiteY35" fmla="*/ 889754 h 2323145"/>
              <a:gd name="connsiteX36" fmla="*/ 8743257 w 11269336"/>
              <a:gd name="connsiteY36" fmla="*/ 904723 h 2323145"/>
              <a:gd name="connsiteX37" fmla="*/ 8721366 w 11269336"/>
              <a:gd name="connsiteY37" fmla="*/ 904711 h 2323145"/>
              <a:gd name="connsiteX38" fmla="*/ 8678353 w 11269336"/>
              <a:gd name="connsiteY38" fmla="*/ 926318 h 2323145"/>
              <a:gd name="connsiteX39" fmla="*/ 8636849 w 11269336"/>
              <a:gd name="connsiteY39" fmla="*/ 937900 h 2323145"/>
              <a:gd name="connsiteX40" fmla="*/ 8620213 w 11269336"/>
              <a:gd name="connsiteY40" fmla="*/ 943068 h 2323145"/>
              <a:gd name="connsiteX41" fmla="*/ 8612581 w 11269336"/>
              <a:gd name="connsiteY41" fmla="*/ 952695 h 2323145"/>
              <a:gd name="connsiteX42" fmla="*/ 8589038 w 11269336"/>
              <a:gd name="connsiteY42" fmla="*/ 963892 h 2323145"/>
              <a:gd name="connsiteX43" fmla="*/ 8579950 w 11269336"/>
              <a:gd name="connsiteY43" fmla="*/ 960899 h 2323145"/>
              <a:gd name="connsiteX44" fmla="*/ 8579319 w 11269336"/>
              <a:gd name="connsiteY44" fmla="*/ 965630 h 2323145"/>
              <a:gd name="connsiteX45" fmla="*/ 8547429 w 11269336"/>
              <a:gd name="connsiteY45" fmla="*/ 984506 h 2323145"/>
              <a:gd name="connsiteX46" fmla="*/ 8478704 w 11269336"/>
              <a:gd name="connsiteY46" fmla="*/ 1025490 h 2323145"/>
              <a:gd name="connsiteX47" fmla="*/ 8461421 w 11269336"/>
              <a:gd name="connsiteY47" fmla="*/ 1035512 h 2323145"/>
              <a:gd name="connsiteX48" fmla="*/ 8445003 w 11269336"/>
              <a:gd name="connsiteY48" fmla="*/ 1036851 h 2323145"/>
              <a:gd name="connsiteX49" fmla="*/ 8357350 w 11269336"/>
              <a:gd name="connsiteY49" fmla="*/ 1060213 h 2323145"/>
              <a:gd name="connsiteX50" fmla="*/ 8335565 w 11269336"/>
              <a:gd name="connsiteY50" fmla="*/ 1061151 h 2323145"/>
              <a:gd name="connsiteX51" fmla="*/ 8325267 w 11269336"/>
              <a:gd name="connsiteY51" fmla="*/ 1055919 h 2323145"/>
              <a:gd name="connsiteX52" fmla="*/ 8293586 w 11269336"/>
              <a:gd name="connsiteY52" fmla="*/ 1076144 h 2323145"/>
              <a:gd name="connsiteX53" fmla="*/ 8242405 w 11269336"/>
              <a:gd name="connsiteY53" fmla="*/ 1095960 h 2323145"/>
              <a:gd name="connsiteX54" fmla="*/ 8218531 w 11269336"/>
              <a:gd name="connsiteY54" fmla="*/ 1107622 h 2323145"/>
              <a:gd name="connsiteX55" fmla="*/ 8197391 w 11269336"/>
              <a:gd name="connsiteY55" fmla="*/ 1107746 h 2323145"/>
              <a:gd name="connsiteX56" fmla="*/ 8081474 w 11269336"/>
              <a:gd name="connsiteY56" fmla="*/ 1130125 h 2323145"/>
              <a:gd name="connsiteX57" fmla="*/ 8053585 w 11269336"/>
              <a:gd name="connsiteY57" fmla="*/ 1129169 h 2323145"/>
              <a:gd name="connsiteX58" fmla="*/ 8038422 w 11269336"/>
              <a:gd name="connsiteY58" fmla="*/ 1119092 h 2323145"/>
              <a:gd name="connsiteX59" fmla="*/ 8029450 w 11269336"/>
              <a:gd name="connsiteY59" fmla="*/ 1125592 h 2323145"/>
              <a:gd name="connsiteX60" fmla="*/ 7959552 w 11269336"/>
              <a:gd name="connsiteY60" fmla="*/ 1140188 h 2323145"/>
              <a:gd name="connsiteX61" fmla="*/ 7914188 w 11269336"/>
              <a:gd name="connsiteY61" fmla="*/ 1150862 h 2323145"/>
              <a:gd name="connsiteX62" fmla="*/ 7914918 w 11269336"/>
              <a:gd name="connsiteY62" fmla="*/ 1168758 h 2323145"/>
              <a:gd name="connsiteX63" fmla="*/ 7875510 w 11269336"/>
              <a:gd name="connsiteY63" fmla="*/ 1183153 h 2323145"/>
              <a:gd name="connsiteX64" fmla="*/ 7829932 w 11269336"/>
              <a:gd name="connsiteY64" fmla="*/ 1180782 h 2323145"/>
              <a:gd name="connsiteX65" fmla="*/ 7779182 w 11269336"/>
              <a:gd name="connsiteY65" fmla="*/ 1192665 h 2323145"/>
              <a:gd name="connsiteX66" fmla="*/ 7748774 w 11269336"/>
              <a:gd name="connsiteY66" fmla="*/ 1199586 h 2323145"/>
              <a:gd name="connsiteX67" fmla="*/ 7671846 w 11269336"/>
              <a:gd name="connsiteY67" fmla="*/ 1231966 h 2323145"/>
              <a:gd name="connsiteX68" fmla="*/ 7554146 w 11269336"/>
              <a:gd name="connsiteY68" fmla="*/ 1319748 h 2323145"/>
              <a:gd name="connsiteX69" fmla="*/ 7515052 w 11269336"/>
              <a:gd name="connsiteY69" fmla="*/ 1336718 h 2323145"/>
              <a:gd name="connsiteX70" fmla="*/ 7507193 w 11269336"/>
              <a:gd name="connsiteY70" fmla="*/ 1334617 h 2323145"/>
              <a:gd name="connsiteX71" fmla="*/ 7461694 w 11269336"/>
              <a:gd name="connsiteY71" fmla="*/ 1375866 h 2323145"/>
              <a:gd name="connsiteX72" fmla="*/ 7377571 w 11269336"/>
              <a:gd name="connsiteY72" fmla="*/ 1400128 h 2323145"/>
              <a:gd name="connsiteX73" fmla="*/ 7311261 w 11269336"/>
              <a:gd name="connsiteY73" fmla="*/ 1412652 h 2323145"/>
              <a:gd name="connsiteX74" fmla="*/ 7275307 w 11269336"/>
              <a:gd name="connsiteY74" fmla="*/ 1422171 h 2323145"/>
              <a:gd name="connsiteX75" fmla="*/ 7247783 w 11269336"/>
              <a:gd name="connsiteY75" fmla="*/ 1426330 h 2323145"/>
              <a:gd name="connsiteX76" fmla="*/ 7185047 w 11269336"/>
              <a:gd name="connsiteY76" fmla="*/ 1451812 h 2323145"/>
              <a:gd name="connsiteX77" fmla="*/ 7084117 w 11269336"/>
              <a:gd name="connsiteY77" fmla="*/ 1500281 h 2323145"/>
              <a:gd name="connsiteX78" fmla="*/ 7062011 w 11269336"/>
              <a:gd name="connsiteY78" fmla="*/ 1509183 h 2323145"/>
              <a:gd name="connsiteX79" fmla="*/ 7040555 w 11269336"/>
              <a:gd name="connsiteY79" fmla="*/ 1511207 h 2323145"/>
              <a:gd name="connsiteX80" fmla="*/ 7033438 w 11269336"/>
              <a:gd name="connsiteY80" fmla="*/ 1506772 h 2323145"/>
              <a:gd name="connsiteX81" fmla="*/ 7020886 w 11269336"/>
              <a:gd name="connsiteY81" fmla="*/ 1510764 h 2323145"/>
              <a:gd name="connsiteX82" fmla="*/ 7017033 w 11269336"/>
              <a:gd name="connsiteY82" fmla="*/ 1510650 h 2323145"/>
              <a:gd name="connsiteX83" fmla="*/ 6995460 w 11269336"/>
              <a:gd name="connsiteY83" fmla="*/ 1511173 h 2323145"/>
              <a:gd name="connsiteX84" fmla="*/ 6962144 w 11269336"/>
              <a:gd name="connsiteY84" fmla="*/ 1541508 h 2323145"/>
              <a:gd name="connsiteX85" fmla="*/ 6910674 w 11269336"/>
              <a:gd name="connsiteY85" fmla="*/ 1554793 h 2323145"/>
              <a:gd name="connsiteX86" fmla="*/ 6732152 w 11269336"/>
              <a:gd name="connsiteY86" fmla="*/ 1642538 h 2323145"/>
              <a:gd name="connsiteX87" fmla="*/ 6694106 w 11269336"/>
              <a:gd name="connsiteY87" fmla="*/ 1632377 h 2323145"/>
              <a:gd name="connsiteX88" fmla="*/ 6617223 w 11269336"/>
              <a:gd name="connsiteY88" fmla="*/ 1659889 h 2323145"/>
              <a:gd name="connsiteX89" fmla="*/ 6521138 w 11269336"/>
              <a:gd name="connsiteY89" fmla="*/ 1744340 h 2323145"/>
              <a:gd name="connsiteX90" fmla="*/ 6380677 w 11269336"/>
              <a:gd name="connsiteY90" fmla="*/ 1796883 h 2323145"/>
              <a:gd name="connsiteX91" fmla="*/ 6374897 w 11269336"/>
              <a:gd name="connsiteY91" fmla="*/ 1809910 h 2323145"/>
              <a:gd name="connsiteX92" fmla="*/ 6364545 w 11269336"/>
              <a:gd name="connsiteY92" fmla="*/ 1820090 h 2323145"/>
              <a:gd name="connsiteX93" fmla="*/ 6362126 w 11269336"/>
              <a:gd name="connsiteY93" fmla="*/ 1819991 h 2323145"/>
              <a:gd name="connsiteX94" fmla="*/ 6346673 w 11269336"/>
              <a:gd name="connsiteY94" fmla="*/ 1827824 h 2323145"/>
              <a:gd name="connsiteX95" fmla="*/ 6345588 w 11269336"/>
              <a:gd name="connsiteY95" fmla="*/ 1832232 h 2323145"/>
              <a:gd name="connsiteX96" fmla="*/ 6335708 w 11269336"/>
              <a:gd name="connsiteY96" fmla="*/ 1838451 h 2323145"/>
              <a:gd name="connsiteX97" fmla="*/ 6318182 w 11269336"/>
              <a:gd name="connsiteY97" fmla="*/ 1852975 h 2323145"/>
              <a:gd name="connsiteX98" fmla="*/ 6313084 w 11269336"/>
              <a:gd name="connsiteY98" fmla="*/ 1853561 h 2323145"/>
              <a:gd name="connsiteX99" fmla="*/ 6283816 w 11269336"/>
              <a:gd name="connsiteY99" fmla="*/ 1872148 h 2323145"/>
              <a:gd name="connsiteX100" fmla="*/ 6282550 w 11269336"/>
              <a:gd name="connsiteY100" fmla="*/ 1871392 h 2323145"/>
              <a:gd name="connsiteX101" fmla="*/ 6270527 w 11269336"/>
              <a:gd name="connsiteY101" fmla="*/ 1872208 h 2323145"/>
              <a:gd name="connsiteX102" fmla="*/ 6249518 w 11269336"/>
              <a:gd name="connsiteY102" fmla="*/ 1876079 h 2323145"/>
              <a:gd name="connsiteX103" fmla="*/ 6190386 w 11269336"/>
              <a:gd name="connsiteY103" fmla="*/ 1872478 h 2323145"/>
              <a:gd name="connsiteX104" fmla="*/ 6159777 w 11269336"/>
              <a:gd name="connsiteY104" fmla="*/ 1891745 h 2323145"/>
              <a:gd name="connsiteX105" fmla="*/ 6153131 w 11269336"/>
              <a:gd name="connsiteY105" fmla="*/ 1895079 h 2323145"/>
              <a:gd name="connsiteX106" fmla="*/ 6152798 w 11269336"/>
              <a:gd name="connsiteY106" fmla="*/ 1894920 h 2323145"/>
              <a:gd name="connsiteX107" fmla="*/ 6145388 w 11269336"/>
              <a:gd name="connsiteY107" fmla="*/ 1897990 h 2323145"/>
              <a:gd name="connsiteX108" fmla="*/ 6141014 w 11269336"/>
              <a:gd name="connsiteY108" fmla="*/ 1901155 h 2323145"/>
              <a:gd name="connsiteX109" fmla="*/ 6128122 w 11269336"/>
              <a:gd name="connsiteY109" fmla="*/ 1907623 h 2323145"/>
              <a:gd name="connsiteX110" fmla="*/ 6122351 w 11269336"/>
              <a:gd name="connsiteY110" fmla="*/ 1908359 h 2323145"/>
              <a:gd name="connsiteX111" fmla="*/ 6064750 w 11269336"/>
              <a:gd name="connsiteY111" fmla="*/ 1896394 h 2323145"/>
              <a:gd name="connsiteX112" fmla="*/ 5964230 w 11269336"/>
              <a:gd name="connsiteY112" fmla="*/ 1910038 h 2323145"/>
              <a:gd name="connsiteX113" fmla="*/ 5865399 w 11269336"/>
              <a:gd name="connsiteY113" fmla="*/ 1926966 h 2323145"/>
              <a:gd name="connsiteX114" fmla="*/ 5829951 w 11269336"/>
              <a:gd name="connsiteY114" fmla="*/ 1934755 h 2323145"/>
              <a:gd name="connsiteX115" fmla="*/ 5765285 w 11269336"/>
              <a:gd name="connsiteY115" fmla="*/ 1941322 h 2323145"/>
              <a:gd name="connsiteX116" fmla="*/ 5734750 w 11269336"/>
              <a:gd name="connsiteY116" fmla="*/ 1939793 h 2323145"/>
              <a:gd name="connsiteX117" fmla="*/ 5733569 w 11269336"/>
              <a:gd name="connsiteY117" fmla="*/ 1940505 h 2323145"/>
              <a:gd name="connsiteX118" fmla="*/ 5730329 w 11269336"/>
              <a:gd name="connsiteY118" fmla="*/ 1937845 h 2323145"/>
              <a:gd name="connsiteX119" fmla="*/ 5724661 w 11269336"/>
              <a:gd name="connsiteY119" fmla="*/ 1937455 h 2323145"/>
              <a:gd name="connsiteX120" fmla="*/ 5710186 w 11269336"/>
              <a:gd name="connsiteY120" fmla="*/ 1941370 h 2323145"/>
              <a:gd name="connsiteX121" fmla="*/ 5704910 w 11269336"/>
              <a:gd name="connsiteY121" fmla="*/ 1943663 h 2323145"/>
              <a:gd name="connsiteX122" fmla="*/ 5696836 w 11269336"/>
              <a:gd name="connsiteY122" fmla="*/ 1945271 h 2323145"/>
              <a:gd name="connsiteX123" fmla="*/ 5696583 w 11269336"/>
              <a:gd name="connsiteY123" fmla="*/ 1945050 h 2323145"/>
              <a:gd name="connsiteX124" fmla="*/ 5689123 w 11269336"/>
              <a:gd name="connsiteY124" fmla="*/ 1947067 h 2323145"/>
              <a:gd name="connsiteX125" fmla="*/ 5653291 w 11269336"/>
              <a:gd name="connsiteY125" fmla="*/ 1960245 h 2323145"/>
              <a:gd name="connsiteX126" fmla="*/ 5599385 w 11269336"/>
              <a:gd name="connsiteY126" fmla="*/ 1945198 h 2323145"/>
              <a:gd name="connsiteX127" fmla="*/ 5578300 w 11269336"/>
              <a:gd name="connsiteY127" fmla="*/ 1944963 h 2323145"/>
              <a:gd name="connsiteX128" fmla="*/ 5566758 w 11269336"/>
              <a:gd name="connsiteY128" fmla="*/ 1943441 h 2323145"/>
              <a:gd name="connsiteX129" fmla="*/ 5565857 w 11269336"/>
              <a:gd name="connsiteY129" fmla="*/ 1942445 h 2323145"/>
              <a:gd name="connsiteX130" fmla="*/ 5531534 w 11269336"/>
              <a:gd name="connsiteY130" fmla="*/ 1955208 h 2323145"/>
              <a:gd name="connsiteX131" fmla="*/ 5526552 w 11269336"/>
              <a:gd name="connsiteY131" fmla="*/ 1954799 h 2323145"/>
              <a:gd name="connsiteX132" fmla="*/ 5504723 w 11269336"/>
              <a:gd name="connsiteY132" fmla="*/ 1965811 h 2323145"/>
              <a:gd name="connsiteX133" fmla="*/ 5493156 w 11269336"/>
              <a:gd name="connsiteY133" fmla="*/ 1970063 h 2323145"/>
              <a:gd name="connsiteX134" fmla="*/ 5490486 w 11269336"/>
              <a:gd name="connsiteY134" fmla="*/ 1974227 h 2323145"/>
              <a:gd name="connsiteX135" fmla="*/ 5473107 w 11269336"/>
              <a:gd name="connsiteY135" fmla="*/ 1979001 h 2323145"/>
              <a:gd name="connsiteX136" fmla="*/ 5470885 w 11269336"/>
              <a:gd name="connsiteY136" fmla="*/ 1978432 h 2323145"/>
              <a:gd name="connsiteX137" fmla="*/ 5457393 w 11269336"/>
              <a:gd name="connsiteY137" fmla="*/ 1986525 h 2323145"/>
              <a:gd name="connsiteX138" fmla="*/ 5447102 w 11269336"/>
              <a:gd name="connsiteY138" fmla="*/ 1998329 h 2323145"/>
              <a:gd name="connsiteX139" fmla="*/ 5159151 w 11269336"/>
              <a:gd name="connsiteY139" fmla="*/ 2029640 h 2323145"/>
              <a:gd name="connsiteX140" fmla="*/ 5041688 w 11269336"/>
              <a:gd name="connsiteY140" fmla="*/ 2022334 h 2323145"/>
              <a:gd name="connsiteX141" fmla="*/ 4860988 w 11269336"/>
              <a:gd name="connsiteY141" fmla="*/ 2135698 h 2323145"/>
              <a:gd name="connsiteX142" fmla="*/ 4807902 w 11269336"/>
              <a:gd name="connsiteY142" fmla="*/ 2138894 h 2323145"/>
              <a:gd name="connsiteX143" fmla="*/ 4765388 w 11269336"/>
              <a:gd name="connsiteY143" fmla="*/ 2162525 h 2323145"/>
              <a:gd name="connsiteX144" fmla="*/ 4745033 w 11269336"/>
              <a:gd name="connsiteY144" fmla="*/ 2158859 h 2323145"/>
              <a:gd name="connsiteX145" fmla="*/ 4741475 w 11269336"/>
              <a:gd name="connsiteY145" fmla="*/ 2157998 h 2323145"/>
              <a:gd name="connsiteX146" fmla="*/ 4728247 w 11269336"/>
              <a:gd name="connsiteY146" fmla="*/ 2159526 h 2323145"/>
              <a:gd name="connsiteX147" fmla="*/ 4723263 w 11269336"/>
              <a:gd name="connsiteY147" fmla="*/ 2153742 h 2323145"/>
              <a:gd name="connsiteX148" fmla="*/ 4702453 w 11269336"/>
              <a:gd name="connsiteY148" fmla="*/ 2151586 h 2323145"/>
              <a:gd name="connsiteX149" fmla="*/ 4678455 w 11269336"/>
              <a:gd name="connsiteY149" fmla="*/ 2156131 h 2323145"/>
              <a:gd name="connsiteX150" fmla="*/ 4593061 w 11269336"/>
              <a:gd name="connsiteY150" fmla="*/ 2171597 h 2323145"/>
              <a:gd name="connsiteX151" fmla="*/ 4579902 w 11269336"/>
              <a:gd name="connsiteY151" fmla="*/ 2177927 h 2323145"/>
              <a:gd name="connsiteX152" fmla="*/ 4533444 w 11269336"/>
              <a:gd name="connsiteY152" fmla="*/ 2181200 h 2323145"/>
              <a:gd name="connsiteX153" fmla="*/ 4492832 w 11269336"/>
              <a:gd name="connsiteY153" fmla="*/ 2188033 h 2323145"/>
              <a:gd name="connsiteX154" fmla="*/ 4467257 w 11269336"/>
              <a:gd name="connsiteY154" fmla="*/ 2196121 h 2323145"/>
              <a:gd name="connsiteX155" fmla="*/ 4459937 w 11269336"/>
              <a:gd name="connsiteY155" fmla="*/ 2195182 h 2323145"/>
              <a:gd name="connsiteX156" fmla="*/ 4433312 w 11269336"/>
              <a:gd name="connsiteY156" fmla="*/ 2199004 h 2323145"/>
              <a:gd name="connsiteX157" fmla="*/ 4420601 w 11269336"/>
              <a:gd name="connsiteY157" fmla="*/ 2205158 h 2323145"/>
              <a:gd name="connsiteX158" fmla="*/ 4405765 w 11269336"/>
              <a:gd name="connsiteY158" fmla="*/ 2199902 h 2323145"/>
              <a:gd name="connsiteX159" fmla="*/ 4401354 w 11269336"/>
              <a:gd name="connsiteY159" fmla="*/ 2194745 h 2323145"/>
              <a:gd name="connsiteX160" fmla="*/ 4383151 w 11269336"/>
              <a:gd name="connsiteY160" fmla="*/ 2201140 h 2323145"/>
              <a:gd name="connsiteX161" fmla="*/ 4366646 w 11269336"/>
              <a:gd name="connsiteY161" fmla="*/ 2198564 h 2323145"/>
              <a:gd name="connsiteX162" fmla="*/ 4354009 w 11269336"/>
              <a:gd name="connsiteY162" fmla="*/ 2204984 h 2323145"/>
              <a:gd name="connsiteX163" fmla="*/ 4348284 w 11269336"/>
              <a:gd name="connsiteY163" fmla="*/ 2205270 h 2323145"/>
              <a:gd name="connsiteX164" fmla="*/ 4333906 w 11269336"/>
              <a:gd name="connsiteY164" fmla="*/ 2205251 h 2323145"/>
              <a:gd name="connsiteX165" fmla="*/ 4308819 w 11269336"/>
              <a:gd name="connsiteY165" fmla="*/ 2203822 h 2323145"/>
              <a:gd name="connsiteX166" fmla="*/ 4301210 w 11269336"/>
              <a:gd name="connsiteY166" fmla="*/ 2204456 h 2323145"/>
              <a:gd name="connsiteX167" fmla="*/ 4283095 w 11269336"/>
              <a:gd name="connsiteY167" fmla="*/ 2198177 h 2323145"/>
              <a:gd name="connsiteX168" fmla="*/ 4250119 w 11269336"/>
              <a:gd name="connsiteY168" fmla="*/ 2196342 h 2323145"/>
              <a:gd name="connsiteX169" fmla="*/ 4189203 w 11269336"/>
              <a:gd name="connsiteY169" fmla="*/ 2178994 h 2323145"/>
              <a:gd name="connsiteX170" fmla="*/ 4154035 w 11269336"/>
              <a:gd name="connsiteY170" fmla="*/ 2171950 h 2323145"/>
              <a:gd name="connsiteX171" fmla="*/ 4129569 w 11269336"/>
              <a:gd name="connsiteY171" fmla="*/ 2163850 h 2323145"/>
              <a:gd name="connsiteX172" fmla="*/ 4061250 w 11269336"/>
              <a:gd name="connsiteY172" fmla="*/ 2159236 h 2323145"/>
              <a:gd name="connsiteX173" fmla="*/ 3945480 w 11269336"/>
              <a:gd name="connsiteY173" fmla="*/ 2158279 h 2323145"/>
              <a:gd name="connsiteX174" fmla="*/ 3921468 w 11269336"/>
              <a:gd name="connsiteY174" fmla="*/ 2156588 h 2323145"/>
              <a:gd name="connsiteX175" fmla="*/ 3903348 w 11269336"/>
              <a:gd name="connsiteY175" fmla="*/ 2149220 h 2323145"/>
              <a:gd name="connsiteX176" fmla="*/ 3901342 w 11269336"/>
              <a:gd name="connsiteY176" fmla="*/ 2142355 h 2323145"/>
              <a:gd name="connsiteX177" fmla="*/ 3888539 w 11269336"/>
              <a:gd name="connsiteY177" fmla="*/ 2140476 h 2323145"/>
              <a:gd name="connsiteX178" fmla="*/ 3885662 w 11269336"/>
              <a:gd name="connsiteY178" fmla="*/ 2138740 h 2323145"/>
              <a:gd name="connsiteX179" fmla="*/ 3868627 w 11269336"/>
              <a:gd name="connsiteY179" fmla="*/ 2130023 h 2323145"/>
              <a:gd name="connsiteX180" fmla="*/ 3819177 w 11269336"/>
              <a:gd name="connsiteY180" fmla="*/ 2142111 h 2323145"/>
              <a:gd name="connsiteX181" fmla="*/ 3769100 w 11269336"/>
              <a:gd name="connsiteY181" fmla="*/ 2131731 h 2323145"/>
              <a:gd name="connsiteX182" fmla="*/ 3562752 w 11269336"/>
              <a:gd name="connsiteY182" fmla="*/ 2131785 h 2323145"/>
              <a:gd name="connsiteX183" fmla="*/ 3541402 w 11269336"/>
              <a:gd name="connsiteY183" fmla="*/ 2106821 h 2323145"/>
              <a:gd name="connsiteX184" fmla="*/ 3460591 w 11269336"/>
              <a:gd name="connsiteY184" fmla="*/ 2097951 h 2323145"/>
              <a:gd name="connsiteX185" fmla="*/ 3170922 w 11269336"/>
              <a:gd name="connsiteY185" fmla="*/ 2115957 h 2323145"/>
              <a:gd name="connsiteX186" fmla="*/ 3156256 w 11269336"/>
              <a:gd name="connsiteY186" fmla="*/ 2124773 h 2323145"/>
              <a:gd name="connsiteX187" fmla="*/ 3140298 w 11269336"/>
              <a:gd name="connsiteY187" fmla="*/ 2129182 h 2323145"/>
              <a:gd name="connsiteX188" fmla="*/ 3138514 w 11269336"/>
              <a:gd name="connsiteY188" fmla="*/ 2128069 h 2323145"/>
              <a:gd name="connsiteX189" fmla="*/ 3120467 w 11269336"/>
              <a:gd name="connsiteY189" fmla="*/ 2128281 h 2323145"/>
              <a:gd name="connsiteX190" fmla="*/ 3116175 w 11269336"/>
              <a:gd name="connsiteY190" fmla="*/ 2131633 h 2323145"/>
              <a:gd name="connsiteX191" fmla="*/ 3103685 w 11269336"/>
              <a:gd name="connsiteY191" fmla="*/ 2132814 h 2323145"/>
              <a:gd name="connsiteX192" fmla="*/ 3078794 w 11269336"/>
              <a:gd name="connsiteY192" fmla="*/ 2137935 h 2323145"/>
              <a:gd name="connsiteX193" fmla="*/ 3074407 w 11269336"/>
              <a:gd name="connsiteY193" fmla="*/ 2136274 h 2323145"/>
              <a:gd name="connsiteX194" fmla="*/ 3037285 w 11269336"/>
              <a:gd name="connsiteY194" fmla="*/ 2139919 h 2323145"/>
              <a:gd name="connsiteX195" fmla="*/ 3036901 w 11269336"/>
              <a:gd name="connsiteY195" fmla="*/ 2138726 h 2323145"/>
              <a:gd name="connsiteX196" fmla="*/ 3026996 w 11269336"/>
              <a:gd name="connsiteY196" fmla="*/ 2134322 h 2323145"/>
              <a:gd name="connsiteX197" fmla="*/ 3007772 w 11269336"/>
              <a:gd name="connsiteY197" fmla="*/ 2128742 h 2323145"/>
              <a:gd name="connsiteX198" fmla="*/ 2965030 w 11269336"/>
              <a:gd name="connsiteY198" fmla="*/ 2100494 h 2323145"/>
              <a:gd name="connsiteX199" fmla="*/ 2926342 w 11269336"/>
              <a:gd name="connsiteY199" fmla="*/ 2104155 h 2323145"/>
              <a:gd name="connsiteX200" fmla="*/ 2918608 w 11269336"/>
              <a:gd name="connsiteY200" fmla="*/ 2104215 h 2323145"/>
              <a:gd name="connsiteX201" fmla="*/ 2918475 w 11269336"/>
              <a:gd name="connsiteY201" fmla="*/ 2103937 h 2323145"/>
              <a:gd name="connsiteX202" fmla="*/ 2910360 w 11269336"/>
              <a:gd name="connsiteY202" fmla="*/ 2103444 h 2323145"/>
              <a:gd name="connsiteX203" fmla="*/ 2904507 w 11269336"/>
              <a:gd name="connsiteY203" fmla="*/ 2104326 h 2323145"/>
              <a:gd name="connsiteX204" fmla="*/ 2889503 w 11269336"/>
              <a:gd name="connsiteY204" fmla="*/ 2104443 h 2323145"/>
              <a:gd name="connsiteX205" fmla="*/ 2884480 w 11269336"/>
              <a:gd name="connsiteY205" fmla="*/ 2102626 h 2323145"/>
              <a:gd name="connsiteX206" fmla="*/ 2882689 w 11269336"/>
              <a:gd name="connsiteY206" fmla="*/ 2099228 h 2323145"/>
              <a:gd name="connsiteX207" fmla="*/ 2881291 w 11269336"/>
              <a:gd name="connsiteY207" fmla="*/ 2099618 h 2323145"/>
              <a:gd name="connsiteX208" fmla="*/ 2853979 w 11269336"/>
              <a:gd name="connsiteY208" fmla="*/ 2090388 h 2323145"/>
              <a:gd name="connsiteX209" fmla="*/ 2791790 w 11269336"/>
              <a:gd name="connsiteY209" fmla="*/ 2080332 h 2323145"/>
              <a:gd name="connsiteX210" fmla="*/ 2755844 w 11269336"/>
              <a:gd name="connsiteY210" fmla="*/ 2078874 h 2323145"/>
              <a:gd name="connsiteX211" fmla="*/ 2657742 w 11269336"/>
              <a:gd name="connsiteY211" fmla="*/ 2070179 h 2323145"/>
              <a:gd name="connsiteX212" fmla="*/ 2559549 w 11269336"/>
              <a:gd name="connsiteY212" fmla="*/ 2057873 h 2323145"/>
              <a:gd name="connsiteX213" fmla="*/ 2512054 w 11269336"/>
              <a:gd name="connsiteY213" fmla="*/ 2031671 h 2323145"/>
              <a:gd name="connsiteX214" fmla="*/ 2506437 w 11269336"/>
              <a:gd name="connsiteY214" fmla="*/ 2030918 h 2323145"/>
              <a:gd name="connsiteX215" fmla="*/ 2491752 w 11269336"/>
              <a:gd name="connsiteY215" fmla="*/ 2033906 h 2323145"/>
              <a:gd name="connsiteX216" fmla="*/ 2486338 w 11269336"/>
              <a:gd name="connsiteY216" fmla="*/ 2035862 h 2323145"/>
              <a:gd name="connsiteX217" fmla="*/ 2478186 w 11269336"/>
              <a:gd name="connsiteY217" fmla="*/ 2036953 h 2323145"/>
              <a:gd name="connsiteX218" fmla="*/ 2477950 w 11269336"/>
              <a:gd name="connsiteY218" fmla="*/ 2036715 h 2323145"/>
              <a:gd name="connsiteX219" fmla="*/ 2470381 w 11269336"/>
              <a:gd name="connsiteY219" fmla="*/ 2038256 h 2323145"/>
              <a:gd name="connsiteX220" fmla="*/ 2433781 w 11269336"/>
              <a:gd name="connsiteY220" fmla="*/ 2049140 h 2323145"/>
              <a:gd name="connsiteX221" fmla="*/ 2381172 w 11269336"/>
              <a:gd name="connsiteY221" fmla="*/ 2030645 h 2323145"/>
              <a:gd name="connsiteX222" fmla="*/ 2360198 w 11269336"/>
              <a:gd name="connsiteY222" fmla="*/ 2029059 h 2323145"/>
              <a:gd name="connsiteX223" fmla="*/ 2348815 w 11269336"/>
              <a:gd name="connsiteY223" fmla="*/ 2026798 h 2323145"/>
              <a:gd name="connsiteX224" fmla="*/ 2347988 w 11269336"/>
              <a:gd name="connsiteY224" fmla="*/ 2025745 h 2323145"/>
              <a:gd name="connsiteX225" fmla="*/ 2312920 w 11269336"/>
              <a:gd name="connsiteY225" fmla="*/ 2036311 h 2323145"/>
              <a:gd name="connsiteX226" fmla="*/ 2307986 w 11269336"/>
              <a:gd name="connsiteY226" fmla="*/ 2035583 h 2323145"/>
              <a:gd name="connsiteX227" fmla="*/ 2285481 w 11269336"/>
              <a:gd name="connsiteY227" fmla="*/ 2045197 h 2323145"/>
              <a:gd name="connsiteX228" fmla="*/ 2273666 w 11269336"/>
              <a:gd name="connsiteY228" fmla="*/ 2048710 h 2323145"/>
              <a:gd name="connsiteX229" fmla="*/ 2270719 w 11269336"/>
              <a:gd name="connsiteY229" fmla="*/ 2052702 h 2323145"/>
              <a:gd name="connsiteX230" fmla="*/ 2253080 w 11269336"/>
              <a:gd name="connsiteY230" fmla="*/ 2056363 h 2323145"/>
              <a:gd name="connsiteX231" fmla="*/ 2250906 w 11269336"/>
              <a:gd name="connsiteY231" fmla="*/ 2055654 h 2323145"/>
              <a:gd name="connsiteX232" fmla="*/ 2236905 w 11269336"/>
              <a:gd name="connsiteY232" fmla="*/ 2062882 h 2323145"/>
              <a:gd name="connsiteX233" fmla="*/ 2225830 w 11269336"/>
              <a:gd name="connsiteY233" fmla="*/ 2074027 h 2323145"/>
              <a:gd name="connsiteX234" fmla="*/ 2073776 w 11269336"/>
              <a:gd name="connsiteY234" fmla="*/ 2089244 h 2323145"/>
              <a:gd name="connsiteX235" fmla="*/ 1948256 w 11269336"/>
              <a:gd name="connsiteY235" fmla="*/ 2146616 h 2323145"/>
              <a:gd name="connsiteX236" fmla="*/ 1865582 w 11269336"/>
              <a:gd name="connsiteY236" fmla="*/ 2153738 h 2323145"/>
              <a:gd name="connsiteX237" fmla="*/ 1835210 w 11269336"/>
              <a:gd name="connsiteY237" fmla="*/ 2134244 h 2323145"/>
              <a:gd name="connsiteX238" fmla="*/ 1632661 w 11269336"/>
              <a:gd name="connsiteY238" fmla="*/ 2173882 h 2323145"/>
              <a:gd name="connsiteX239" fmla="*/ 1579590 w 11269336"/>
              <a:gd name="connsiteY239" fmla="*/ 2173680 h 2323145"/>
              <a:gd name="connsiteX240" fmla="*/ 1535601 w 11269336"/>
              <a:gd name="connsiteY240" fmla="*/ 2194590 h 2323145"/>
              <a:gd name="connsiteX241" fmla="*/ 1515594 w 11269336"/>
              <a:gd name="connsiteY241" fmla="*/ 2189622 h 2323145"/>
              <a:gd name="connsiteX242" fmla="*/ 1512113 w 11269336"/>
              <a:gd name="connsiteY242" fmla="*/ 2188534 h 2323145"/>
              <a:gd name="connsiteX243" fmla="*/ 1498838 w 11269336"/>
              <a:gd name="connsiteY243" fmla="*/ 2189213 h 2323145"/>
              <a:gd name="connsiteX244" fmla="*/ 1494279 w 11269336"/>
              <a:gd name="connsiteY244" fmla="*/ 2183112 h 2323145"/>
              <a:gd name="connsiteX245" fmla="*/ 1473714 w 11269336"/>
              <a:gd name="connsiteY245" fmla="*/ 2179625 h 2323145"/>
              <a:gd name="connsiteX246" fmla="*/ 1449503 w 11269336"/>
              <a:gd name="connsiteY246" fmla="*/ 2182633 h 2323145"/>
              <a:gd name="connsiteX247" fmla="*/ 1335495 w 11269336"/>
              <a:gd name="connsiteY247" fmla="*/ 2203940 h 2323145"/>
              <a:gd name="connsiteX248" fmla="*/ 1266687 w 11269336"/>
              <a:gd name="connsiteY248" fmla="*/ 2212688 h 2323145"/>
              <a:gd name="connsiteX249" fmla="*/ 1239614 w 11269336"/>
              <a:gd name="connsiteY249" fmla="*/ 2209727 h 2323145"/>
              <a:gd name="connsiteX250" fmla="*/ 1202436 w 11269336"/>
              <a:gd name="connsiteY250" fmla="*/ 2209817 h 2323145"/>
              <a:gd name="connsiteX251" fmla="*/ 1136097 w 11269336"/>
              <a:gd name="connsiteY251" fmla="*/ 2205112 h 2323145"/>
              <a:gd name="connsiteX252" fmla="*/ 1048229 w 11269336"/>
              <a:gd name="connsiteY252" fmla="*/ 2207249 h 2323145"/>
              <a:gd name="connsiteX253" fmla="*/ 988232 w 11269336"/>
              <a:gd name="connsiteY253" fmla="*/ 2235635 h 2323145"/>
              <a:gd name="connsiteX254" fmla="*/ 981959 w 11269336"/>
              <a:gd name="connsiteY254" fmla="*/ 2231607 h 2323145"/>
              <a:gd name="connsiteX255" fmla="*/ 938600 w 11269336"/>
              <a:gd name="connsiteY255" fmla="*/ 2238113 h 2323145"/>
              <a:gd name="connsiteX256" fmla="*/ 791788 w 11269336"/>
              <a:gd name="connsiteY256" fmla="*/ 2293224 h 2323145"/>
              <a:gd name="connsiteX257" fmla="*/ 706914 w 11269336"/>
              <a:gd name="connsiteY257" fmla="*/ 2305046 h 2323145"/>
              <a:gd name="connsiteX258" fmla="*/ 675971 w 11269336"/>
              <a:gd name="connsiteY258" fmla="*/ 2304030 h 2323145"/>
              <a:gd name="connsiteX259" fmla="*/ 624180 w 11269336"/>
              <a:gd name="connsiteY259" fmla="*/ 2302650 h 2323145"/>
              <a:gd name="connsiteX260" fmla="*/ 583453 w 11269336"/>
              <a:gd name="connsiteY260" fmla="*/ 2288788 h 2323145"/>
              <a:gd name="connsiteX261" fmla="*/ 540946 w 11269336"/>
              <a:gd name="connsiteY261" fmla="*/ 2292721 h 2323145"/>
              <a:gd name="connsiteX262" fmla="*/ 533680 w 11269336"/>
              <a:gd name="connsiteY262" fmla="*/ 2310233 h 2323145"/>
              <a:gd name="connsiteX263" fmla="*/ 487366 w 11269336"/>
              <a:gd name="connsiteY263" fmla="*/ 2309053 h 2323145"/>
              <a:gd name="connsiteX264" fmla="*/ 416820 w 11269336"/>
              <a:gd name="connsiteY264" fmla="*/ 2305443 h 2323145"/>
              <a:gd name="connsiteX265" fmla="*/ 376805 w 11269336"/>
              <a:gd name="connsiteY265" fmla="*/ 2307647 h 2323145"/>
              <a:gd name="connsiteX266" fmla="*/ 266777 w 11269336"/>
              <a:gd name="connsiteY266" fmla="*/ 2309012 h 2323145"/>
              <a:gd name="connsiteX267" fmla="*/ 156013 w 11269336"/>
              <a:gd name="connsiteY267" fmla="*/ 2306832 h 2323145"/>
              <a:gd name="connsiteX268" fmla="*/ 87258 w 11269336"/>
              <a:gd name="connsiteY268" fmla="*/ 2285511 h 2323145"/>
              <a:gd name="connsiteX269" fmla="*/ 23798 w 11269336"/>
              <a:gd name="connsiteY269" fmla="*/ 2281822 h 2323145"/>
              <a:gd name="connsiteX270" fmla="*/ 0 w 11269336"/>
              <a:gd name="connsiteY270" fmla="*/ 2285369 h 2323145"/>
              <a:gd name="connsiteX271" fmla="*/ 0 w 11269336"/>
              <a:gd name="connsiteY271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837498 w 11269336"/>
              <a:gd name="connsiteY32" fmla="*/ 885664 h 2323145"/>
              <a:gd name="connsiteX33" fmla="*/ 8795998 w 11269336"/>
              <a:gd name="connsiteY33" fmla="*/ 863337 h 2323145"/>
              <a:gd name="connsiteX34" fmla="*/ 8776970 w 11269336"/>
              <a:gd name="connsiteY34" fmla="*/ 885177 h 2323145"/>
              <a:gd name="connsiteX35" fmla="*/ 8755719 w 11269336"/>
              <a:gd name="connsiteY35" fmla="*/ 889754 h 2323145"/>
              <a:gd name="connsiteX36" fmla="*/ 8743257 w 11269336"/>
              <a:gd name="connsiteY36" fmla="*/ 904723 h 2323145"/>
              <a:gd name="connsiteX37" fmla="*/ 8721366 w 11269336"/>
              <a:gd name="connsiteY37" fmla="*/ 904711 h 2323145"/>
              <a:gd name="connsiteX38" fmla="*/ 8678353 w 11269336"/>
              <a:gd name="connsiteY38" fmla="*/ 926318 h 2323145"/>
              <a:gd name="connsiteX39" fmla="*/ 8636849 w 11269336"/>
              <a:gd name="connsiteY39" fmla="*/ 937900 h 2323145"/>
              <a:gd name="connsiteX40" fmla="*/ 8620213 w 11269336"/>
              <a:gd name="connsiteY40" fmla="*/ 943068 h 2323145"/>
              <a:gd name="connsiteX41" fmla="*/ 8612581 w 11269336"/>
              <a:gd name="connsiteY41" fmla="*/ 952695 h 2323145"/>
              <a:gd name="connsiteX42" fmla="*/ 8589038 w 11269336"/>
              <a:gd name="connsiteY42" fmla="*/ 963892 h 2323145"/>
              <a:gd name="connsiteX43" fmla="*/ 8579950 w 11269336"/>
              <a:gd name="connsiteY43" fmla="*/ 960899 h 2323145"/>
              <a:gd name="connsiteX44" fmla="*/ 8579319 w 11269336"/>
              <a:gd name="connsiteY44" fmla="*/ 965630 h 2323145"/>
              <a:gd name="connsiteX45" fmla="*/ 8547429 w 11269336"/>
              <a:gd name="connsiteY45" fmla="*/ 984506 h 2323145"/>
              <a:gd name="connsiteX46" fmla="*/ 8478704 w 11269336"/>
              <a:gd name="connsiteY46" fmla="*/ 1025490 h 2323145"/>
              <a:gd name="connsiteX47" fmla="*/ 8461421 w 11269336"/>
              <a:gd name="connsiteY47" fmla="*/ 1035512 h 2323145"/>
              <a:gd name="connsiteX48" fmla="*/ 8445003 w 11269336"/>
              <a:gd name="connsiteY48" fmla="*/ 1036851 h 2323145"/>
              <a:gd name="connsiteX49" fmla="*/ 8357350 w 11269336"/>
              <a:gd name="connsiteY49" fmla="*/ 1060213 h 2323145"/>
              <a:gd name="connsiteX50" fmla="*/ 8335565 w 11269336"/>
              <a:gd name="connsiteY50" fmla="*/ 1061151 h 2323145"/>
              <a:gd name="connsiteX51" fmla="*/ 8325267 w 11269336"/>
              <a:gd name="connsiteY51" fmla="*/ 1055919 h 2323145"/>
              <a:gd name="connsiteX52" fmla="*/ 8293586 w 11269336"/>
              <a:gd name="connsiteY52" fmla="*/ 1076144 h 2323145"/>
              <a:gd name="connsiteX53" fmla="*/ 8242405 w 11269336"/>
              <a:gd name="connsiteY53" fmla="*/ 1095960 h 2323145"/>
              <a:gd name="connsiteX54" fmla="*/ 8218531 w 11269336"/>
              <a:gd name="connsiteY54" fmla="*/ 1107622 h 2323145"/>
              <a:gd name="connsiteX55" fmla="*/ 8197391 w 11269336"/>
              <a:gd name="connsiteY55" fmla="*/ 1107746 h 2323145"/>
              <a:gd name="connsiteX56" fmla="*/ 8081474 w 11269336"/>
              <a:gd name="connsiteY56" fmla="*/ 1130125 h 2323145"/>
              <a:gd name="connsiteX57" fmla="*/ 8053585 w 11269336"/>
              <a:gd name="connsiteY57" fmla="*/ 1129169 h 2323145"/>
              <a:gd name="connsiteX58" fmla="*/ 8038422 w 11269336"/>
              <a:gd name="connsiteY58" fmla="*/ 1119092 h 2323145"/>
              <a:gd name="connsiteX59" fmla="*/ 8029450 w 11269336"/>
              <a:gd name="connsiteY59" fmla="*/ 1125592 h 2323145"/>
              <a:gd name="connsiteX60" fmla="*/ 7959552 w 11269336"/>
              <a:gd name="connsiteY60" fmla="*/ 1140188 h 2323145"/>
              <a:gd name="connsiteX61" fmla="*/ 7914188 w 11269336"/>
              <a:gd name="connsiteY61" fmla="*/ 1150862 h 2323145"/>
              <a:gd name="connsiteX62" fmla="*/ 7914918 w 11269336"/>
              <a:gd name="connsiteY62" fmla="*/ 1168758 h 2323145"/>
              <a:gd name="connsiteX63" fmla="*/ 7875510 w 11269336"/>
              <a:gd name="connsiteY63" fmla="*/ 1183153 h 2323145"/>
              <a:gd name="connsiteX64" fmla="*/ 7829932 w 11269336"/>
              <a:gd name="connsiteY64" fmla="*/ 1180782 h 2323145"/>
              <a:gd name="connsiteX65" fmla="*/ 7779182 w 11269336"/>
              <a:gd name="connsiteY65" fmla="*/ 1192665 h 2323145"/>
              <a:gd name="connsiteX66" fmla="*/ 7748774 w 11269336"/>
              <a:gd name="connsiteY66" fmla="*/ 1199586 h 2323145"/>
              <a:gd name="connsiteX67" fmla="*/ 7671846 w 11269336"/>
              <a:gd name="connsiteY67" fmla="*/ 1231966 h 2323145"/>
              <a:gd name="connsiteX68" fmla="*/ 7554146 w 11269336"/>
              <a:gd name="connsiteY68" fmla="*/ 1319748 h 2323145"/>
              <a:gd name="connsiteX69" fmla="*/ 7515052 w 11269336"/>
              <a:gd name="connsiteY69" fmla="*/ 1336718 h 2323145"/>
              <a:gd name="connsiteX70" fmla="*/ 7507193 w 11269336"/>
              <a:gd name="connsiteY70" fmla="*/ 1334617 h 2323145"/>
              <a:gd name="connsiteX71" fmla="*/ 7461694 w 11269336"/>
              <a:gd name="connsiteY71" fmla="*/ 1375866 h 2323145"/>
              <a:gd name="connsiteX72" fmla="*/ 7377571 w 11269336"/>
              <a:gd name="connsiteY72" fmla="*/ 1400128 h 2323145"/>
              <a:gd name="connsiteX73" fmla="*/ 7311261 w 11269336"/>
              <a:gd name="connsiteY73" fmla="*/ 1412652 h 2323145"/>
              <a:gd name="connsiteX74" fmla="*/ 7275307 w 11269336"/>
              <a:gd name="connsiteY74" fmla="*/ 1422171 h 2323145"/>
              <a:gd name="connsiteX75" fmla="*/ 7247783 w 11269336"/>
              <a:gd name="connsiteY75" fmla="*/ 1426330 h 2323145"/>
              <a:gd name="connsiteX76" fmla="*/ 7185047 w 11269336"/>
              <a:gd name="connsiteY76" fmla="*/ 1451812 h 2323145"/>
              <a:gd name="connsiteX77" fmla="*/ 7084117 w 11269336"/>
              <a:gd name="connsiteY77" fmla="*/ 1500281 h 2323145"/>
              <a:gd name="connsiteX78" fmla="*/ 7062011 w 11269336"/>
              <a:gd name="connsiteY78" fmla="*/ 1509183 h 2323145"/>
              <a:gd name="connsiteX79" fmla="*/ 7040555 w 11269336"/>
              <a:gd name="connsiteY79" fmla="*/ 1511207 h 2323145"/>
              <a:gd name="connsiteX80" fmla="*/ 7033438 w 11269336"/>
              <a:gd name="connsiteY80" fmla="*/ 1506772 h 2323145"/>
              <a:gd name="connsiteX81" fmla="*/ 7020886 w 11269336"/>
              <a:gd name="connsiteY81" fmla="*/ 1510764 h 2323145"/>
              <a:gd name="connsiteX82" fmla="*/ 7017033 w 11269336"/>
              <a:gd name="connsiteY82" fmla="*/ 1510650 h 2323145"/>
              <a:gd name="connsiteX83" fmla="*/ 6995460 w 11269336"/>
              <a:gd name="connsiteY83" fmla="*/ 1511173 h 2323145"/>
              <a:gd name="connsiteX84" fmla="*/ 6962144 w 11269336"/>
              <a:gd name="connsiteY84" fmla="*/ 1541508 h 2323145"/>
              <a:gd name="connsiteX85" fmla="*/ 6910674 w 11269336"/>
              <a:gd name="connsiteY85" fmla="*/ 1554793 h 2323145"/>
              <a:gd name="connsiteX86" fmla="*/ 6732152 w 11269336"/>
              <a:gd name="connsiteY86" fmla="*/ 1642538 h 2323145"/>
              <a:gd name="connsiteX87" fmla="*/ 6694106 w 11269336"/>
              <a:gd name="connsiteY87" fmla="*/ 1632377 h 2323145"/>
              <a:gd name="connsiteX88" fmla="*/ 6617223 w 11269336"/>
              <a:gd name="connsiteY88" fmla="*/ 1659889 h 2323145"/>
              <a:gd name="connsiteX89" fmla="*/ 6521138 w 11269336"/>
              <a:gd name="connsiteY89" fmla="*/ 1744340 h 2323145"/>
              <a:gd name="connsiteX90" fmla="*/ 6380677 w 11269336"/>
              <a:gd name="connsiteY90" fmla="*/ 1796883 h 2323145"/>
              <a:gd name="connsiteX91" fmla="*/ 6374897 w 11269336"/>
              <a:gd name="connsiteY91" fmla="*/ 1809910 h 2323145"/>
              <a:gd name="connsiteX92" fmla="*/ 6364545 w 11269336"/>
              <a:gd name="connsiteY92" fmla="*/ 1820090 h 2323145"/>
              <a:gd name="connsiteX93" fmla="*/ 6362126 w 11269336"/>
              <a:gd name="connsiteY93" fmla="*/ 1819991 h 2323145"/>
              <a:gd name="connsiteX94" fmla="*/ 6346673 w 11269336"/>
              <a:gd name="connsiteY94" fmla="*/ 1827824 h 2323145"/>
              <a:gd name="connsiteX95" fmla="*/ 6345588 w 11269336"/>
              <a:gd name="connsiteY95" fmla="*/ 1832232 h 2323145"/>
              <a:gd name="connsiteX96" fmla="*/ 6335708 w 11269336"/>
              <a:gd name="connsiteY96" fmla="*/ 1838451 h 2323145"/>
              <a:gd name="connsiteX97" fmla="*/ 6318182 w 11269336"/>
              <a:gd name="connsiteY97" fmla="*/ 1852975 h 2323145"/>
              <a:gd name="connsiteX98" fmla="*/ 6313084 w 11269336"/>
              <a:gd name="connsiteY98" fmla="*/ 1853561 h 2323145"/>
              <a:gd name="connsiteX99" fmla="*/ 6283816 w 11269336"/>
              <a:gd name="connsiteY99" fmla="*/ 1872148 h 2323145"/>
              <a:gd name="connsiteX100" fmla="*/ 6282550 w 11269336"/>
              <a:gd name="connsiteY100" fmla="*/ 1871392 h 2323145"/>
              <a:gd name="connsiteX101" fmla="*/ 6270527 w 11269336"/>
              <a:gd name="connsiteY101" fmla="*/ 1872208 h 2323145"/>
              <a:gd name="connsiteX102" fmla="*/ 6249518 w 11269336"/>
              <a:gd name="connsiteY102" fmla="*/ 1876079 h 2323145"/>
              <a:gd name="connsiteX103" fmla="*/ 6190386 w 11269336"/>
              <a:gd name="connsiteY103" fmla="*/ 1872478 h 2323145"/>
              <a:gd name="connsiteX104" fmla="*/ 6159777 w 11269336"/>
              <a:gd name="connsiteY104" fmla="*/ 1891745 h 2323145"/>
              <a:gd name="connsiteX105" fmla="*/ 6153131 w 11269336"/>
              <a:gd name="connsiteY105" fmla="*/ 1895079 h 2323145"/>
              <a:gd name="connsiteX106" fmla="*/ 6152798 w 11269336"/>
              <a:gd name="connsiteY106" fmla="*/ 1894920 h 2323145"/>
              <a:gd name="connsiteX107" fmla="*/ 6145388 w 11269336"/>
              <a:gd name="connsiteY107" fmla="*/ 1897990 h 2323145"/>
              <a:gd name="connsiteX108" fmla="*/ 6141014 w 11269336"/>
              <a:gd name="connsiteY108" fmla="*/ 1901155 h 2323145"/>
              <a:gd name="connsiteX109" fmla="*/ 6128122 w 11269336"/>
              <a:gd name="connsiteY109" fmla="*/ 1907623 h 2323145"/>
              <a:gd name="connsiteX110" fmla="*/ 6122351 w 11269336"/>
              <a:gd name="connsiteY110" fmla="*/ 1908359 h 2323145"/>
              <a:gd name="connsiteX111" fmla="*/ 6064750 w 11269336"/>
              <a:gd name="connsiteY111" fmla="*/ 1896394 h 2323145"/>
              <a:gd name="connsiteX112" fmla="*/ 5964230 w 11269336"/>
              <a:gd name="connsiteY112" fmla="*/ 1910038 h 2323145"/>
              <a:gd name="connsiteX113" fmla="*/ 5865399 w 11269336"/>
              <a:gd name="connsiteY113" fmla="*/ 1926966 h 2323145"/>
              <a:gd name="connsiteX114" fmla="*/ 5829951 w 11269336"/>
              <a:gd name="connsiteY114" fmla="*/ 1934755 h 2323145"/>
              <a:gd name="connsiteX115" fmla="*/ 5765285 w 11269336"/>
              <a:gd name="connsiteY115" fmla="*/ 1941322 h 2323145"/>
              <a:gd name="connsiteX116" fmla="*/ 5734750 w 11269336"/>
              <a:gd name="connsiteY116" fmla="*/ 1939793 h 2323145"/>
              <a:gd name="connsiteX117" fmla="*/ 5733569 w 11269336"/>
              <a:gd name="connsiteY117" fmla="*/ 1940505 h 2323145"/>
              <a:gd name="connsiteX118" fmla="*/ 5730329 w 11269336"/>
              <a:gd name="connsiteY118" fmla="*/ 1937845 h 2323145"/>
              <a:gd name="connsiteX119" fmla="*/ 5724661 w 11269336"/>
              <a:gd name="connsiteY119" fmla="*/ 1937455 h 2323145"/>
              <a:gd name="connsiteX120" fmla="*/ 5710186 w 11269336"/>
              <a:gd name="connsiteY120" fmla="*/ 1941370 h 2323145"/>
              <a:gd name="connsiteX121" fmla="*/ 5704910 w 11269336"/>
              <a:gd name="connsiteY121" fmla="*/ 1943663 h 2323145"/>
              <a:gd name="connsiteX122" fmla="*/ 5696836 w 11269336"/>
              <a:gd name="connsiteY122" fmla="*/ 1945271 h 2323145"/>
              <a:gd name="connsiteX123" fmla="*/ 5696583 w 11269336"/>
              <a:gd name="connsiteY123" fmla="*/ 1945050 h 2323145"/>
              <a:gd name="connsiteX124" fmla="*/ 5689123 w 11269336"/>
              <a:gd name="connsiteY124" fmla="*/ 1947067 h 2323145"/>
              <a:gd name="connsiteX125" fmla="*/ 5653291 w 11269336"/>
              <a:gd name="connsiteY125" fmla="*/ 1960245 h 2323145"/>
              <a:gd name="connsiteX126" fmla="*/ 5599385 w 11269336"/>
              <a:gd name="connsiteY126" fmla="*/ 1945198 h 2323145"/>
              <a:gd name="connsiteX127" fmla="*/ 5578300 w 11269336"/>
              <a:gd name="connsiteY127" fmla="*/ 1944963 h 2323145"/>
              <a:gd name="connsiteX128" fmla="*/ 5566758 w 11269336"/>
              <a:gd name="connsiteY128" fmla="*/ 1943441 h 2323145"/>
              <a:gd name="connsiteX129" fmla="*/ 5565857 w 11269336"/>
              <a:gd name="connsiteY129" fmla="*/ 1942445 h 2323145"/>
              <a:gd name="connsiteX130" fmla="*/ 5531534 w 11269336"/>
              <a:gd name="connsiteY130" fmla="*/ 1955208 h 2323145"/>
              <a:gd name="connsiteX131" fmla="*/ 5526552 w 11269336"/>
              <a:gd name="connsiteY131" fmla="*/ 1954799 h 2323145"/>
              <a:gd name="connsiteX132" fmla="*/ 5504723 w 11269336"/>
              <a:gd name="connsiteY132" fmla="*/ 1965811 h 2323145"/>
              <a:gd name="connsiteX133" fmla="*/ 5493156 w 11269336"/>
              <a:gd name="connsiteY133" fmla="*/ 1970063 h 2323145"/>
              <a:gd name="connsiteX134" fmla="*/ 5490486 w 11269336"/>
              <a:gd name="connsiteY134" fmla="*/ 1974227 h 2323145"/>
              <a:gd name="connsiteX135" fmla="*/ 5473107 w 11269336"/>
              <a:gd name="connsiteY135" fmla="*/ 1979001 h 2323145"/>
              <a:gd name="connsiteX136" fmla="*/ 5470885 w 11269336"/>
              <a:gd name="connsiteY136" fmla="*/ 1978432 h 2323145"/>
              <a:gd name="connsiteX137" fmla="*/ 5457393 w 11269336"/>
              <a:gd name="connsiteY137" fmla="*/ 1986525 h 2323145"/>
              <a:gd name="connsiteX138" fmla="*/ 5447102 w 11269336"/>
              <a:gd name="connsiteY138" fmla="*/ 1998329 h 2323145"/>
              <a:gd name="connsiteX139" fmla="*/ 5159151 w 11269336"/>
              <a:gd name="connsiteY139" fmla="*/ 2029640 h 2323145"/>
              <a:gd name="connsiteX140" fmla="*/ 5041688 w 11269336"/>
              <a:gd name="connsiteY140" fmla="*/ 2022334 h 2323145"/>
              <a:gd name="connsiteX141" fmla="*/ 4860988 w 11269336"/>
              <a:gd name="connsiteY141" fmla="*/ 2135698 h 2323145"/>
              <a:gd name="connsiteX142" fmla="*/ 4807902 w 11269336"/>
              <a:gd name="connsiteY142" fmla="*/ 2138894 h 2323145"/>
              <a:gd name="connsiteX143" fmla="*/ 4765388 w 11269336"/>
              <a:gd name="connsiteY143" fmla="*/ 2162525 h 2323145"/>
              <a:gd name="connsiteX144" fmla="*/ 4745033 w 11269336"/>
              <a:gd name="connsiteY144" fmla="*/ 2158859 h 2323145"/>
              <a:gd name="connsiteX145" fmla="*/ 4741475 w 11269336"/>
              <a:gd name="connsiteY145" fmla="*/ 2157998 h 2323145"/>
              <a:gd name="connsiteX146" fmla="*/ 4728247 w 11269336"/>
              <a:gd name="connsiteY146" fmla="*/ 2159526 h 2323145"/>
              <a:gd name="connsiteX147" fmla="*/ 4723263 w 11269336"/>
              <a:gd name="connsiteY147" fmla="*/ 2153742 h 2323145"/>
              <a:gd name="connsiteX148" fmla="*/ 4702453 w 11269336"/>
              <a:gd name="connsiteY148" fmla="*/ 2151586 h 2323145"/>
              <a:gd name="connsiteX149" fmla="*/ 4678455 w 11269336"/>
              <a:gd name="connsiteY149" fmla="*/ 2156131 h 2323145"/>
              <a:gd name="connsiteX150" fmla="*/ 4593061 w 11269336"/>
              <a:gd name="connsiteY150" fmla="*/ 2171597 h 2323145"/>
              <a:gd name="connsiteX151" fmla="*/ 4579902 w 11269336"/>
              <a:gd name="connsiteY151" fmla="*/ 2177927 h 2323145"/>
              <a:gd name="connsiteX152" fmla="*/ 4533444 w 11269336"/>
              <a:gd name="connsiteY152" fmla="*/ 2181200 h 2323145"/>
              <a:gd name="connsiteX153" fmla="*/ 4492832 w 11269336"/>
              <a:gd name="connsiteY153" fmla="*/ 2188033 h 2323145"/>
              <a:gd name="connsiteX154" fmla="*/ 4467257 w 11269336"/>
              <a:gd name="connsiteY154" fmla="*/ 2196121 h 2323145"/>
              <a:gd name="connsiteX155" fmla="*/ 4459937 w 11269336"/>
              <a:gd name="connsiteY155" fmla="*/ 2195182 h 2323145"/>
              <a:gd name="connsiteX156" fmla="*/ 4433312 w 11269336"/>
              <a:gd name="connsiteY156" fmla="*/ 2199004 h 2323145"/>
              <a:gd name="connsiteX157" fmla="*/ 4420601 w 11269336"/>
              <a:gd name="connsiteY157" fmla="*/ 2205158 h 2323145"/>
              <a:gd name="connsiteX158" fmla="*/ 4405765 w 11269336"/>
              <a:gd name="connsiteY158" fmla="*/ 2199902 h 2323145"/>
              <a:gd name="connsiteX159" fmla="*/ 4401354 w 11269336"/>
              <a:gd name="connsiteY159" fmla="*/ 2194745 h 2323145"/>
              <a:gd name="connsiteX160" fmla="*/ 4383151 w 11269336"/>
              <a:gd name="connsiteY160" fmla="*/ 2201140 h 2323145"/>
              <a:gd name="connsiteX161" fmla="*/ 4366646 w 11269336"/>
              <a:gd name="connsiteY161" fmla="*/ 2198564 h 2323145"/>
              <a:gd name="connsiteX162" fmla="*/ 4354009 w 11269336"/>
              <a:gd name="connsiteY162" fmla="*/ 2204984 h 2323145"/>
              <a:gd name="connsiteX163" fmla="*/ 4348284 w 11269336"/>
              <a:gd name="connsiteY163" fmla="*/ 2205270 h 2323145"/>
              <a:gd name="connsiteX164" fmla="*/ 4333906 w 11269336"/>
              <a:gd name="connsiteY164" fmla="*/ 2205251 h 2323145"/>
              <a:gd name="connsiteX165" fmla="*/ 4308819 w 11269336"/>
              <a:gd name="connsiteY165" fmla="*/ 2203822 h 2323145"/>
              <a:gd name="connsiteX166" fmla="*/ 4301210 w 11269336"/>
              <a:gd name="connsiteY166" fmla="*/ 2204456 h 2323145"/>
              <a:gd name="connsiteX167" fmla="*/ 4283095 w 11269336"/>
              <a:gd name="connsiteY167" fmla="*/ 2198177 h 2323145"/>
              <a:gd name="connsiteX168" fmla="*/ 4250119 w 11269336"/>
              <a:gd name="connsiteY168" fmla="*/ 2196342 h 2323145"/>
              <a:gd name="connsiteX169" fmla="*/ 4189203 w 11269336"/>
              <a:gd name="connsiteY169" fmla="*/ 2178994 h 2323145"/>
              <a:gd name="connsiteX170" fmla="*/ 4154035 w 11269336"/>
              <a:gd name="connsiteY170" fmla="*/ 2171950 h 2323145"/>
              <a:gd name="connsiteX171" fmla="*/ 4129569 w 11269336"/>
              <a:gd name="connsiteY171" fmla="*/ 2163850 h 2323145"/>
              <a:gd name="connsiteX172" fmla="*/ 4061250 w 11269336"/>
              <a:gd name="connsiteY172" fmla="*/ 2159236 h 2323145"/>
              <a:gd name="connsiteX173" fmla="*/ 3945480 w 11269336"/>
              <a:gd name="connsiteY173" fmla="*/ 2158279 h 2323145"/>
              <a:gd name="connsiteX174" fmla="*/ 3921468 w 11269336"/>
              <a:gd name="connsiteY174" fmla="*/ 2156588 h 2323145"/>
              <a:gd name="connsiteX175" fmla="*/ 3903348 w 11269336"/>
              <a:gd name="connsiteY175" fmla="*/ 2149220 h 2323145"/>
              <a:gd name="connsiteX176" fmla="*/ 3901342 w 11269336"/>
              <a:gd name="connsiteY176" fmla="*/ 2142355 h 2323145"/>
              <a:gd name="connsiteX177" fmla="*/ 3888539 w 11269336"/>
              <a:gd name="connsiteY177" fmla="*/ 2140476 h 2323145"/>
              <a:gd name="connsiteX178" fmla="*/ 3885662 w 11269336"/>
              <a:gd name="connsiteY178" fmla="*/ 2138740 h 2323145"/>
              <a:gd name="connsiteX179" fmla="*/ 3868627 w 11269336"/>
              <a:gd name="connsiteY179" fmla="*/ 2130023 h 2323145"/>
              <a:gd name="connsiteX180" fmla="*/ 3819177 w 11269336"/>
              <a:gd name="connsiteY180" fmla="*/ 2142111 h 2323145"/>
              <a:gd name="connsiteX181" fmla="*/ 3769100 w 11269336"/>
              <a:gd name="connsiteY181" fmla="*/ 2131731 h 2323145"/>
              <a:gd name="connsiteX182" fmla="*/ 3562752 w 11269336"/>
              <a:gd name="connsiteY182" fmla="*/ 2131785 h 2323145"/>
              <a:gd name="connsiteX183" fmla="*/ 3541402 w 11269336"/>
              <a:gd name="connsiteY183" fmla="*/ 2106821 h 2323145"/>
              <a:gd name="connsiteX184" fmla="*/ 3365341 w 11269336"/>
              <a:gd name="connsiteY184" fmla="*/ 2077638 h 2323145"/>
              <a:gd name="connsiteX185" fmla="*/ 3170922 w 11269336"/>
              <a:gd name="connsiteY185" fmla="*/ 2115957 h 2323145"/>
              <a:gd name="connsiteX186" fmla="*/ 3156256 w 11269336"/>
              <a:gd name="connsiteY186" fmla="*/ 2124773 h 2323145"/>
              <a:gd name="connsiteX187" fmla="*/ 3140298 w 11269336"/>
              <a:gd name="connsiteY187" fmla="*/ 2129182 h 2323145"/>
              <a:gd name="connsiteX188" fmla="*/ 3138514 w 11269336"/>
              <a:gd name="connsiteY188" fmla="*/ 2128069 h 2323145"/>
              <a:gd name="connsiteX189" fmla="*/ 3120467 w 11269336"/>
              <a:gd name="connsiteY189" fmla="*/ 2128281 h 2323145"/>
              <a:gd name="connsiteX190" fmla="*/ 3116175 w 11269336"/>
              <a:gd name="connsiteY190" fmla="*/ 2131633 h 2323145"/>
              <a:gd name="connsiteX191" fmla="*/ 3103685 w 11269336"/>
              <a:gd name="connsiteY191" fmla="*/ 2132814 h 2323145"/>
              <a:gd name="connsiteX192" fmla="*/ 3078794 w 11269336"/>
              <a:gd name="connsiteY192" fmla="*/ 2137935 h 2323145"/>
              <a:gd name="connsiteX193" fmla="*/ 3074407 w 11269336"/>
              <a:gd name="connsiteY193" fmla="*/ 2136274 h 2323145"/>
              <a:gd name="connsiteX194" fmla="*/ 3037285 w 11269336"/>
              <a:gd name="connsiteY194" fmla="*/ 2139919 h 2323145"/>
              <a:gd name="connsiteX195" fmla="*/ 3036901 w 11269336"/>
              <a:gd name="connsiteY195" fmla="*/ 2138726 h 2323145"/>
              <a:gd name="connsiteX196" fmla="*/ 3026996 w 11269336"/>
              <a:gd name="connsiteY196" fmla="*/ 2134322 h 2323145"/>
              <a:gd name="connsiteX197" fmla="*/ 3007772 w 11269336"/>
              <a:gd name="connsiteY197" fmla="*/ 2128742 h 2323145"/>
              <a:gd name="connsiteX198" fmla="*/ 2965030 w 11269336"/>
              <a:gd name="connsiteY198" fmla="*/ 2100494 h 2323145"/>
              <a:gd name="connsiteX199" fmla="*/ 2926342 w 11269336"/>
              <a:gd name="connsiteY199" fmla="*/ 2104155 h 2323145"/>
              <a:gd name="connsiteX200" fmla="*/ 2918608 w 11269336"/>
              <a:gd name="connsiteY200" fmla="*/ 2104215 h 2323145"/>
              <a:gd name="connsiteX201" fmla="*/ 2918475 w 11269336"/>
              <a:gd name="connsiteY201" fmla="*/ 2103937 h 2323145"/>
              <a:gd name="connsiteX202" fmla="*/ 2910360 w 11269336"/>
              <a:gd name="connsiteY202" fmla="*/ 2103444 h 2323145"/>
              <a:gd name="connsiteX203" fmla="*/ 2904507 w 11269336"/>
              <a:gd name="connsiteY203" fmla="*/ 2104326 h 2323145"/>
              <a:gd name="connsiteX204" fmla="*/ 2889503 w 11269336"/>
              <a:gd name="connsiteY204" fmla="*/ 2104443 h 2323145"/>
              <a:gd name="connsiteX205" fmla="*/ 2884480 w 11269336"/>
              <a:gd name="connsiteY205" fmla="*/ 2102626 h 2323145"/>
              <a:gd name="connsiteX206" fmla="*/ 2882689 w 11269336"/>
              <a:gd name="connsiteY206" fmla="*/ 2099228 h 2323145"/>
              <a:gd name="connsiteX207" fmla="*/ 2881291 w 11269336"/>
              <a:gd name="connsiteY207" fmla="*/ 2099618 h 2323145"/>
              <a:gd name="connsiteX208" fmla="*/ 2853979 w 11269336"/>
              <a:gd name="connsiteY208" fmla="*/ 2090388 h 2323145"/>
              <a:gd name="connsiteX209" fmla="*/ 2791790 w 11269336"/>
              <a:gd name="connsiteY209" fmla="*/ 2080332 h 2323145"/>
              <a:gd name="connsiteX210" fmla="*/ 2755844 w 11269336"/>
              <a:gd name="connsiteY210" fmla="*/ 2078874 h 2323145"/>
              <a:gd name="connsiteX211" fmla="*/ 2657742 w 11269336"/>
              <a:gd name="connsiteY211" fmla="*/ 2070179 h 2323145"/>
              <a:gd name="connsiteX212" fmla="*/ 2559549 w 11269336"/>
              <a:gd name="connsiteY212" fmla="*/ 2057873 h 2323145"/>
              <a:gd name="connsiteX213" fmla="*/ 2512054 w 11269336"/>
              <a:gd name="connsiteY213" fmla="*/ 2031671 h 2323145"/>
              <a:gd name="connsiteX214" fmla="*/ 2506437 w 11269336"/>
              <a:gd name="connsiteY214" fmla="*/ 2030918 h 2323145"/>
              <a:gd name="connsiteX215" fmla="*/ 2491752 w 11269336"/>
              <a:gd name="connsiteY215" fmla="*/ 2033906 h 2323145"/>
              <a:gd name="connsiteX216" fmla="*/ 2486338 w 11269336"/>
              <a:gd name="connsiteY216" fmla="*/ 2035862 h 2323145"/>
              <a:gd name="connsiteX217" fmla="*/ 2478186 w 11269336"/>
              <a:gd name="connsiteY217" fmla="*/ 2036953 h 2323145"/>
              <a:gd name="connsiteX218" fmla="*/ 2477950 w 11269336"/>
              <a:gd name="connsiteY218" fmla="*/ 2036715 h 2323145"/>
              <a:gd name="connsiteX219" fmla="*/ 2470381 w 11269336"/>
              <a:gd name="connsiteY219" fmla="*/ 2038256 h 2323145"/>
              <a:gd name="connsiteX220" fmla="*/ 2433781 w 11269336"/>
              <a:gd name="connsiteY220" fmla="*/ 2049140 h 2323145"/>
              <a:gd name="connsiteX221" fmla="*/ 2381172 w 11269336"/>
              <a:gd name="connsiteY221" fmla="*/ 2030645 h 2323145"/>
              <a:gd name="connsiteX222" fmla="*/ 2360198 w 11269336"/>
              <a:gd name="connsiteY222" fmla="*/ 2029059 h 2323145"/>
              <a:gd name="connsiteX223" fmla="*/ 2348815 w 11269336"/>
              <a:gd name="connsiteY223" fmla="*/ 2026798 h 2323145"/>
              <a:gd name="connsiteX224" fmla="*/ 2347988 w 11269336"/>
              <a:gd name="connsiteY224" fmla="*/ 2025745 h 2323145"/>
              <a:gd name="connsiteX225" fmla="*/ 2312920 w 11269336"/>
              <a:gd name="connsiteY225" fmla="*/ 2036311 h 2323145"/>
              <a:gd name="connsiteX226" fmla="*/ 2307986 w 11269336"/>
              <a:gd name="connsiteY226" fmla="*/ 2035583 h 2323145"/>
              <a:gd name="connsiteX227" fmla="*/ 2285481 w 11269336"/>
              <a:gd name="connsiteY227" fmla="*/ 2045197 h 2323145"/>
              <a:gd name="connsiteX228" fmla="*/ 2273666 w 11269336"/>
              <a:gd name="connsiteY228" fmla="*/ 2048710 h 2323145"/>
              <a:gd name="connsiteX229" fmla="*/ 2270719 w 11269336"/>
              <a:gd name="connsiteY229" fmla="*/ 2052702 h 2323145"/>
              <a:gd name="connsiteX230" fmla="*/ 2253080 w 11269336"/>
              <a:gd name="connsiteY230" fmla="*/ 2056363 h 2323145"/>
              <a:gd name="connsiteX231" fmla="*/ 2250906 w 11269336"/>
              <a:gd name="connsiteY231" fmla="*/ 2055654 h 2323145"/>
              <a:gd name="connsiteX232" fmla="*/ 2236905 w 11269336"/>
              <a:gd name="connsiteY232" fmla="*/ 2062882 h 2323145"/>
              <a:gd name="connsiteX233" fmla="*/ 2225830 w 11269336"/>
              <a:gd name="connsiteY233" fmla="*/ 2074027 h 2323145"/>
              <a:gd name="connsiteX234" fmla="*/ 2073776 w 11269336"/>
              <a:gd name="connsiteY234" fmla="*/ 2089244 h 2323145"/>
              <a:gd name="connsiteX235" fmla="*/ 1948256 w 11269336"/>
              <a:gd name="connsiteY235" fmla="*/ 2146616 h 2323145"/>
              <a:gd name="connsiteX236" fmla="*/ 1865582 w 11269336"/>
              <a:gd name="connsiteY236" fmla="*/ 2153738 h 2323145"/>
              <a:gd name="connsiteX237" fmla="*/ 1835210 w 11269336"/>
              <a:gd name="connsiteY237" fmla="*/ 2134244 h 2323145"/>
              <a:gd name="connsiteX238" fmla="*/ 1632661 w 11269336"/>
              <a:gd name="connsiteY238" fmla="*/ 2173882 h 2323145"/>
              <a:gd name="connsiteX239" fmla="*/ 1579590 w 11269336"/>
              <a:gd name="connsiteY239" fmla="*/ 2173680 h 2323145"/>
              <a:gd name="connsiteX240" fmla="*/ 1535601 w 11269336"/>
              <a:gd name="connsiteY240" fmla="*/ 2194590 h 2323145"/>
              <a:gd name="connsiteX241" fmla="*/ 1515594 w 11269336"/>
              <a:gd name="connsiteY241" fmla="*/ 2189622 h 2323145"/>
              <a:gd name="connsiteX242" fmla="*/ 1512113 w 11269336"/>
              <a:gd name="connsiteY242" fmla="*/ 2188534 h 2323145"/>
              <a:gd name="connsiteX243" fmla="*/ 1498838 w 11269336"/>
              <a:gd name="connsiteY243" fmla="*/ 2189213 h 2323145"/>
              <a:gd name="connsiteX244" fmla="*/ 1494279 w 11269336"/>
              <a:gd name="connsiteY244" fmla="*/ 2183112 h 2323145"/>
              <a:gd name="connsiteX245" fmla="*/ 1473714 w 11269336"/>
              <a:gd name="connsiteY245" fmla="*/ 2179625 h 2323145"/>
              <a:gd name="connsiteX246" fmla="*/ 1449503 w 11269336"/>
              <a:gd name="connsiteY246" fmla="*/ 2182633 h 2323145"/>
              <a:gd name="connsiteX247" fmla="*/ 1335495 w 11269336"/>
              <a:gd name="connsiteY247" fmla="*/ 2203940 h 2323145"/>
              <a:gd name="connsiteX248" fmla="*/ 1266687 w 11269336"/>
              <a:gd name="connsiteY248" fmla="*/ 2212688 h 2323145"/>
              <a:gd name="connsiteX249" fmla="*/ 1239614 w 11269336"/>
              <a:gd name="connsiteY249" fmla="*/ 2209727 h 2323145"/>
              <a:gd name="connsiteX250" fmla="*/ 1202436 w 11269336"/>
              <a:gd name="connsiteY250" fmla="*/ 2209817 h 2323145"/>
              <a:gd name="connsiteX251" fmla="*/ 1136097 w 11269336"/>
              <a:gd name="connsiteY251" fmla="*/ 2205112 h 2323145"/>
              <a:gd name="connsiteX252" fmla="*/ 1048229 w 11269336"/>
              <a:gd name="connsiteY252" fmla="*/ 2207249 h 2323145"/>
              <a:gd name="connsiteX253" fmla="*/ 988232 w 11269336"/>
              <a:gd name="connsiteY253" fmla="*/ 2235635 h 2323145"/>
              <a:gd name="connsiteX254" fmla="*/ 981959 w 11269336"/>
              <a:gd name="connsiteY254" fmla="*/ 2231607 h 2323145"/>
              <a:gd name="connsiteX255" fmla="*/ 938600 w 11269336"/>
              <a:gd name="connsiteY255" fmla="*/ 2238113 h 2323145"/>
              <a:gd name="connsiteX256" fmla="*/ 791788 w 11269336"/>
              <a:gd name="connsiteY256" fmla="*/ 2293224 h 2323145"/>
              <a:gd name="connsiteX257" fmla="*/ 706914 w 11269336"/>
              <a:gd name="connsiteY257" fmla="*/ 2305046 h 2323145"/>
              <a:gd name="connsiteX258" fmla="*/ 675971 w 11269336"/>
              <a:gd name="connsiteY258" fmla="*/ 2304030 h 2323145"/>
              <a:gd name="connsiteX259" fmla="*/ 624180 w 11269336"/>
              <a:gd name="connsiteY259" fmla="*/ 2302650 h 2323145"/>
              <a:gd name="connsiteX260" fmla="*/ 583453 w 11269336"/>
              <a:gd name="connsiteY260" fmla="*/ 2288788 h 2323145"/>
              <a:gd name="connsiteX261" fmla="*/ 540946 w 11269336"/>
              <a:gd name="connsiteY261" fmla="*/ 2292721 h 2323145"/>
              <a:gd name="connsiteX262" fmla="*/ 533680 w 11269336"/>
              <a:gd name="connsiteY262" fmla="*/ 2310233 h 2323145"/>
              <a:gd name="connsiteX263" fmla="*/ 487366 w 11269336"/>
              <a:gd name="connsiteY263" fmla="*/ 2309053 h 2323145"/>
              <a:gd name="connsiteX264" fmla="*/ 416820 w 11269336"/>
              <a:gd name="connsiteY264" fmla="*/ 2305443 h 2323145"/>
              <a:gd name="connsiteX265" fmla="*/ 376805 w 11269336"/>
              <a:gd name="connsiteY265" fmla="*/ 2307647 h 2323145"/>
              <a:gd name="connsiteX266" fmla="*/ 266777 w 11269336"/>
              <a:gd name="connsiteY266" fmla="*/ 2309012 h 2323145"/>
              <a:gd name="connsiteX267" fmla="*/ 156013 w 11269336"/>
              <a:gd name="connsiteY267" fmla="*/ 2306832 h 2323145"/>
              <a:gd name="connsiteX268" fmla="*/ 87258 w 11269336"/>
              <a:gd name="connsiteY268" fmla="*/ 2285511 h 2323145"/>
              <a:gd name="connsiteX269" fmla="*/ 23798 w 11269336"/>
              <a:gd name="connsiteY269" fmla="*/ 2281822 h 2323145"/>
              <a:gd name="connsiteX270" fmla="*/ 0 w 11269336"/>
              <a:gd name="connsiteY270" fmla="*/ 2285369 h 2323145"/>
              <a:gd name="connsiteX271" fmla="*/ 0 w 11269336"/>
              <a:gd name="connsiteY271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837498 w 11269336"/>
              <a:gd name="connsiteY32" fmla="*/ 885664 h 2323145"/>
              <a:gd name="connsiteX33" fmla="*/ 8795998 w 11269336"/>
              <a:gd name="connsiteY33" fmla="*/ 863337 h 2323145"/>
              <a:gd name="connsiteX34" fmla="*/ 8776970 w 11269336"/>
              <a:gd name="connsiteY34" fmla="*/ 885177 h 2323145"/>
              <a:gd name="connsiteX35" fmla="*/ 8755719 w 11269336"/>
              <a:gd name="connsiteY35" fmla="*/ 889754 h 2323145"/>
              <a:gd name="connsiteX36" fmla="*/ 8743257 w 11269336"/>
              <a:gd name="connsiteY36" fmla="*/ 904723 h 2323145"/>
              <a:gd name="connsiteX37" fmla="*/ 8721366 w 11269336"/>
              <a:gd name="connsiteY37" fmla="*/ 904711 h 2323145"/>
              <a:gd name="connsiteX38" fmla="*/ 8678353 w 11269336"/>
              <a:gd name="connsiteY38" fmla="*/ 926318 h 2323145"/>
              <a:gd name="connsiteX39" fmla="*/ 8636849 w 11269336"/>
              <a:gd name="connsiteY39" fmla="*/ 937900 h 2323145"/>
              <a:gd name="connsiteX40" fmla="*/ 8620213 w 11269336"/>
              <a:gd name="connsiteY40" fmla="*/ 943068 h 2323145"/>
              <a:gd name="connsiteX41" fmla="*/ 8612581 w 11269336"/>
              <a:gd name="connsiteY41" fmla="*/ 952695 h 2323145"/>
              <a:gd name="connsiteX42" fmla="*/ 8589038 w 11269336"/>
              <a:gd name="connsiteY42" fmla="*/ 963892 h 2323145"/>
              <a:gd name="connsiteX43" fmla="*/ 8579950 w 11269336"/>
              <a:gd name="connsiteY43" fmla="*/ 960899 h 2323145"/>
              <a:gd name="connsiteX44" fmla="*/ 8579319 w 11269336"/>
              <a:gd name="connsiteY44" fmla="*/ 965630 h 2323145"/>
              <a:gd name="connsiteX45" fmla="*/ 8547429 w 11269336"/>
              <a:gd name="connsiteY45" fmla="*/ 984506 h 2323145"/>
              <a:gd name="connsiteX46" fmla="*/ 8478704 w 11269336"/>
              <a:gd name="connsiteY46" fmla="*/ 1025490 h 2323145"/>
              <a:gd name="connsiteX47" fmla="*/ 8461421 w 11269336"/>
              <a:gd name="connsiteY47" fmla="*/ 1035512 h 2323145"/>
              <a:gd name="connsiteX48" fmla="*/ 8445003 w 11269336"/>
              <a:gd name="connsiteY48" fmla="*/ 1036851 h 2323145"/>
              <a:gd name="connsiteX49" fmla="*/ 8357350 w 11269336"/>
              <a:gd name="connsiteY49" fmla="*/ 1060213 h 2323145"/>
              <a:gd name="connsiteX50" fmla="*/ 8335565 w 11269336"/>
              <a:gd name="connsiteY50" fmla="*/ 1061151 h 2323145"/>
              <a:gd name="connsiteX51" fmla="*/ 8325267 w 11269336"/>
              <a:gd name="connsiteY51" fmla="*/ 1055919 h 2323145"/>
              <a:gd name="connsiteX52" fmla="*/ 8293586 w 11269336"/>
              <a:gd name="connsiteY52" fmla="*/ 1076144 h 2323145"/>
              <a:gd name="connsiteX53" fmla="*/ 8242405 w 11269336"/>
              <a:gd name="connsiteY53" fmla="*/ 1095960 h 2323145"/>
              <a:gd name="connsiteX54" fmla="*/ 8218531 w 11269336"/>
              <a:gd name="connsiteY54" fmla="*/ 1107622 h 2323145"/>
              <a:gd name="connsiteX55" fmla="*/ 8197391 w 11269336"/>
              <a:gd name="connsiteY55" fmla="*/ 1107746 h 2323145"/>
              <a:gd name="connsiteX56" fmla="*/ 8081474 w 11269336"/>
              <a:gd name="connsiteY56" fmla="*/ 1130125 h 2323145"/>
              <a:gd name="connsiteX57" fmla="*/ 8053585 w 11269336"/>
              <a:gd name="connsiteY57" fmla="*/ 1129169 h 2323145"/>
              <a:gd name="connsiteX58" fmla="*/ 8038422 w 11269336"/>
              <a:gd name="connsiteY58" fmla="*/ 1119092 h 2323145"/>
              <a:gd name="connsiteX59" fmla="*/ 8029450 w 11269336"/>
              <a:gd name="connsiteY59" fmla="*/ 1125592 h 2323145"/>
              <a:gd name="connsiteX60" fmla="*/ 7959552 w 11269336"/>
              <a:gd name="connsiteY60" fmla="*/ 1140188 h 2323145"/>
              <a:gd name="connsiteX61" fmla="*/ 7914188 w 11269336"/>
              <a:gd name="connsiteY61" fmla="*/ 1150862 h 2323145"/>
              <a:gd name="connsiteX62" fmla="*/ 7914918 w 11269336"/>
              <a:gd name="connsiteY62" fmla="*/ 1168758 h 2323145"/>
              <a:gd name="connsiteX63" fmla="*/ 7875510 w 11269336"/>
              <a:gd name="connsiteY63" fmla="*/ 1183153 h 2323145"/>
              <a:gd name="connsiteX64" fmla="*/ 7829932 w 11269336"/>
              <a:gd name="connsiteY64" fmla="*/ 1180782 h 2323145"/>
              <a:gd name="connsiteX65" fmla="*/ 7779182 w 11269336"/>
              <a:gd name="connsiteY65" fmla="*/ 1192665 h 2323145"/>
              <a:gd name="connsiteX66" fmla="*/ 7748774 w 11269336"/>
              <a:gd name="connsiteY66" fmla="*/ 1199586 h 2323145"/>
              <a:gd name="connsiteX67" fmla="*/ 7671846 w 11269336"/>
              <a:gd name="connsiteY67" fmla="*/ 1231966 h 2323145"/>
              <a:gd name="connsiteX68" fmla="*/ 7554146 w 11269336"/>
              <a:gd name="connsiteY68" fmla="*/ 1319748 h 2323145"/>
              <a:gd name="connsiteX69" fmla="*/ 7515052 w 11269336"/>
              <a:gd name="connsiteY69" fmla="*/ 1336718 h 2323145"/>
              <a:gd name="connsiteX70" fmla="*/ 7507193 w 11269336"/>
              <a:gd name="connsiteY70" fmla="*/ 1334617 h 2323145"/>
              <a:gd name="connsiteX71" fmla="*/ 7461694 w 11269336"/>
              <a:gd name="connsiteY71" fmla="*/ 1375866 h 2323145"/>
              <a:gd name="connsiteX72" fmla="*/ 7377571 w 11269336"/>
              <a:gd name="connsiteY72" fmla="*/ 1400128 h 2323145"/>
              <a:gd name="connsiteX73" fmla="*/ 7311261 w 11269336"/>
              <a:gd name="connsiteY73" fmla="*/ 1412652 h 2323145"/>
              <a:gd name="connsiteX74" fmla="*/ 7275307 w 11269336"/>
              <a:gd name="connsiteY74" fmla="*/ 1422171 h 2323145"/>
              <a:gd name="connsiteX75" fmla="*/ 7247783 w 11269336"/>
              <a:gd name="connsiteY75" fmla="*/ 1426330 h 2323145"/>
              <a:gd name="connsiteX76" fmla="*/ 7185047 w 11269336"/>
              <a:gd name="connsiteY76" fmla="*/ 1451812 h 2323145"/>
              <a:gd name="connsiteX77" fmla="*/ 7084117 w 11269336"/>
              <a:gd name="connsiteY77" fmla="*/ 1500281 h 2323145"/>
              <a:gd name="connsiteX78" fmla="*/ 7062011 w 11269336"/>
              <a:gd name="connsiteY78" fmla="*/ 1509183 h 2323145"/>
              <a:gd name="connsiteX79" fmla="*/ 7040555 w 11269336"/>
              <a:gd name="connsiteY79" fmla="*/ 1511207 h 2323145"/>
              <a:gd name="connsiteX80" fmla="*/ 7033438 w 11269336"/>
              <a:gd name="connsiteY80" fmla="*/ 1506772 h 2323145"/>
              <a:gd name="connsiteX81" fmla="*/ 7020886 w 11269336"/>
              <a:gd name="connsiteY81" fmla="*/ 1510764 h 2323145"/>
              <a:gd name="connsiteX82" fmla="*/ 7017033 w 11269336"/>
              <a:gd name="connsiteY82" fmla="*/ 1510650 h 2323145"/>
              <a:gd name="connsiteX83" fmla="*/ 6995460 w 11269336"/>
              <a:gd name="connsiteY83" fmla="*/ 1511173 h 2323145"/>
              <a:gd name="connsiteX84" fmla="*/ 6962144 w 11269336"/>
              <a:gd name="connsiteY84" fmla="*/ 1541508 h 2323145"/>
              <a:gd name="connsiteX85" fmla="*/ 6910674 w 11269336"/>
              <a:gd name="connsiteY85" fmla="*/ 1554793 h 2323145"/>
              <a:gd name="connsiteX86" fmla="*/ 6732152 w 11269336"/>
              <a:gd name="connsiteY86" fmla="*/ 1642538 h 2323145"/>
              <a:gd name="connsiteX87" fmla="*/ 6694106 w 11269336"/>
              <a:gd name="connsiteY87" fmla="*/ 1632377 h 2323145"/>
              <a:gd name="connsiteX88" fmla="*/ 6617223 w 11269336"/>
              <a:gd name="connsiteY88" fmla="*/ 1659889 h 2323145"/>
              <a:gd name="connsiteX89" fmla="*/ 6521138 w 11269336"/>
              <a:gd name="connsiteY89" fmla="*/ 1744340 h 2323145"/>
              <a:gd name="connsiteX90" fmla="*/ 6380677 w 11269336"/>
              <a:gd name="connsiteY90" fmla="*/ 1796883 h 2323145"/>
              <a:gd name="connsiteX91" fmla="*/ 6374897 w 11269336"/>
              <a:gd name="connsiteY91" fmla="*/ 1809910 h 2323145"/>
              <a:gd name="connsiteX92" fmla="*/ 6364545 w 11269336"/>
              <a:gd name="connsiteY92" fmla="*/ 1820090 h 2323145"/>
              <a:gd name="connsiteX93" fmla="*/ 6362126 w 11269336"/>
              <a:gd name="connsiteY93" fmla="*/ 1819991 h 2323145"/>
              <a:gd name="connsiteX94" fmla="*/ 6346673 w 11269336"/>
              <a:gd name="connsiteY94" fmla="*/ 1827824 h 2323145"/>
              <a:gd name="connsiteX95" fmla="*/ 6345588 w 11269336"/>
              <a:gd name="connsiteY95" fmla="*/ 1832232 h 2323145"/>
              <a:gd name="connsiteX96" fmla="*/ 6335708 w 11269336"/>
              <a:gd name="connsiteY96" fmla="*/ 1838451 h 2323145"/>
              <a:gd name="connsiteX97" fmla="*/ 6318182 w 11269336"/>
              <a:gd name="connsiteY97" fmla="*/ 1852975 h 2323145"/>
              <a:gd name="connsiteX98" fmla="*/ 6313084 w 11269336"/>
              <a:gd name="connsiteY98" fmla="*/ 1853561 h 2323145"/>
              <a:gd name="connsiteX99" fmla="*/ 6283816 w 11269336"/>
              <a:gd name="connsiteY99" fmla="*/ 1872148 h 2323145"/>
              <a:gd name="connsiteX100" fmla="*/ 6282550 w 11269336"/>
              <a:gd name="connsiteY100" fmla="*/ 1871392 h 2323145"/>
              <a:gd name="connsiteX101" fmla="*/ 6270527 w 11269336"/>
              <a:gd name="connsiteY101" fmla="*/ 1872208 h 2323145"/>
              <a:gd name="connsiteX102" fmla="*/ 6249518 w 11269336"/>
              <a:gd name="connsiteY102" fmla="*/ 1876079 h 2323145"/>
              <a:gd name="connsiteX103" fmla="*/ 6190386 w 11269336"/>
              <a:gd name="connsiteY103" fmla="*/ 1872478 h 2323145"/>
              <a:gd name="connsiteX104" fmla="*/ 6159777 w 11269336"/>
              <a:gd name="connsiteY104" fmla="*/ 1891745 h 2323145"/>
              <a:gd name="connsiteX105" fmla="*/ 6153131 w 11269336"/>
              <a:gd name="connsiteY105" fmla="*/ 1895079 h 2323145"/>
              <a:gd name="connsiteX106" fmla="*/ 6152798 w 11269336"/>
              <a:gd name="connsiteY106" fmla="*/ 1894920 h 2323145"/>
              <a:gd name="connsiteX107" fmla="*/ 6145388 w 11269336"/>
              <a:gd name="connsiteY107" fmla="*/ 1897990 h 2323145"/>
              <a:gd name="connsiteX108" fmla="*/ 6141014 w 11269336"/>
              <a:gd name="connsiteY108" fmla="*/ 1901155 h 2323145"/>
              <a:gd name="connsiteX109" fmla="*/ 6128122 w 11269336"/>
              <a:gd name="connsiteY109" fmla="*/ 1907623 h 2323145"/>
              <a:gd name="connsiteX110" fmla="*/ 6122351 w 11269336"/>
              <a:gd name="connsiteY110" fmla="*/ 1908359 h 2323145"/>
              <a:gd name="connsiteX111" fmla="*/ 6064750 w 11269336"/>
              <a:gd name="connsiteY111" fmla="*/ 1896394 h 2323145"/>
              <a:gd name="connsiteX112" fmla="*/ 5964230 w 11269336"/>
              <a:gd name="connsiteY112" fmla="*/ 1910038 h 2323145"/>
              <a:gd name="connsiteX113" fmla="*/ 5865399 w 11269336"/>
              <a:gd name="connsiteY113" fmla="*/ 1926966 h 2323145"/>
              <a:gd name="connsiteX114" fmla="*/ 5829951 w 11269336"/>
              <a:gd name="connsiteY114" fmla="*/ 1934755 h 2323145"/>
              <a:gd name="connsiteX115" fmla="*/ 5765285 w 11269336"/>
              <a:gd name="connsiteY115" fmla="*/ 1941322 h 2323145"/>
              <a:gd name="connsiteX116" fmla="*/ 5734750 w 11269336"/>
              <a:gd name="connsiteY116" fmla="*/ 1939793 h 2323145"/>
              <a:gd name="connsiteX117" fmla="*/ 5733569 w 11269336"/>
              <a:gd name="connsiteY117" fmla="*/ 1940505 h 2323145"/>
              <a:gd name="connsiteX118" fmla="*/ 5730329 w 11269336"/>
              <a:gd name="connsiteY118" fmla="*/ 1937845 h 2323145"/>
              <a:gd name="connsiteX119" fmla="*/ 5724661 w 11269336"/>
              <a:gd name="connsiteY119" fmla="*/ 1937455 h 2323145"/>
              <a:gd name="connsiteX120" fmla="*/ 5710186 w 11269336"/>
              <a:gd name="connsiteY120" fmla="*/ 1941370 h 2323145"/>
              <a:gd name="connsiteX121" fmla="*/ 5704910 w 11269336"/>
              <a:gd name="connsiteY121" fmla="*/ 1943663 h 2323145"/>
              <a:gd name="connsiteX122" fmla="*/ 5696836 w 11269336"/>
              <a:gd name="connsiteY122" fmla="*/ 1945271 h 2323145"/>
              <a:gd name="connsiteX123" fmla="*/ 5696583 w 11269336"/>
              <a:gd name="connsiteY123" fmla="*/ 1945050 h 2323145"/>
              <a:gd name="connsiteX124" fmla="*/ 5689123 w 11269336"/>
              <a:gd name="connsiteY124" fmla="*/ 1947067 h 2323145"/>
              <a:gd name="connsiteX125" fmla="*/ 5653291 w 11269336"/>
              <a:gd name="connsiteY125" fmla="*/ 1960245 h 2323145"/>
              <a:gd name="connsiteX126" fmla="*/ 5599385 w 11269336"/>
              <a:gd name="connsiteY126" fmla="*/ 1945198 h 2323145"/>
              <a:gd name="connsiteX127" fmla="*/ 5578300 w 11269336"/>
              <a:gd name="connsiteY127" fmla="*/ 1944963 h 2323145"/>
              <a:gd name="connsiteX128" fmla="*/ 5566758 w 11269336"/>
              <a:gd name="connsiteY128" fmla="*/ 1943441 h 2323145"/>
              <a:gd name="connsiteX129" fmla="*/ 5565857 w 11269336"/>
              <a:gd name="connsiteY129" fmla="*/ 1942445 h 2323145"/>
              <a:gd name="connsiteX130" fmla="*/ 5531534 w 11269336"/>
              <a:gd name="connsiteY130" fmla="*/ 1955208 h 2323145"/>
              <a:gd name="connsiteX131" fmla="*/ 5526552 w 11269336"/>
              <a:gd name="connsiteY131" fmla="*/ 1954799 h 2323145"/>
              <a:gd name="connsiteX132" fmla="*/ 5504723 w 11269336"/>
              <a:gd name="connsiteY132" fmla="*/ 1965811 h 2323145"/>
              <a:gd name="connsiteX133" fmla="*/ 5493156 w 11269336"/>
              <a:gd name="connsiteY133" fmla="*/ 1970063 h 2323145"/>
              <a:gd name="connsiteX134" fmla="*/ 5490486 w 11269336"/>
              <a:gd name="connsiteY134" fmla="*/ 1974227 h 2323145"/>
              <a:gd name="connsiteX135" fmla="*/ 5473107 w 11269336"/>
              <a:gd name="connsiteY135" fmla="*/ 1979001 h 2323145"/>
              <a:gd name="connsiteX136" fmla="*/ 5470885 w 11269336"/>
              <a:gd name="connsiteY136" fmla="*/ 1978432 h 2323145"/>
              <a:gd name="connsiteX137" fmla="*/ 5457393 w 11269336"/>
              <a:gd name="connsiteY137" fmla="*/ 1986525 h 2323145"/>
              <a:gd name="connsiteX138" fmla="*/ 5447102 w 11269336"/>
              <a:gd name="connsiteY138" fmla="*/ 1998329 h 2323145"/>
              <a:gd name="connsiteX139" fmla="*/ 5159151 w 11269336"/>
              <a:gd name="connsiteY139" fmla="*/ 2029640 h 2323145"/>
              <a:gd name="connsiteX140" fmla="*/ 5041688 w 11269336"/>
              <a:gd name="connsiteY140" fmla="*/ 2022334 h 2323145"/>
              <a:gd name="connsiteX141" fmla="*/ 4860988 w 11269336"/>
              <a:gd name="connsiteY141" fmla="*/ 2135698 h 2323145"/>
              <a:gd name="connsiteX142" fmla="*/ 4807902 w 11269336"/>
              <a:gd name="connsiteY142" fmla="*/ 2138894 h 2323145"/>
              <a:gd name="connsiteX143" fmla="*/ 4765388 w 11269336"/>
              <a:gd name="connsiteY143" fmla="*/ 2162525 h 2323145"/>
              <a:gd name="connsiteX144" fmla="*/ 4745033 w 11269336"/>
              <a:gd name="connsiteY144" fmla="*/ 2158859 h 2323145"/>
              <a:gd name="connsiteX145" fmla="*/ 4741475 w 11269336"/>
              <a:gd name="connsiteY145" fmla="*/ 2157998 h 2323145"/>
              <a:gd name="connsiteX146" fmla="*/ 4728247 w 11269336"/>
              <a:gd name="connsiteY146" fmla="*/ 2159526 h 2323145"/>
              <a:gd name="connsiteX147" fmla="*/ 4723263 w 11269336"/>
              <a:gd name="connsiteY147" fmla="*/ 2153742 h 2323145"/>
              <a:gd name="connsiteX148" fmla="*/ 4702453 w 11269336"/>
              <a:gd name="connsiteY148" fmla="*/ 2151586 h 2323145"/>
              <a:gd name="connsiteX149" fmla="*/ 4678455 w 11269336"/>
              <a:gd name="connsiteY149" fmla="*/ 2156131 h 2323145"/>
              <a:gd name="connsiteX150" fmla="*/ 4593061 w 11269336"/>
              <a:gd name="connsiteY150" fmla="*/ 2171597 h 2323145"/>
              <a:gd name="connsiteX151" fmla="*/ 4579902 w 11269336"/>
              <a:gd name="connsiteY151" fmla="*/ 2177927 h 2323145"/>
              <a:gd name="connsiteX152" fmla="*/ 4533444 w 11269336"/>
              <a:gd name="connsiteY152" fmla="*/ 2181200 h 2323145"/>
              <a:gd name="connsiteX153" fmla="*/ 4492832 w 11269336"/>
              <a:gd name="connsiteY153" fmla="*/ 2188033 h 2323145"/>
              <a:gd name="connsiteX154" fmla="*/ 4467257 w 11269336"/>
              <a:gd name="connsiteY154" fmla="*/ 2196121 h 2323145"/>
              <a:gd name="connsiteX155" fmla="*/ 4459937 w 11269336"/>
              <a:gd name="connsiteY155" fmla="*/ 2195182 h 2323145"/>
              <a:gd name="connsiteX156" fmla="*/ 4433312 w 11269336"/>
              <a:gd name="connsiteY156" fmla="*/ 2199004 h 2323145"/>
              <a:gd name="connsiteX157" fmla="*/ 4420601 w 11269336"/>
              <a:gd name="connsiteY157" fmla="*/ 2205158 h 2323145"/>
              <a:gd name="connsiteX158" fmla="*/ 4405765 w 11269336"/>
              <a:gd name="connsiteY158" fmla="*/ 2199902 h 2323145"/>
              <a:gd name="connsiteX159" fmla="*/ 4401354 w 11269336"/>
              <a:gd name="connsiteY159" fmla="*/ 2194745 h 2323145"/>
              <a:gd name="connsiteX160" fmla="*/ 4383151 w 11269336"/>
              <a:gd name="connsiteY160" fmla="*/ 2201140 h 2323145"/>
              <a:gd name="connsiteX161" fmla="*/ 4366646 w 11269336"/>
              <a:gd name="connsiteY161" fmla="*/ 2198564 h 2323145"/>
              <a:gd name="connsiteX162" fmla="*/ 4354009 w 11269336"/>
              <a:gd name="connsiteY162" fmla="*/ 2204984 h 2323145"/>
              <a:gd name="connsiteX163" fmla="*/ 4348284 w 11269336"/>
              <a:gd name="connsiteY163" fmla="*/ 2205270 h 2323145"/>
              <a:gd name="connsiteX164" fmla="*/ 4333906 w 11269336"/>
              <a:gd name="connsiteY164" fmla="*/ 2205251 h 2323145"/>
              <a:gd name="connsiteX165" fmla="*/ 4308819 w 11269336"/>
              <a:gd name="connsiteY165" fmla="*/ 2203822 h 2323145"/>
              <a:gd name="connsiteX166" fmla="*/ 4301210 w 11269336"/>
              <a:gd name="connsiteY166" fmla="*/ 2204456 h 2323145"/>
              <a:gd name="connsiteX167" fmla="*/ 4283095 w 11269336"/>
              <a:gd name="connsiteY167" fmla="*/ 2198177 h 2323145"/>
              <a:gd name="connsiteX168" fmla="*/ 4250119 w 11269336"/>
              <a:gd name="connsiteY168" fmla="*/ 2196342 h 2323145"/>
              <a:gd name="connsiteX169" fmla="*/ 4189203 w 11269336"/>
              <a:gd name="connsiteY169" fmla="*/ 2178994 h 2323145"/>
              <a:gd name="connsiteX170" fmla="*/ 4154035 w 11269336"/>
              <a:gd name="connsiteY170" fmla="*/ 2171950 h 2323145"/>
              <a:gd name="connsiteX171" fmla="*/ 4129569 w 11269336"/>
              <a:gd name="connsiteY171" fmla="*/ 2163850 h 2323145"/>
              <a:gd name="connsiteX172" fmla="*/ 4061250 w 11269336"/>
              <a:gd name="connsiteY172" fmla="*/ 2159236 h 2323145"/>
              <a:gd name="connsiteX173" fmla="*/ 3945480 w 11269336"/>
              <a:gd name="connsiteY173" fmla="*/ 2158279 h 2323145"/>
              <a:gd name="connsiteX174" fmla="*/ 3921468 w 11269336"/>
              <a:gd name="connsiteY174" fmla="*/ 2156588 h 2323145"/>
              <a:gd name="connsiteX175" fmla="*/ 3903348 w 11269336"/>
              <a:gd name="connsiteY175" fmla="*/ 2149220 h 2323145"/>
              <a:gd name="connsiteX176" fmla="*/ 3901342 w 11269336"/>
              <a:gd name="connsiteY176" fmla="*/ 2142355 h 2323145"/>
              <a:gd name="connsiteX177" fmla="*/ 3888539 w 11269336"/>
              <a:gd name="connsiteY177" fmla="*/ 2140476 h 2323145"/>
              <a:gd name="connsiteX178" fmla="*/ 3885662 w 11269336"/>
              <a:gd name="connsiteY178" fmla="*/ 2138740 h 2323145"/>
              <a:gd name="connsiteX179" fmla="*/ 3868627 w 11269336"/>
              <a:gd name="connsiteY179" fmla="*/ 2130023 h 2323145"/>
              <a:gd name="connsiteX180" fmla="*/ 3819177 w 11269336"/>
              <a:gd name="connsiteY180" fmla="*/ 2142111 h 2323145"/>
              <a:gd name="connsiteX181" fmla="*/ 3769100 w 11269336"/>
              <a:gd name="connsiteY181" fmla="*/ 2131731 h 2323145"/>
              <a:gd name="connsiteX182" fmla="*/ 3562752 w 11269336"/>
              <a:gd name="connsiteY182" fmla="*/ 2131785 h 2323145"/>
              <a:gd name="connsiteX183" fmla="*/ 3541402 w 11269336"/>
              <a:gd name="connsiteY183" fmla="*/ 2106821 h 2323145"/>
              <a:gd name="connsiteX184" fmla="*/ 3365341 w 11269336"/>
              <a:gd name="connsiteY184" fmla="*/ 2077638 h 2323145"/>
              <a:gd name="connsiteX185" fmla="*/ 3170922 w 11269336"/>
              <a:gd name="connsiteY185" fmla="*/ 2115957 h 2323145"/>
              <a:gd name="connsiteX186" fmla="*/ 3156256 w 11269336"/>
              <a:gd name="connsiteY186" fmla="*/ 2124773 h 2323145"/>
              <a:gd name="connsiteX187" fmla="*/ 3140298 w 11269336"/>
              <a:gd name="connsiteY187" fmla="*/ 2129182 h 2323145"/>
              <a:gd name="connsiteX188" fmla="*/ 3138514 w 11269336"/>
              <a:gd name="connsiteY188" fmla="*/ 2128069 h 2323145"/>
              <a:gd name="connsiteX189" fmla="*/ 3120467 w 11269336"/>
              <a:gd name="connsiteY189" fmla="*/ 2128281 h 2323145"/>
              <a:gd name="connsiteX190" fmla="*/ 3116175 w 11269336"/>
              <a:gd name="connsiteY190" fmla="*/ 2131633 h 2323145"/>
              <a:gd name="connsiteX191" fmla="*/ 3103685 w 11269336"/>
              <a:gd name="connsiteY191" fmla="*/ 2132814 h 2323145"/>
              <a:gd name="connsiteX192" fmla="*/ 3078794 w 11269336"/>
              <a:gd name="connsiteY192" fmla="*/ 2137935 h 2323145"/>
              <a:gd name="connsiteX193" fmla="*/ 3074407 w 11269336"/>
              <a:gd name="connsiteY193" fmla="*/ 2136274 h 2323145"/>
              <a:gd name="connsiteX194" fmla="*/ 3037285 w 11269336"/>
              <a:gd name="connsiteY194" fmla="*/ 2139919 h 2323145"/>
              <a:gd name="connsiteX195" fmla="*/ 3036901 w 11269336"/>
              <a:gd name="connsiteY195" fmla="*/ 2138726 h 2323145"/>
              <a:gd name="connsiteX196" fmla="*/ 3026996 w 11269336"/>
              <a:gd name="connsiteY196" fmla="*/ 2134322 h 2323145"/>
              <a:gd name="connsiteX197" fmla="*/ 3007772 w 11269336"/>
              <a:gd name="connsiteY197" fmla="*/ 2128742 h 2323145"/>
              <a:gd name="connsiteX198" fmla="*/ 2965030 w 11269336"/>
              <a:gd name="connsiteY198" fmla="*/ 2100494 h 2323145"/>
              <a:gd name="connsiteX199" fmla="*/ 2926342 w 11269336"/>
              <a:gd name="connsiteY199" fmla="*/ 2104155 h 2323145"/>
              <a:gd name="connsiteX200" fmla="*/ 2918608 w 11269336"/>
              <a:gd name="connsiteY200" fmla="*/ 2104215 h 2323145"/>
              <a:gd name="connsiteX201" fmla="*/ 2918475 w 11269336"/>
              <a:gd name="connsiteY201" fmla="*/ 2103937 h 2323145"/>
              <a:gd name="connsiteX202" fmla="*/ 2910360 w 11269336"/>
              <a:gd name="connsiteY202" fmla="*/ 2103444 h 2323145"/>
              <a:gd name="connsiteX203" fmla="*/ 2904507 w 11269336"/>
              <a:gd name="connsiteY203" fmla="*/ 2104326 h 2323145"/>
              <a:gd name="connsiteX204" fmla="*/ 2889503 w 11269336"/>
              <a:gd name="connsiteY204" fmla="*/ 2104443 h 2323145"/>
              <a:gd name="connsiteX205" fmla="*/ 2884480 w 11269336"/>
              <a:gd name="connsiteY205" fmla="*/ 2102626 h 2323145"/>
              <a:gd name="connsiteX206" fmla="*/ 2882689 w 11269336"/>
              <a:gd name="connsiteY206" fmla="*/ 2099228 h 2323145"/>
              <a:gd name="connsiteX207" fmla="*/ 2881291 w 11269336"/>
              <a:gd name="connsiteY207" fmla="*/ 2099618 h 2323145"/>
              <a:gd name="connsiteX208" fmla="*/ 2853979 w 11269336"/>
              <a:gd name="connsiteY208" fmla="*/ 2090388 h 2323145"/>
              <a:gd name="connsiteX209" fmla="*/ 2791790 w 11269336"/>
              <a:gd name="connsiteY209" fmla="*/ 2080332 h 2323145"/>
              <a:gd name="connsiteX210" fmla="*/ 2755844 w 11269336"/>
              <a:gd name="connsiteY210" fmla="*/ 2078874 h 2323145"/>
              <a:gd name="connsiteX211" fmla="*/ 2657742 w 11269336"/>
              <a:gd name="connsiteY211" fmla="*/ 2070179 h 2323145"/>
              <a:gd name="connsiteX212" fmla="*/ 2559549 w 11269336"/>
              <a:gd name="connsiteY212" fmla="*/ 2057873 h 2323145"/>
              <a:gd name="connsiteX213" fmla="*/ 2512054 w 11269336"/>
              <a:gd name="connsiteY213" fmla="*/ 2031671 h 2323145"/>
              <a:gd name="connsiteX214" fmla="*/ 2506437 w 11269336"/>
              <a:gd name="connsiteY214" fmla="*/ 2030918 h 2323145"/>
              <a:gd name="connsiteX215" fmla="*/ 2491752 w 11269336"/>
              <a:gd name="connsiteY215" fmla="*/ 2033906 h 2323145"/>
              <a:gd name="connsiteX216" fmla="*/ 2486338 w 11269336"/>
              <a:gd name="connsiteY216" fmla="*/ 2035862 h 2323145"/>
              <a:gd name="connsiteX217" fmla="*/ 2478186 w 11269336"/>
              <a:gd name="connsiteY217" fmla="*/ 2036953 h 2323145"/>
              <a:gd name="connsiteX218" fmla="*/ 2477950 w 11269336"/>
              <a:gd name="connsiteY218" fmla="*/ 2036715 h 2323145"/>
              <a:gd name="connsiteX219" fmla="*/ 2470381 w 11269336"/>
              <a:gd name="connsiteY219" fmla="*/ 2038256 h 2323145"/>
              <a:gd name="connsiteX220" fmla="*/ 2433781 w 11269336"/>
              <a:gd name="connsiteY220" fmla="*/ 2049140 h 2323145"/>
              <a:gd name="connsiteX221" fmla="*/ 2381172 w 11269336"/>
              <a:gd name="connsiteY221" fmla="*/ 2030645 h 2323145"/>
              <a:gd name="connsiteX222" fmla="*/ 2360198 w 11269336"/>
              <a:gd name="connsiteY222" fmla="*/ 2029059 h 2323145"/>
              <a:gd name="connsiteX223" fmla="*/ 2348815 w 11269336"/>
              <a:gd name="connsiteY223" fmla="*/ 2026798 h 2323145"/>
              <a:gd name="connsiteX224" fmla="*/ 2347988 w 11269336"/>
              <a:gd name="connsiteY224" fmla="*/ 2025745 h 2323145"/>
              <a:gd name="connsiteX225" fmla="*/ 2312920 w 11269336"/>
              <a:gd name="connsiteY225" fmla="*/ 2036311 h 2323145"/>
              <a:gd name="connsiteX226" fmla="*/ 2307986 w 11269336"/>
              <a:gd name="connsiteY226" fmla="*/ 2035583 h 2323145"/>
              <a:gd name="connsiteX227" fmla="*/ 2285481 w 11269336"/>
              <a:gd name="connsiteY227" fmla="*/ 2045197 h 2323145"/>
              <a:gd name="connsiteX228" fmla="*/ 2273666 w 11269336"/>
              <a:gd name="connsiteY228" fmla="*/ 2048710 h 2323145"/>
              <a:gd name="connsiteX229" fmla="*/ 2270719 w 11269336"/>
              <a:gd name="connsiteY229" fmla="*/ 2052702 h 2323145"/>
              <a:gd name="connsiteX230" fmla="*/ 2253080 w 11269336"/>
              <a:gd name="connsiteY230" fmla="*/ 2056363 h 2323145"/>
              <a:gd name="connsiteX231" fmla="*/ 2250906 w 11269336"/>
              <a:gd name="connsiteY231" fmla="*/ 2055654 h 2323145"/>
              <a:gd name="connsiteX232" fmla="*/ 2236905 w 11269336"/>
              <a:gd name="connsiteY232" fmla="*/ 2062882 h 2323145"/>
              <a:gd name="connsiteX233" fmla="*/ 2225830 w 11269336"/>
              <a:gd name="connsiteY233" fmla="*/ 2074027 h 2323145"/>
              <a:gd name="connsiteX234" fmla="*/ 2073776 w 11269336"/>
              <a:gd name="connsiteY234" fmla="*/ 2089244 h 2323145"/>
              <a:gd name="connsiteX235" fmla="*/ 1948256 w 11269336"/>
              <a:gd name="connsiteY235" fmla="*/ 2146616 h 2323145"/>
              <a:gd name="connsiteX236" fmla="*/ 1865582 w 11269336"/>
              <a:gd name="connsiteY236" fmla="*/ 2153738 h 2323145"/>
              <a:gd name="connsiteX237" fmla="*/ 1835210 w 11269336"/>
              <a:gd name="connsiteY237" fmla="*/ 2134244 h 2323145"/>
              <a:gd name="connsiteX238" fmla="*/ 1632661 w 11269336"/>
              <a:gd name="connsiteY238" fmla="*/ 2173882 h 2323145"/>
              <a:gd name="connsiteX239" fmla="*/ 1579590 w 11269336"/>
              <a:gd name="connsiteY239" fmla="*/ 2173680 h 2323145"/>
              <a:gd name="connsiteX240" fmla="*/ 1535601 w 11269336"/>
              <a:gd name="connsiteY240" fmla="*/ 2194590 h 2323145"/>
              <a:gd name="connsiteX241" fmla="*/ 1515594 w 11269336"/>
              <a:gd name="connsiteY241" fmla="*/ 2189622 h 2323145"/>
              <a:gd name="connsiteX242" fmla="*/ 1512113 w 11269336"/>
              <a:gd name="connsiteY242" fmla="*/ 2188534 h 2323145"/>
              <a:gd name="connsiteX243" fmla="*/ 1498838 w 11269336"/>
              <a:gd name="connsiteY243" fmla="*/ 2189213 h 2323145"/>
              <a:gd name="connsiteX244" fmla="*/ 1494279 w 11269336"/>
              <a:gd name="connsiteY244" fmla="*/ 2183112 h 2323145"/>
              <a:gd name="connsiteX245" fmla="*/ 1473714 w 11269336"/>
              <a:gd name="connsiteY245" fmla="*/ 2179625 h 2323145"/>
              <a:gd name="connsiteX246" fmla="*/ 1449503 w 11269336"/>
              <a:gd name="connsiteY246" fmla="*/ 2182633 h 2323145"/>
              <a:gd name="connsiteX247" fmla="*/ 1335495 w 11269336"/>
              <a:gd name="connsiteY247" fmla="*/ 2203940 h 2323145"/>
              <a:gd name="connsiteX248" fmla="*/ 1266687 w 11269336"/>
              <a:gd name="connsiteY248" fmla="*/ 2212688 h 2323145"/>
              <a:gd name="connsiteX249" fmla="*/ 1239614 w 11269336"/>
              <a:gd name="connsiteY249" fmla="*/ 2209727 h 2323145"/>
              <a:gd name="connsiteX250" fmla="*/ 1202436 w 11269336"/>
              <a:gd name="connsiteY250" fmla="*/ 2209817 h 2323145"/>
              <a:gd name="connsiteX251" fmla="*/ 1136097 w 11269336"/>
              <a:gd name="connsiteY251" fmla="*/ 2205112 h 2323145"/>
              <a:gd name="connsiteX252" fmla="*/ 988232 w 11269336"/>
              <a:gd name="connsiteY252" fmla="*/ 2235635 h 2323145"/>
              <a:gd name="connsiteX253" fmla="*/ 981959 w 11269336"/>
              <a:gd name="connsiteY253" fmla="*/ 2231607 h 2323145"/>
              <a:gd name="connsiteX254" fmla="*/ 938600 w 11269336"/>
              <a:gd name="connsiteY254" fmla="*/ 2238113 h 2323145"/>
              <a:gd name="connsiteX255" fmla="*/ 791788 w 11269336"/>
              <a:gd name="connsiteY255" fmla="*/ 2293224 h 2323145"/>
              <a:gd name="connsiteX256" fmla="*/ 706914 w 11269336"/>
              <a:gd name="connsiteY256" fmla="*/ 2305046 h 2323145"/>
              <a:gd name="connsiteX257" fmla="*/ 675971 w 11269336"/>
              <a:gd name="connsiteY257" fmla="*/ 2304030 h 2323145"/>
              <a:gd name="connsiteX258" fmla="*/ 624180 w 11269336"/>
              <a:gd name="connsiteY258" fmla="*/ 2302650 h 2323145"/>
              <a:gd name="connsiteX259" fmla="*/ 583453 w 11269336"/>
              <a:gd name="connsiteY259" fmla="*/ 2288788 h 2323145"/>
              <a:gd name="connsiteX260" fmla="*/ 540946 w 11269336"/>
              <a:gd name="connsiteY260" fmla="*/ 2292721 h 2323145"/>
              <a:gd name="connsiteX261" fmla="*/ 533680 w 11269336"/>
              <a:gd name="connsiteY261" fmla="*/ 2310233 h 2323145"/>
              <a:gd name="connsiteX262" fmla="*/ 487366 w 11269336"/>
              <a:gd name="connsiteY262" fmla="*/ 2309053 h 2323145"/>
              <a:gd name="connsiteX263" fmla="*/ 416820 w 11269336"/>
              <a:gd name="connsiteY263" fmla="*/ 2305443 h 2323145"/>
              <a:gd name="connsiteX264" fmla="*/ 376805 w 11269336"/>
              <a:gd name="connsiteY264" fmla="*/ 2307647 h 2323145"/>
              <a:gd name="connsiteX265" fmla="*/ 266777 w 11269336"/>
              <a:gd name="connsiteY265" fmla="*/ 2309012 h 2323145"/>
              <a:gd name="connsiteX266" fmla="*/ 156013 w 11269336"/>
              <a:gd name="connsiteY266" fmla="*/ 2306832 h 2323145"/>
              <a:gd name="connsiteX267" fmla="*/ 87258 w 11269336"/>
              <a:gd name="connsiteY267" fmla="*/ 2285511 h 2323145"/>
              <a:gd name="connsiteX268" fmla="*/ 23798 w 11269336"/>
              <a:gd name="connsiteY268" fmla="*/ 2281822 h 2323145"/>
              <a:gd name="connsiteX269" fmla="*/ 0 w 11269336"/>
              <a:gd name="connsiteY269" fmla="*/ 2285369 h 2323145"/>
              <a:gd name="connsiteX270" fmla="*/ 0 w 11269336"/>
              <a:gd name="connsiteY270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837498 w 11269336"/>
              <a:gd name="connsiteY32" fmla="*/ 885664 h 2323145"/>
              <a:gd name="connsiteX33" fmla="*/ 8795998 w 11269336"/>
              <a:gd name="connsiteY33" fmla="*/ 863337 h 2323145"/>
              <a:gd name="connsiteX34" fmla="*/ 8776970 w 11269336"/>
              <a:gd name="connsiteY34" fmla="*/ 885177 h 2323145"/>
              <a:gd name="connsiteX35" fmla="*/ 8755719 w 11269336"/>
              <a:gd name="connsiteY35" fmla="*/ 889754 h 2323145"/>
              <a:gd name="connsiteX36" fmla="*/ 8743257 w 11269336"/>
              <a:gd name="connsiteY36" fmla="*/ 904723 h 2323145"/>
              <a:gd name="connsiteX37" fmla="*/ 8721366 w 11269336"/>
              <a:gd name="connsiteY37" fmla="*/ 904711 h 2323145"/>
              <a:gd name="connsiteX38" fmla="*/ 8678353 w 11269336"/>
              <a:gd name="connsiteY38" fmla="*/ 926318 h 2323145"/>
              <a:gd name="connsiteX39" fmla="*/ 8636849 w 11269336"/>
              <a:gd name="connsiteY39" fmla="*/ 937900 h 2323145"/>
              <a:gd name="connsiteX40" fmla="*/ 8620213 w 11269336"/>
              <a:gd name="connsiteY40" fmla="*/ 943068 h 2323145"/>
              <a:gd name="connsiteX41" fmla="*/ 8612581 w 11269336"/>
              <a:gd name="connsiteY41" fmla="*/ 952695 h 2323145"/>
              <a:gd name="connsiteX42" fmla="*/ 8589038 w 11269336"/>
              <a:gd name="connsiteY42" fmla="*/ 963892 h 2323145"/>
              <a:gd name="connsiteX43" fmla="*/ 8579950 w 11269336"/>
              <a:gd name="connsiteY43" fmla="*/ 960899 h 2323145"/>
              <a:gd name="connsiteX44" fmla="*/ 8579319 w 11269336"/>
              <a:gd name="connsiteY44" fmla="*/ 965630 h 2323145"/>
              <a:gd name="connsiteX45" fmla="*/ 8547429 w 11269336"/>
              <a:gd name="connsiteY45" fmla="*/ 984506 h 2323145"/>
              <a:gd name="connsiteX46" fmla="*/ 8478704 w 11269336"/>
              <a:gd name="connsiteY46" fmla="*/ 1025490 h 2323145"/>
              <a:gd name="connsiteX47" fmla="*/ 8461421 w 11269336"/>
              <a:gd name="connsiteY47" fmla="*/ 1035512 h 2323145"/>
              <a:gd name="connsiteX48" fmla="*/ 8445003 w 11269336"/>
              <a:gd name="connsiteY48" fmla="*/ 1036851 h 2323145"/>
              <a:gd name="connsiteX49" fmla="*/ 8357350 w 11269336"/>
              <a:gd name="connsiteY49" fmla="*/ 1060213 h 2323145"/>
              <a:gd name="connsiteX50" fmla="*/ 8335565 w 11269336"/>
              <a:gd name="connsiteY50" fmla="*/ 1061151 h 2323145"/>
              <a:gd name="connsiteX51" fmla="*/ 8325267 w 11269336"/>
              <a:gd name="connsiteY51" fmla="*/ 1055919 h 2323145"/>
              <a:gd name="connsiteX52" fmla="*/ 8293586 w 11269336"/>
              <a:gd name="connsiteY52" fmla="*/ 1076144 h 2323145"/>
              <a:gd name="connsiteX53" fmla="*/ 8242405 w 11269336"/>
              <a:gd name="connsiteY53" fmla="*/ 1095960 h 2323145"/>
              <a:gd name="connsiteX54" fmla="*/ 8218531 w 11269336"/>
              <a:gd name="connsiteY54" fmla="*/ 1107622 h 2323145"/>
              <a:gd name="connsiteX55" fmla="*/ 8197391 w 11269336"/>
              <a:gd name="connsiteY55" fmla="*/ 1107746 h 2323145"/>
              <a:gd name="connsiteX56" fmla="*/ 8081474 w 11269336"/>
              <a:gd name="connsiteY56" fmla="*/ 1130125 h 2323145"/>
              <a:gd name="connsiteX57" fmla="*/ 8053585 w 11269336"/>
              <a:gd name="connsiteY57" fmla="*/ 1129169 h 2323145"/>
              <a:gd name="connsiteX58" fmla="*/ 8038422 w 11269336"/>
              <a:gd name="connsiteY58" fmla="*/ 1119092 h 2323145"/>
              <a:gd name="connsiteX59" fmla="*/ 8029450 w 11269336"/>
              <a:gd name="connsiteY59" fmla="*/ 1125592 h 2323145"/>
              <a:gd name="connsiteX60" fmla="*/ 7959552 w 11269336"/>
              <a:gd name="connsiteY60" fmla="*/ 1140188 h 2323145"/>
              <a:gd name="connsiteX61" fmla="*/ 7914188 w 11269336"/>
              <a:gd name="connsiteY61" fmla="*/ 1150862 h 2323145"/>
              <a:gd name="connsiteX62" fmla="*/ 7914918 w 11269336"/>
              <a:gd name="connsiteY62" fmla="*/ 1168758 h 2323145"/>
              <a:gd name="connsiteX63" fmla="*/ 7875510 w 11269336"/>
              <a:gd name="connsiteY63" fmla="*/ 1183153 h 2323145"/>
              <a:gd name="connsiteX64" fmla="*/ 7829932 w 11269336"/>
              <a:gd name="connsiteY64" fmla="*/ 1180782 h 2323145"/>
              <a:gd name="connsiteX65" fmla="*/ 7779182 w 11269336"/>
              <a:gd name="connsiteY65" fmla="*/ 1192665 h 2323145"/>
              <a:gd name="connsiteX66" fmla="*/ 7748774 w 11269336"/>
              <a:gd name="connsiteY66" fmla="*/ 1199586 h 2323145"/>
              <a:gd name="connsiteX67" fmla="*/ 7671846 w 11269336"/>
              <a:gd name="connsiteY67" fmla="*/ 1231966 h 2323145"/>
              <a:gd name="connsiteX68" fmla="*/ 7554146 w 11269336"/>
              <a:gd name="connsiteY68" fmla="*/ 1319748 h 2323145"/>
              <a:gd name="connsiteX69" fmla="*/ 7515052 w 11269336"/>
              <a:gd name="connsiteY69" fmla="*/ 1336718 h 2323145"/>
              <a:gd name="connsiteX70" fmla="*/ 7507193 w 11269336"/>
              <a:gd name="connsiteY70" fmla="*/ 1334617 h 2323145"/>
              <a:gd name="connsiteX71" fmla="*/ 7461694 w 11269336"/>
              <a:gd name="connsiteY71" fmla="*/ 1375866 h 2323145"/>
              <a:gd name="connsiteX72" fmla="*/ 7377571 w 11269336"/>
              <a:gd name="connsiteY72" fmla="*/ 1400128 h 2323145"/>
              <a:gd name="connsiteX73" fmla="*/ 7311261 w 11269336"/>
              <a:gd name="connsiteY73" fmla="*/ 1412652 h 2323145"/>
              <a:gd name="connsiteX74" fmla="*/ 7275307 w 11269336"/>
              <a:gd name="connsiteY74" fmla="*/ 1422171 h 2323145"/>
              <a:gd name="connsiteX75" fmla="*/ 7247783 w 11269336"/>
              <a:gd name="connsiteY75" fmla="*/ 1426330 h 2323145"/>
              <a:gd name="connsiteX76" fmla="*/ 7185047 w 11269336"/>
              <a:gd name="connsiteY76" fmla="*/ 1451812 h 2323145"/>
              <a:gd name="connsiteX77" fmla="*/ 7084117 w 11269336"/>
              <a:gd name="connsiteY77" fmla="*/ 1500281 h 2323145"/>
              <a:gd name="connsiteX78" fmla="*/ 7062011 w 11269336"/>
              <a:gd name="connsiteY78" fmla="*/ 1509183 h 2323145"/>
              <a:gd name="connsiteX79" fmla="*/ 7040555 w 11269336"/>
              <a:gd name="connsiteY79" fmla="*/ 1511207 h 2323145"/>
              <a:gd name="connsiteX80" fmla="*/ 7033438 w 11269336"/>
              <a:gd name="connsiteY80" fmla="*/ 1506772 h 2323145"/>
              <a:gd name="connsiteX81" fmla="*/ 7020886 w 11269336"/>
              <a:gd name="connsiteY81" fmla="*/ 1510764 h 2323145"/>
              <a:gd name="connsiteX82" fmla="*/ 7017033 w 11269336"/>
              <a:gd name="connsiteY82" fmla="*/ 1510650 h 2323145"/>
              <a:gd name="connsiteX83" fmla="*/ 6995460 w 11269336"/>
              <a:gd name="connsiteY83" fmla="*/ 1511173 h 2323145"/>
              <a:gd name="connsiteX84" fmla="*/ 6962144 w 11269336"/>
              <a:gd name="connsiteY84" fmla="*/ 1541508 h 2323145"/>
              <a:gd name="connsiteX85" fmla="*/ 6910674 w 11269336"/>
              <a:gd name="connsiteY85" fmla="*/ 1554793 h 2323145"/>
              <a:gd name="connsiteX86" fmla="*/ 6732152 w 11269336"/>
              <a:gd name="connsiteY86" fmla="*/ 1642538 h 2323145"/>
              <a:gd name="connsiteX87" fmla="*/ 6694106 w 11269336"/>
              <a:gd name="connsiteY87" fmla="*/ 1632377 h 2323145"/>
              <a:gd name="connsiteX88" fmla="*/ 6617223 w 11269336"/>
              <a:gd name="connsiteY88" fmla="*/ 1659889 h 2323145"/>
              <a:gd name="connsiteX89" fmla="*/ 6521138 w 11269336"/>
              <a:gd name="connsiteY89" fmla="*/ 1744340 h 2323145"/>
              <a:gd name="connsiteX90" fmla="*/ 6380677 w 11269336"/>
              <a:gd name="connsiteY90" fmla="*/ 1796883 h 2323145"/>
              <a:gd name="connsiteX91" fmla="*/ 6374897 w 11269336"/>
              <a:gd name="connsiteY91" fmla="*/ 1809910 h 2323145"/>
              <a:gd name="connsiteX92" fmla="*/ 6364545 w 11269336"/>
              <a:gd name="connsiteY92" fmla="*/ 1820090 h 2323145"/>
              <a:gd name="connsiteX93" fmla="*/ 6362126 w 11269336"/>
              <a:gd name="connsiteY93" fmla="*/ 1819991 h 2323145"/>
              <a:gd name="connsiteX94" fmla="*/ 6346673 w 11269336"/>
              <a:gd name="connsiteY94" fmla="*/ 1827824 h 2323145"/>
              <a:gd name="connsiteX95" fmla="*/ 6345588 w 11269336"/>
              <a:gd name="connsiteY95" fmla="*/ 1832232 h 2323145"/>
              <a:gd name="connsiteX96" fmla="*/ 6335708 w 11269336"/>
              <a:gd name="connsiteY96" fmla="*/ 1838451 h 2323145"/>
              <a:gd name="connsiteX97" fmla="*/ 6318182 w 11269336"/>
              <a:gd name="connsiteY97" fmla="*/ 1852975 h 2323145"/>
              <a:gd name="connsiteX98" fmla="*/ 6313084 w 11269336"/>
              <a:gd name="connsiteY98" fmla="*/ 1853561 h 2323145"/>
              <a:gd name="connsiteX99" fmla="*/ 6283816 w 11269336"/>
              <a:gd name="connsiteY99" fmla="*/ 1872148 h 2323145"/>
              <a:gd name="connsiteX100" fmla="*/ 6282550 w 11269336"/>
              <a:gd name="connsiteY100" fmla="*/ 1871392 h 2323145"/>
              <a:gd name="connsiteX101" fmla="*/ 6270527 w 11269336"/>
              <a:gd name="connsiteY101" fmla="*/ 1872208 h 2323145"/>
              <a:gd name="connsiteX102" fmla="*/ 6249518 w 11269336"/>
              <a:gd name="connsiteY102" fmla="*/ 1876079 h 2323145"/>
              <a:gd name="connsiteX103" fmla="*/ 6190386 w 11269336"/>
              <a:gd name="connsiteY103" fmla="*/ 1872478 h 2323145"/>
              <a:gd name="connsiteX104" fmla="*/ 6159777 w 11269336"/>
              <a:gd name="connsiteY104" fmla="*/ 1891745 h 2323145"/>
              <a:gd name="connsiteX105" fmla="*/ 6153131 w 11269336"/>
              <a:gd name="connsiteY105" fmla="*/ 1895079 h 2323145"/>
              <a:gd name="connsiteX106" fmla="*/ 6152798 w 11269336"/>
              <a:gd name="connsiteY106" fmla="*/ 1894920 h 2323145"/>
              <a:gd name="connsiteX107" fmla="*/ 6145388 w 11269336"/>
              <a:gd name="connsiteY107" fmla="*/ 1897990 h 2323145"/>
              <a:gd name="connsiteX108" fmla="*/ 6141014 w 11269336"/>
              <a:gd name="connsiteY108" fmla="*/ 1901155 h 2323145"/>
              <a:gd name="connsiteX109" fmla="*/ 6128122 w 11269336"/>
              <a:gd name="connsiteY109" fmla="*/ 1907623 h 2323145"/>
              <a:gd name="connsiteX110" fmla="*/ 6122351 w 11269336"/>
              <a:gd name="connsiteY110" fmla="*/ 1908359 h 2323145"/>
              <a:gd name="connsiteX111" fmla="*/ 6064750 w 11269336"/>
              <a:gd name="connsiteY111" fmla="*/ 1896394 h 2323145"/>
              <a:gd name="connsiteX112" fmla="*/ 5964230 w 11269336"/>
              <a:gd name="connsiteY112" fmla="*/ 1910038 h 2323145"/>
              <a:gd name="connsiteX113" fmla="*/ 5865399 w 11269336"/>
              <a:gd name="connsiteY113" fmla="*/ 1926966 h 2323145"/>
              <a:gd name="connsiteX114" fmla="*/ 5829951 w 11269336"/>
              <a:gd name="connsiteY114" fmla="*/ 1934755 h 2323145"/>
              <a:gd name="connsiteX115" fmla="*/ 5765285 w 11269336"/>
              <a:gd name="connsiteY115" fmla="*/ 1941322 h 2323145"/>
              <a:gd name="connsiteX116" fmla="*/ 5734750 w 11269336"/>
              <a:gd name="connsiteY116" fmla="*/ 1939793 h 2323145"/>
              <a:gd name="connsiteX117" fmla="*/ 5733569 w 11269336"/>
              <a:gd name="connsiteY117" fmla="*/ 1940505 h 2323145"/>
              <a:gd name="connsiteX118" fmla="*/ 5730329 w 11269336"/>
              <a:gd name="connsiteY118" fmla="*/ 1937845 h 2323145"/>
              <a:gd name="connsiteX119" fmla="*/ 5724661 w 11269336"/>
              <a:gd name="connsiteY119" fmla="*/ 1937455 h 2323145"/>
              <a:gd name="connsiteX120" fmla="*/ 5710186 w 11269336"/>
              <a:gd name="connsiteY120" fmla="*/ 1941370 h 2323145"/>
              <a:gd name="connsiteX121" fmla="*/ 5704910 w 11269336"/>
              <a:gd name="connsiteY121" fmla="*/ 1943663 h 2323145"/>
              <a:gd name="connsiteX122" fmla="*/ 5696836 w 11269336"/>
              <a:gd name="connsiteY122" fmla="*/ 1945271 h 2323145"/>
              <a:gd name="connsiteX123" fmla="*/ 5696583 w 11269336"/>
              <a:gd name="connsiteY123" fmla="*/ 1945050 h 2323145"/>
              <a:gd name="connsiteX124" fmla="*/ 5689123 w 11269336"/>
              <a:gd name="connsiteY124" fmla="*/ 1947067 h 2323145"/>
              <a:gd name="connsiteX125" fmla="*/ 5653291 w 11269336"/>
              <a:gd name="connsiteY125" fmla="*/ 1960245 h 2323145"/>
              <a:gd name="connsiteX126" fmla="*/ 5599385 w 11269336"/>
              <a:gd name="connsiteY126" fmla="*/ 1945198 h 2323145"/>
              <a:gd name="connsiteX127" fmla="*/ 5578300 w 11269336"/>
              <a:gd name="connsiteY127" fmla="*/ 1944963 h 2323145"/>
              <a:gd name="connsiteX128" fmla="*/ 5566758 w 11269336"/>
              <a:gd name="connsiteY128" fmla="*/ 1943441 h 2323145"/>
              <a:gd name="connsiteX129" fmla="*/ 5565857 w 11269336"/>
              <a:gd name="connsiteY129" fmla="*/ 1942445 h 2323145"/>
              <a:gd name="connsiteX130" fmla="*/ 5531534 w 11269336"/>
              <a:gd name="connsiteY130" fmla="*/ 1955208 h 2323145"/>
              <a:gd name="connsiteX131" fmla="*/ 5526552 w 11269336"/>
              <a:gd name="connsiteY131" fmla="*/ 1954799 h 2323145"/>
              <a:gd name="connsiteX132" fmla="*/ 5504723 w 11269336"/>
              <a:gd name="connsiteY132" fmla="*/ 1965811 h 2323145"/>
              <a:gd name="connsiteX133" fmla="*/ 5493156 w 11269336"/>
              <a:gd name="connsiteY133" fmla="*/ 1970063 h 2323145"/>
              <a:gd name="connsiteX134" fmla="*/ 5490486 w 11269336"/>
              <a:gd name="connsiteY134" fmla="*/ 1974227 h 2323145"/>
              <a:gd name="connsiteX135" fmla="*/ 5473107 w 11269336"/>
              <a:gd name="connsiteY135" fmla="*/ 1979001 h 2323145"/>
              <a:gd name="connsiteX136" fmla="*/ 5470885 w 11269336"/>
              <a:gd name="connsiteY136" fmla="*/ 1978432 h 2323145"/>
              <a:gd name="connsiteX137" fmla="*/ 5457393 w 11269336"/>
              <a:gd name="connsiteY137" fmla="*/ 1986525 h 2323145"/>
              <a:gd name="connsiteX138" fmla="*/ 5447102 w 11269336"/>
              <a:gd name="connsiteY138" fmla="*/ 1998329 h 2323145"/>
              <a:gd name="connsiteX139" fmla="*/ 5159151 w 11269336"/>
              <a:gd name="connsiteY139" fmla="*/ 2029640 h 2323145"/>
              <a:gd name="connsiteX140" fmla="*/ 5041688 w 11269336"/>
              <a:gd name="connsiteY140" fmla="*/ 2022334 h 2323145"/>
              <a:gd name="connsiteX141" fmla="*/ 4860988 w 11269336"/>
              <a:gd name="connsiteY141" fmla="*/ 2135698 h 2323145"/>
              <a:gd name="connsiteX142" fmla="*/ 4807902 w 11269336"/>
              <a:gd name="connsiteY142" fmla="*/ 2138894 h 2323145"/>
              <a:gd name="connsiteX143" fmla="*/ 4765388 w 11269336"/>
              <a:gd name="connsiteY143" fmla="*/ 2162525 h 2323145"/>
              <a:gd name="connsiteX144" fmla="*/ 4745033 w 11269336"/>
              <a:gd name="connsiteY144" fmla="*/ 2158859 h 2323145"/>
              <a:gd name="connsiteX145" fmla="*/ 4741475 w 11269336"/>
              <a:gd name="connsiteY145" fmla="*/ 2157998 h 2323145"/>
              <a:gd name="connsiteX146" fmla="*/ 4728247 w 11269336"/>
              <a:gd name="connsiteY146" fmla="*/ 2159526 h 2323145"/>
              <a:gd name="connsiteX147" fmla="*/ 4723263 w 11269336"/>
              <a:gd name="connsiteY147" fmla="*/ 2153742 h 2323145"/>
              <a:gd name="connsiteX148" fmla="*/ 4702453 w 11269336"/>
              <a:gd name="connsiteY148" fmla="*/ 2151586 h 2323145"/>
              <a:gd name="connsiteX149" fmla="*/ 4678455 w 11269336"/>
              <a:gd name="connsiteY149" fmla="*/ 2156131 h 2323145"/>
              <a:gd name="connsiteX150" fmla="*/ 4593061 w 11269336"/>
              <a:gd name="connsiteY150" fmla="*/ 2171597 h 2323145"/>
              <a:gd name="connsiteX151" fmla="*/ 4579902 w 11269336"/>
              <a:gd name="connsiteY151" fmla="*/ 2177927 h 2323145"/>
              <a:gd name="connsiteX152" fmla="*/ 4533444 w 11269336"/>
              <a:gd name="connsiteY152" fmla="*/ 2181200 h 2323145"/>
              <a:gd name="connsiteX153" fmla="*/ 4492832 w 11269336"/>
              <a:gd name="connsiteY153" fmla="*/ 2188033 h 2323145"/>
              <a:gd name="connsiteX154" fmla="*/ 4467257 w 11269336"/>
              <a:gd name="connsiteY154" fmla="*/ 2196121 h 2323145"/>
              <a:gd name="connsiteX155" fmla="*/ 4459937 w 11269336"/>
              <a:gd name="connsiteY155" fmla="*/ 2195182 h 2323145"/>
              <a:gd name="connsiteX156" fmla="*/ 4433312 w 11269336"/>
              <a:gd name="connsiteY156" fmla="*/ 2199004 h 2323145"/>
              <a:gd name="connsiteX157" fmla="*/ 4420601 w 11269336"/>
              <a:gd name="connsiteY157" fmla="*/ 2205158 h 2323145"/>
              <a:gd name="connsiteX158" fmla="*/ 4405765 w 11269336"/>
              <a:gd name="connsiteY158" fmla="*/ 2199902 h 2323145"/>
              <a:gd name="connsiteX159" fmla="*/ 4401354 w 11269336"/>
              <a:gd name="connsiteY159" fmla="*/ 2194745 h 2323145"/>
              <a:gd name="connsiteX160" fmla="*/ 4383151 w 11269336"/>
              <a:gd name="connsiteY160" fmla="*/ 2201140 h 2323145"/>
              <a:gd name="connsiteX161" fmla="*/ 4366646 w 11269336"/>
              <a:gd name="connsiteY161" fmla="*/ 2198564 h 2323145"/>
              <a:gd name="connsiteX162" fmla="*/ 4354009 w 11269336"/>
              <a:gd name="connsiteY162" fmla="*/ 2204984 h 2323145"/>
              <a:gd name="connsiteX163" fmla="*/ 4348284 w 11269336"/>
              <a:gd name="connsiteY163" fmla="*/ 2205270 h 2323145"/>
              <a:gd name="connsiteX164" fmla="*/ 4333906 w 11269336"/>
              <a:gd name="connsiteY164" fmla="*/ 2205251 h 2323145"/>
              <a:gd name="connsiteX165" fmla="*/ 4308819 w 11269336"/>
              <a:gd name="connsiteY165" fmla="*/ 2203822 h 2323145"/>
              <a:gd name="connsiteX166" fmla="*/ 4301210 w 11269336"/>
              <a:gd name="connsiteY166" fmla="*/ 2204456 h 2323145"/>
              <a:gd name="connsiteX167" fmla="*/ 4283095 w 11269336"/>
              <a:gd name="connsiteY167" fmla="*/ 2198177 h 2323145"/>
              <a:gd name="connsiteX168" fmla="*/ 4250119 w 11269336"/>
              <a:gd name="connsiteY168" fmla="*/ 2196342 h 2323145"/>
              <a:gd name="connsiteX169" fmla="*/ 4189203 w 11269336"/>
              <a:gd name="connsiteY169" fmla="*/ 2178994 h 2323145"/>
              <a:gd name="connsiteX170" fmla="*/ 4154035 w 11269336"/>
              <a:gd name="connsiteY170" fmla="*/ 2171950 h 2323145"/>
              <a:gd name="connsiteX171" fmla="*/ 4129569 w 11269336"/>
              <a:gd name="connsiteY171" fmla="*/ 2163850 h 2323145"/>
              <a:gd name="connsiteX172" fmla="*/ 4061250 w 11269336"/>
              <a:gd name="connsiteY172" fmla="*/ 2159236 h 2323145"/>
              <a:gd name="connsiteX173" fmla="*/ 3945480 w 11269336"/>
              <a:gd name="connsiteY173" fmla="*/ 2158279 h 2323145"/>
              <a:gd name="connsiteX174" fmla="*/ 3921468 w 11269336"/>
              <a:gd name="connsiteY174" fmla="*/ 2156588 h 2323145"/>
              <a:gd name="connsiteX175" fmla="*/ 3903348 w 11269336"/>
              <a:gd name="connsiteY175" fmla="*/ 2149220 h 2323145"/>
              <a:gd name="connsiteX176" fmla="*/ 3901342 w 11269336"/>
              <a:gd name="connsiteY176" fmla="*/ 2142355 h 2323145"/>
              <a:gd name="connsiteX177" fmla="*/ 3888539 w 11269336"/>
              <a:gd name="connsiteY177" fmla="*/ 2140476 h 2323145"/>
              <a:gd name="connsiteX178" fmla="*/ 3885662 w 11269336"/>
              <a:gd name="connsiteY178" fmla="*/ 2138740 h 2323145"/>
              <a:gd name="connsiteX179" fmla="*/ 3868627 w 11269336"/>
              <a:gd name="connsiteY179" fmla="*/ 2130023 h 2323145"/>
              <a:gd name="connsiteX180" fmla="*/ 3819177 w 11269336"/>
              <a:gd name="connsiteY180" fmla="*/ 2142111 h 2323145"/>
              <a:gd name="connsiteX181" fmla="*/ 3769100 w 11269336"/>
              <a:gd name="connsiteY181" fmla="*/ 2131731 h 2323145"/>
              <a:gd name="connsiteX182" fmla="*/ 3562752 w 11269336"/>
              <a:gd name="connsiteY182" fmla="*/ 2131785 h 2323145"/>
              <a:gd name="connsiteX183" fmla="*/ 3541402 w 11269336"/>
              <a:gd name="connsiteY183" fmla="*/ 2106821 h 2323145"/>
              <a:gd name="connsiteX184" fmla="*/ 3365341 w 11269336"/>
              <a:gd name="connsiteY184" fmla="*/ 2077638 h 2323145"/>
              <a:gd name="connsiteX185" fmla="*/ 3170922 w 11269336"/>
              <a:gd name="connsiteY185" fmla="*/ 2115957 h 2323145"/>
              <a:gd name="connsiteX186" fmla="*/ 3156256 w 11269336"/>
              <a:gd name="connsiteY186" fmla="*/ 2124773 h 2323145"/>
              <a:gd name="connsiteX187" fmla="*/ 3140298 w 11269336"/>
              <a:gd name="connsiteY187" fmla="*/ 2129182 h 2323145"/>
              <a:gd name="connsiteX188" fmla="*/ 3138514 w 11269336"/>
              <a:gd name="connsiteY188" fmla="*/ 2128069 h 2323145"/>
              <a:gd name="connsiteX189" fmla="*/ 3120467 w 11269336"/>
              <a:gd name="connsiteY189" fmla="*/ 2128281 h 2323145"/>
              <a:gd name="connsiteX190" fmla="*/ 3116175 w 11269336"/>
              <a:gd name="connsiteY190" fmla="*/ 2131633 h 2323145"/>
              <a:gd name="connsiteX191" fmla="*/ 3103685 w 11269336"/>
              <a:gd name="connsiteY191" fmla="*/ 2132814 h 2323145"/>
              <a:gd name="connsiteX192" fmla="*/ 3078794 w 11269336"/>
              <a:gd name="connsiteY192" fmla="*/ 2137935 h 2323145"/>
              <a:gd name="connsiteX193" fmla="*/ 3074407 w 11269336"/>
              <a:gd name="connsiteY193" fmla="*/ 2136274 h 2323145"/>
              <a:gd name="connsiteX194" fmla="*/ 3037285 w 11269336"/>
              <a:gd name="connsiteY194" fmla="*/ 2139919 h 2323145"/>
              <a:gd name="connsiteX195" fmla="*/ 3036901 w 11269336"/>
              <a:gd name="connsiteY195" fmla="*/ 2138726 h 2323145"/>
              <a:gd name="connsiteX196" fmla="*/ 3026996 w 11269336"/>
              <a:gd name="connsiteY196" fmla="*/ 2134322 h 2323145"/>
              <a:gd name="connsiteX197" fmla="*/ 3007772 w 11269336"/>
              <a:gd name="connsiteY197" fmla="*/ 2128742 h 2323145"/>
              <a:gd name="connsiteX198" fmla="*/ 2965030 w 11269336"/>
              <a:gd name="connsiteY198" fmla="*/ 2100494 h 2323145"/>
              <a:gd name="connsiteX199" fmla="*/ 2926342 w 11269336"/>
              <a:gd name="connsiteY199" fmla="*/ 2104155 h 2323145"/>
              <a:gd name="connsiteX200" fmla="*/ 2918608 w 11269336"/>
              <a:gd name="connsiteY200" fmla="*/ 2104215 h 2323145"/>
              <a:gd name="connsiteX201" fmla="*/ 2918475 w 11269336"/>
              <a:gd name="connsiteY201" fmla="*/ 2103937 h 2323145"/>
              <a:gd name="connsiteX202" fmla="*/ 2910360 w 11269336"/>
              <a:gd name="connsiteY202" fmla="*/ 2103444 h 2323145"/>
              <a:gd name="connsiteX203" fmla="*/ 2904507 w 11269336"/>
              <a:gd name="connsiteY203" fmla="*/ 2104326 h 2323145"/>
              <a:gd name="connsiteX204" fmla="*/ 2889503 w 11269336"/>
              <a:gd name="connsiteY204" fmla="*/ 2104443 h 2323145"/>
              <a:gd name="connsiteX205" fmla="*/ 2884480 w 11269336"/>
              <a:gd name="connsiteY205" fmla="*/ 2102626 h 2323145"/>
              <a:gd name="connsiteX206" fmla="*/ 2882689 w 11269336"/>
              <a:gd name="connsiteY206" fmla="*/ 2099228 h 2323145"/>
              <a:gd name="connsiteX207" fmla="*/ 2881291 w 11269336"/>
              <a:gd name="connsiteY207" fmla="*/ 2099618 h 2323145"/>
              <a:gd name="connsiteX208" fmla="*/ 2853979 w 11269336"/>
              <a:gd name="connsiteY208" fmla="*/ 2090388 h 2323145"/>
              <a:gd name="connsiteX209" fmla="*/ 2791790 w 11269336"/>
              <a:gd name="connsiteY209" fmla="*/ 2080332 h 2323145"/>
              <a:gd name="connsiteX210" fmla="*/ 2755844 w 11269336"/>
              <a:gd name="connsiteY210" fmla="*/ 2078874 h 2323145"/>
              <a:gd name="connsiteX211" fmla="*/ 2657742 w 11269336"/>
              <a:gd name="connsiteY211" fmla="*/ 2070179 h 2323145"/>
              <a:gd name="connsiteX212" fmla="*/ 2559549 w 11269336"/>
              <a:gd name="connsiteY212" fmla="*/ 2057873 h 2323145"/>
              <a:gd name="connsiteX213" fmla="*/ 2512054 w 11269336"/>
              <a:gd name="connsiteY213" fmla="*/ 2031671 h 2323145"/>
              <a:gd name="connsiteX214" fmla="*/ 2506437 w 11269336"/>
              <a:gd name="connsiteY214" fmla="*/ 2030918 h 2323145"/>
              <a:gd name="connsiteX215" fmla="*/ 2491752 w 11269336"/>
              <a:gd name="connsiteY215" fmla="*/ 2033906 h 2323145"/>
              <a:gd name="connsiteX216" fmla="*/ 2486338 w 11269336"/>
              <a:gd name="connsiteY216" fmla="*/ 2035862 h 2323145"/>
              <a:gd name="connsiteX217" fmla="*/ 2478186 w 11269336"/>
              <a:gd name="connsiteY217" fmla="*/ 2036953 h 2323145"/>
              <a:gd name="connsiteX218" fmla="*/ 2477950 w 11269336"/>
              <a:gd name="connsiteY218" fmla="*/ 2036715 h 2323145"/>
              <a:gd name="connsiteX219" fmla="*/ 2470381 w 11269336"/>
              <a:gd name="connsiteY219" fmla="*/ 2038256 h 2323145"/>
              <a:gd name="connsiteX220" fmla="*/ 2433781 w 11269336"/>
              <a:gd name="connsiteY220" fmla="*/ 2049140 h 2323145"/>
              <a:gd name="connsiteX221" fmla="*/ 2381172 w 11269336"/>
              <a:gd name="connsiteY221" fmla="*/ 2030645 h 2323145"/>
              <a:gd name="connsiteX222" fmla="*/ 2360198 w 11269336"/>
              <a:gd name="connsiteY222" fmla="*/ 2029059 h 2323145"/>
              <a:gd name="connsiteX223" fmla="*/ 2348815 w 11269336"/>
              <a:gd name="connsiteY223" fmla="*/ 2026798 h 2323145"/>
              <a:gd name="connsiteX224" fmla="*/ 2347988 w 11269336"/>
              <a:gd name="connsiteY224" fmla="*/ 2025745 h 2323145"/>
              <a:gd name="connsiteX225" fmla="*/ 2312920 w 11269336"/>
              <a:gd name="connsiteY225" fmla="*/ 2036311 h 2323145"/>
              <a:gd name="connsiteX226" fmla="*/ 2307986 w 11269336"/>
              <a:gd name="connsiteY226" fmla="*/ 2035583 h 2323145"/>
              <a:gd name="connsiteX227" fmla="*/ 2285481 w 11269336"/>
              <a:gd name="connsiteY227" fmla="*/ 2045197 h 2323145"/>
              <a:gd name="connsiteX228" fmla="*/ 2273666 w 11269336"/>
              <a:gd name="connsiteY228" fmla="*/ 2048710 h 2323145"/>
              <a:gd name="connsiteX229" fmla="*/ 2270719 w 11269336"/>
              <a:gd name="connsiteY229" fmla="*/ 2052702 h 2323145"/>
              <a:gd name="connsiteX230" fmla="*/ 2253080 w 11269336"/>
              <a:gd name="connsiteY230" fmla="*/ 2056363 h 2323145"/>
              <a:gd name="connsiteX231" fmla="*/ 2250906 w 11269336"/>
              <a:gd name="connsiteY231" fmla="*/ 2055654 h 2323145"/>
              <a:gd name="connsiteX232" fmla="*/ 2236905 w 11269336"/>
              <a:gd name="connsiteY232" fmla="*/ 2062882 h 2323145"/>
              <a:gd name="connsiteX233" fmla="*/ 2225830 w 11269336"/>
              <a:gd name="connsiteY233" fmla="*/ 2074027 h 2323145"/>
              <a:gd name="connsiteX234" fmla="*/ 2073776 w 11269336"/>
              <a:gd name="connsiteY234" fmla="*/ 2089244 h 2323145"/>
              <a:gd name="connsiteX235" fmla="*/ 1948256 w 11269336"/>
              <a:gd name="connsiteY235" fmla="*/ 2146616 h 2323145"/>
              <a:gd name="connsiteX236" fmla="*/ 1865582 w 11269336"/>
              <a:gd name="connsiteY236" fmla="*/ 2153738 h 2323145"/>
              <a:gd name="connsiteX237" fmla="*/ 1835210 w 11269336"/>
              <a:gd name="connsiteY237" fmla="*/ 2134244 h 2323145"/>
              <a:gd name="connsiteX238" fmla="*/ 1632661 w 11269336"/>
              <a:gd name="connsiteY238" fmla="*/ 2173882 h 2323145"/>
              <a:gd name="connsiteX239" fmla="*/ 1579590 w 11269336"/>
              <a:gd name="connsiteY239" fmla="*/ 2173680 h 2323145"/>
              <a:gd name="connsiteX240" fmla="*/ 1535601 w 11269336"/>
              <a:gd name="connsiteY240" fmla="*/ 2194590 h 2323145"/>
              <a:gd name="connsiteX241" fmla="*/ 1515594 w 11269336"/>
              <a:gd name="connsiteY241" fmla="*/ 2189622 h 2323145"/>
              <a:gd name="connsiteX242" fmla="*/ 1512113 w 11269336"/>
              <a:gd name="connsiteY242" fmla="*/ 2188534 h 2323145"/>
              <a:gd name="connsiteX243" fmla="*/ 1498838 w 11269336"/>
              <a:gd name="connsiteY243" fmla="*/ 2189213 h 2323145"/>
              <a:gd name="connsiteX244" fmla="*/ 1494279 w 11269336"/>
              <a:gd name="connsiteY244" fmla="*/ 2183112 h 2323145"/>
              <a:gd name="connsiteX245" fmla="*/ 1473714 w 11269336"/>
              <a:gd name="connsiteY245" fmla="*/ 2179625 h 2323145"/>
              <a:gd name="connsiteX246" fmla="*/ 1449503 w 11269336"/>
              <a:gd name="connsiteY246" fmla="*/ 2182633 h 2323145"/>
              <a:gd name="connsiteX247" fmla="*/ 1266687 w 11269336"/>
              <a:gd name="connsiteY247" fmla="*/ 2212688 h 2323145"/>
              <a:gd name="connsiteX248" fmla="*/ 1239614 w 11269336"/>
              <a:gd name="connsiteY248" fmla="*/ 2209727 h 2323145"/>
              <a:gd name="connsiteX249" fmla="*/ 1202436 w 11269336"/>
              <a:gd name="connsiteY249" fmla="*/ 2209817 h 2323145"/>
              <a:gd name="connsiteX250" fmla="*/ 1136097 w 11269336"/>
              <a:gd name="connsiteY250" fmla="*/ 2205112 h 2323145"/>
              <a:gd name="connsiteX251" fmla="*/ 988232 w 11269336"/>
              <a:gd name="connsiteY251" fmla="*/ 2235635 h 2323145"/>
              <a:gd name="connsiteX252" fmla="*/ 981959 w 11269336"/>
              <a:gd name="connsiteY252" fmla="*/ 2231607 h 2323145"/>
              <a:gd name="connsiteX253" fmla="*/ 938600 w 11269336"/>
              <a:gd name="connsiteY253" fmla="*/ 2238113 h 2323145"/>
              <a:gd name="connsiteX254" fmla="*/ 791788 w 11269336"/>
              <a:gd name="connsiteY254" fmla="*/ 2293224 h 2323145"/>
              <a:gd name="connsiteX255" fmla="*/ 706914 w 11269336"/>
              <a:gd name="connsiteY255" fmla="*/ 2305046 h 2323145"/>
              <a:gd name="connsiteX256" fmla="*/ 675971 w 11269336"/>
              <a:gd name="connsiteY256" fmla="*/ 2304030 h 2323145"/>
              <a:gd name="connsiteX257" fmla="*/ 624180 w 11269336"/>
              <a:gd name="connsiteY257" fmla="*/ 2302650 h 2323145"/>
              <a:gd name="connsiteX258" fmla="*/ 583453 w 11269336"/>
              <a:gd name="connsiteY258" fmla="*/ 2288788 h 2323145"/>
              <a:gd name="connsiteX259" fmla="*/ 540946 w 11269336"/>
              <a:gd name="connsiteY259" fmla="*/ 2292721 h 2323145"/>
              <a:gd name="connsiteX260" fmla="*/ 533680 w 11269336"/>
              <a:gd name="connsiteY260" fmla="*/ 2310233 h 2323145"/>
              <a:gd name="connsiteX261" fmla="*/ 487366 w 11269336"/>
              <a:gd name="connsiteY261" fmla="*/ 2309053 h 2323145"/>
              <a:gd name="connsiteX262" fmla="*/ 416820 w 11269336"/>
              <a:gd name="connsiteY262" fmla="*/ 2305443 h 2323145"/>
              <a:gd name="connsiteX263" fmla="*/ 376805 w 11269336"/>
              <a:gd name="connsiteY263" fmla="*/ 2307647 h 2323145"/>
              <a:gd name="connsiteX264" fmla="*/ 266777 w 11269336"/>
              <a:gd name="connsiteY264" fmla="*/ 2309012 h 2323145"/>
              <a:gd name="connsiteX265" fmla="*/ 156013 w 11269336"/>
              <a:gd name="connsiteY265" fmla="*/ 2306832 h 2323145"/>
              <a:gd name="connsiteX266" fmla="*/ 87258 w 11269336"/>
              <a:gd name="connsiteY266" fmla="*/ 2285511 h 2323145"/>
              <a:gd name="connsiteX267" fmla="*/ 23798 w 11269336"/>
              <a:gd name="connsiteY267" fmla="*/ 2281822 h 2323145"/>
              <a:gd name="connsiteX268" fmla="*/ 0 w 11269336"/>
              <a:gd name="connsiteY268" fmla="*/ 2285369 h 2323145"/>
              <a:gd name="connsiteX269" fmla="*/ 0 w 11269336"/>
              <a:gd name="connsiteY269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837498 w 11269336"/>
              <a:gd name="connsiteY32" fmla="*/ 885664 h 2323145"/>
              <a:gd name="connsiteX33" fmla="*/ 8795998 w 11269336"/>
              <a:gd name="connsiteY33" fmla="*/ 863337 h 2323145"/>
              <a:gd name="connsiteX34" fmla="*/ 8776970 w 11269336"/>
              <a:gd name="connsiteY34" fmla="*/ 885177 h 2323145"/>
              <a:gd name="connsiteX35" fmla="*/ 8755719 w 11269336"/>
              <a:gd name="connsiteY35" fmla="*/ 889754 h 2323145"/>
              <a:gd name="connsiteX36" fmla="*/ 8743257 w 11269336"/>
              <a:gd name="connsiteY36" fmla="*/ 904723 h 2323145"/>
              <a:gd name="connsiteX37" fmla="*/ 8721366 w 11269336"/>
              <a:gd name="connsiteY37" fmla="*/ 904711 h 2323145"/>
              <a:gd name="connsiteX38" fmla="*/ 8678353 w 11269336"/>
              <a:gd name="connsiteY38" fmla="*/ 926318 h 2323145"/>
              <a:gd name="connsiteX39" fmla="*/ 8636849 w 11269336"/>
              <a:gd name="connsiteY39" fmla="*/ 937900 h 2323145"/>
              <a:gd name="connsiteX40" fmla="*/ 8620213 w 11269336"/>
              <a:gd name="connsiteY40" fmla="*/ 943068 h 2323145"/>
              <a:gd name="connsiteX41" fmla="*/ 8612581 w 11269336"/>
              <a:gd name="connsiteY41" fmla="*/ 952695 h 2323145"/>
              <a:gd name="connsiteX42" fmla="*/ 8589038 w 11269336"/>
              <a:gd name="connsiteY42" fmla="*/ 963892 h 2323145"/>
              <a:gd name="connsiteX43" fmla="*/ 8579950 w 11269336"/>
              <a:gd name="connsiteY43" fmla="*/ 960899 h 2323145"/>
              <a:gd name="connsiteX44" fmla="*/ 8579319 w 11269336"/>
              <a:gd name="connsiteY44" fmla="*/ 965630 h 2323145"/>
              <a:gd name="connsiteX45" fmla="*/ 8547429 w 11269336"/>
              <a:gd name="connsiteY45" fmla="*/ 984506 h 2323145"/>
              <a:gd name="connsiteX46" fmla="*/ 8478704 w 11269336"/>
              <a:gd name="connsiteY46" fmla="*/ 1025490 h 2323145"/>
              <a:gd name="connsiteX47" fmla="*/ 8461421 w 11269336"/>
              <a:gd name="connsiteY47" fmla="*/ 1035512 h 2323145"/>
              <a:gd name="connsiteX48" fmla="*/ 8445003 w 11269336"/>
              <a:gd name="connsiteY48" fmla="*/ 1036851 h 2323145"/>
              <a:gd name="connsiteX49" fmla="*/ 8357350 w 11269336"/>
              <a:gd name="connsiteY49" fmla="*/ 1060213 h 2323145"/>
              <a:gd name="connsiteX50" fmla="*/ 8335565 w 11269336"/>
              <a:gd name="connsiteY50" fmla="*/ 1061151 h 2323145"/>
              <a:gd name="connsiteX51" fmla="*/ 8325267 w 11269336"/>
              <a:gd name="connsiteY51" fmla="*/ 1055919 h 2323145"/>
              <a:gd name="connsiteX52" fmla="*/ 8293586 w 11269336"/>
              <a:gd name="connsiteY52" fmla="*/ 1076144 h 2323145"/>
              <a:gd name="connsiteX53" fmla="*/ 8242405 w 11269336"/>
              <a:gd name="connsiteY53" fmla="*/ 1095960 h 2323145"/>
              <a:gd name="connsiteX54" fmla="*/ 8197391 w 11269336"/>
              <a:gd name="connsiteY54" fmla="*/ 1107746 h 2323145"/>
              <a:gd name="connsiteX55" fmla="*/ 8081474 w 11269336"/>
              <a:gd name="connsiteY55" fmla="*/ 1130125 h 2323145"/>
              <a:gd name="connsiteX56" fmla="*/ 8053585 w 11269336"/>
              <a:gd name="connsiteY56" fmla="*/ 1129169 h 2323145"/>
              <a:gd name="connsiteX57" fmla="*/ 8038422 w 11269336"/>
              <a:gd name="connsiteY57" fmla="*/ 1119092 h 2323145"/>
              <a:gd name="connsiteX58" fmla="*/ 8029450 w 11269336"/>
              <a:gd name="connsiteY58" fmla="*/ 1125592 h 2323145"/>
              <a:gd name="connsiteX59" fmla="*/ 7959552 w 11269336"/>
              <a:gd name="connsiteY59" fmla="*/ 1140188 h 2323145"/>
              <a:gd name="connsiteX60" fmla="*/ 7914188 w 11269336"/>
              <a:gd name="connsiteY60" fmla="*/ 1150862 h 2323145"/>
              <a:gd name="connsiteX61" fmla="*/ 7914918 w 11269336"/>
              <a:gd name="connsiteY61" fmla="*/ 1168758 h 2323145"/>
              <a:gd name="connsiteX62" fmla="*/ 7875510 w 11269336"/>
              <a:gd name="connsiteY62" fmla="*/ 1183153 h 2323145"/>
              <a:gd name="connsiteX63" fmla="*/ 7829932 w 11269336"/>
              <a:gd name="connsiteY63" fmla="*/ 1180782 h 2323145"/>
              <a:gd name="connsiteX64" fmla="*/ 7779182 w 11269336"/>
              <a:gd name="connsiteY64" fmla="*/ 1192665 h 2323145"/>
              <a:gd name="connsiteX65" fmla="*/ 7748774 w 11269336"/>
              <a:gd name="connsiteY65" fmla="*/ 1199586 h 2323145"/>
              <a:gd name="connsiteX66" fmla="*/ 7671846 w 11269336"/>
              <a:gd name="connsiteY66" fmla="*/ 1231966 h 2323145"/>
              <a:gd name="connsiteX67" fmla="*/ 7554146 w 11269336"/>
              <a:gd name="connsiteY67" fmla="*/ 1319748 h 2323145"/>
              <a:gd name="connsiteX68" fmla="*/ 7515052 w 11269336"/>
              <a:gd name="connsiteY68" fmla="*/ 1336718 h 2323145"/>
              <a:gd name="connsiteX69" fmla="*/ 7507193 w 11269336"/>
              <a:gd name="connsiteY69" fmla="*/ 1334617 h 2323145"/>
              <a:gd name="connsiteX70" fmla="*/ 7461694 w 11269336"/>
              <a:gd name="connsiteY70" fmla="*/ 1375866 h 2323145"/>
              <a:gd name="connsiteX71" fmla="*/ 7377571 w 11269336"/>
              <a:gd name="connsiteY71" fmla="*/ 1400128 h 2323145"/>
              <a:gd name="connsiteX72" fmla="*/ 7311261 w 11269336"/>
              <a:gd name="connsiteY72" fmla="*/ 1412652 h 2323145"/>
              <a:gd name="connsiteX73" fmla="*/ 7275307 w 11269336"/>
              <a:gd name="connsiteY73" fmla="*/ 1422171 h 2323145"/>
              <a:gd name="connsiteX74" fmla="*/ 7247783 w 11269336"/>
              <a:gd name="connsiteY74" fmla="*/ 1426330 h 2323145"/>
              <a:gd name="connsiteX75" fmla="*/ 7185047 w 11269336"/>
              <a:gd name="connsiteY75" fmla="*/ 1451812 h 2323145"/>
              <a:gd name="connsiteX76" fmla="*/ 7084117 w 11269336"/>
              <a:gd name="connsiteY76" fmla="*/ 1500281 h 2323145"/>
              <a:gd name="connsiteX77" fmla="*/ 7062011 w 11269336"/>
              <a:gd name="connsiteY77" fmla="*/ 1509183 h 2323145"/>
              <a:gd name="connsiteX78" fmla="*/ 7040555 w 11269336"/>
              <a:gd name="connsiteY78" fmla="*/ 1511207 h 2323145"/>
              <a:gd name="connsiteX79" fmla="*/ 7033438 w 11269336"/>
              <a:gd name="connsiteY79" fmla="*/ 1506772 h 2323145"/>
              <a:gd name="connsiteX80" fmla="*/ 7020886 w 11269336"/>
              <a:gd name="connsiteY80" fmla="*/ 1510764 h 2323145"/>
              <a:gd name="connsiteX81" fmla="*/ 7017033 w 11269336"/>
              <a:gd name="connsiteY81" fmla="*/ 1510650 h 2323145"/>
              <a:gd name="connsiteX82" fmla="*/ 6995460 w 11269336"/>
              <a:gd name="connsiteY82" fmla="*/ 1511173 h 2323145"/>
              <a:gd name="connsiteX83" fmla="*/ 6962144 w 11269336"/>
              <a:gd name="connsiteY83" fmla="*/ 1541508 h 2323145"/>
              <a:gd name="connsiteX84" fmla="*/ 6910674 w 11269336"/>
              <a:gd name="connsiteY84" fmla="*/ 1554793 h 2323145"/>
              <a:gd name="connsiteX85" fmla="*/ 6732152 w 11269336"/>
              <a:gd name="connsiteY85" fmla="*/ 1642538 h 2323145"/>
              <a:gd name="connsiteX86" fmla="*/ 6694106 w 11269336"/>
              <a:gd name="connsiteY86" fmla="*/ 1632377 h 2323145"/>
              <a:gd name="connsiteX87" fmla="*/ 6617223 w 11269336"/>
              <a:gd name="connsiteY87" fmla="*/ 1659889 h 2323145"/>
              <a:gd name="connsiteX88" fmla="*/ 6521138 w 11269336"/>
              <a:gd name="connsiteY88" fmla="*/ 1744340 h 2323145"/>
              <a:gd name="connsiteX89" fmla="*/ 6380677 w 11269336"/>
              <a:gd name="connsiteY89" fmla="*/ 1796883 h 2323145"/>
              <a:gd name="connsiteX90" fmla="*/ 6374897 w 11269336"/>
              <a:gd name="connsiteY90" fmla="*/ 1809910 h 2323145"/>
              <a:gd name="connsiteX91" fmla="*/ 6364545 w 11269336"/>
              <a:gd name="connsiteY91" fmla="*/ 1820090 h 2323145"/>
              <a:gd name="connsiteX92" fmla="*/ 6362126 w 11269336"/>
              <a:gd name="connsiteY92" fmla="*/ 1819991 h 2323145"/>
              <a:gd name="connsiteX93" fmla="*/ 6346673 w 11269336"/>
              <a:gd name="connsiteY93" fmla="*/ 1827824 h 2323145"/>
              <a:gd name="connsiteX94" fmla="*/ 6345588 w 11269336"/>
              <a:gd name="connsiteY94" fmla="*/ 1832232 h 2323145"/>
              <a:gd name="connsiteX95" fmla="*/ 6335708 w 11269336"/>
              <a:gd name="connsiteY95" fmla="*/ 1838451 h 2323145"/>
              <a:gd name="connsiteX96" fmla="*/ 6318182 w 11269336"/>
              <a:gd name="connsiteY96" fmla="*/ 1852975 h 2323145"/>
              <a:gd name="connsiteX97" fmla="*/ 6313084 w 11269336"/>
              <a:gd name="connsiteY97" fmla="*/ 1853561 h 2323145"/>
              <a:gd name="connsiteX98" fmla="*/ 6283816 w 11269336"/>
              <a:gd name="connsiteY98" fmla="*/ 1872148 h 2323145"/>
              <a:gd name="connsiteX99" fmla="*/ 6282550 w 11269336"/>
              <a:gd name="connsiteY99" fmla="*/ 1871392 h 2323145"/>
              <a:gd name="connsiteX100" fmla="*/ 6270527 w 11269336"/>
              <a:gd name="connsiteY100" fmla="*/ 1872208 h 2323145"/>
              <a:gd name="connsiteX101" fmla="*/ 6249518 w 11269336"/>
              <a:gd name="connsiteY101" fmla="*/ 1876079 h 2323145"/>
              <a:gd name="connsiteX102" fmla="*/ 6190386 w 11269336"/>
              <a:gd name="connsiteY102" fmla="*/ 1872478 h 2323145"/>
              <a:gd name="connsiteX103" fmla="*/ 6159777 w 11269336"/>
              <a:gd name="connsiteY103" fmla="*/ 1891745 h 2323145"/>
              <a:gd name="connsiteX104" fmla="*/ 6153131 w 11269336"/>
              <a:gd name="connsiteY104" fmla="*/ 1895079 h 2323145"/>
              <a:gd name="connsiteX105" fmla="*/ 6152798 w 11269336"/>
              <a:gd name="connsiteY105" fmla="*/ 1894920 h 2323145"/>
              <a:gd name="connsiteX106" fmla="*/ 6145388 w 11269336"/>
              <a:gd name="connsiteY106" fmla="*/ 1897990 h 2323145"/>
              <a:gd name="connsiteX107" fmla="*/ 6141014 w 11269336"/>
              <a:gd name="connsiteY107" fmla="*/ 1901155 h 2323145"/>
              <a:gd name="connsiteX108" fmla="*/ 6128122 w 11269336"/>
              <a:gd name="connsiteY108" fmla="*/ 1907623 h 2323145"/>
              <a:gd name="connsiteX109" fmla="*/ 6122351 w 11269336"/>
              <a:gd name="connsiteY109" fmla="*/ 1908359 h 2323145"/>
              <a:gd name="connsiteX110" fmla="*/ 6064750 w 11269336"/>
              <a:gd name="connsiteY110" fmla="*/ 1896394 h 2323145"/>
              <a:gd name="connsiteX111" fmla="*/ 5964230 w 11269336"/>
              <a:gd name="connsiteY111" fmla="*/ 1910038 h 2323145"/>
              <a:gd name="connsiteX112" fmla="*/ 5865399 w 11269336"/>
              <a:gd name="connsiteY112" fmla="*/ 1926966 h 2323145"/>
              <a:gd name="connsiteX113" fmla="*/ 5829951 w 11269336"/>
              <a:gd name="connsiteY113" fmla="*/ 1934755 h 2323145"/>
              <a:gd name="connsiteX114" fmla="*/ 5765285 w 11269336"/>
              <a:gd name="connsiteY114" fmla="*/ 1941322 h 2323145"/>
              <a:gd name="connsiteX115" fmla="*/ 5734750 w 11269336"/>
              <a:gd name="connsiteY115" fmla="*/ 1939793 h 2323145"/>
              <a:gd name="connsiteX116" fmla="*/ 5733569 w 11269336"/>
              <a:gd name="connsiteY116" fmla="*/ 1940505 h 2323145"/>
              <a:gd name="connsiteX117" fmla="*/ 5730329 w 11269336"/>
              <a:gd name="connsiteY117" fmla="*/ 1937845 h 2323145"/>
              <a:gd name="connsiteX118" fmla="*/ 5724661 w 11269336"/>
              <a:gd name="connsiteY118" fmla="*/ 1937455 h 2323145"/>
              <a:gd name="connsiteX119" fmla="*/ 5710186 w 11269336"/>
              <a:gd name="connsiteY119" fmla="*/ 1941370 h 2323145"/>
              <a:gd name="connsiteX120" fmla="*/ 5704910 w 11269336"/>
              <a:gd name="connsiteY120" fmla="*/ 1943663 h 2323145"/>
              <a:gd name="connsiteX121" fmla="*/ 5696836 w 11269336"/>
              <a:gd name="connsiteY121" fmla="*/ 1945271 h 2323145"/>
              <a:gd name="connsiteX122" fmla="*/ 5696583 w 11269336"/>
              <a:gd name="connsiteY122" fmla="*/ 1945050 h 2323145"/>
              <a:gd name="connsiteX123" fmla="*/ 5689123 w 11269336"/>
              <a:gd name="connsiteY123" fmla="*/ 1947067 h 2323145"/>
              <a:gd name="connsiteX124" fmla="*/ 5653291 w 11269336"/>
              <a:gd name="connsiteY124" fmla="*/ 1960245 h 2323145"/>
              <a:gd name="connsiteX125" fmla="*/ 5599385 w 11269336"/>
              <a:gd name="connsiteY125" fmla="*/ 1945198 h 2323145"/>
              <a:gd name="connsiteX126" fmla="*/ 5578300 w 11269336"/>
              <a:gd name="connsiteY126" fmla="*/ 1944963 h 2323145"/>
              <a:gd name="connsiteX127" fmla="*/ 5566758 w 11269336"/>
              <a:gd name="connsiteY127" fmla="*/ 1943441 h 2323145"/>
              <a:gd name="connsiteX128" fmla="*/ 5565857 w 11269336"/>
              <a:gd name="connsiteY128" fmla="*/ 1942445 h 2323145"/>
              <a:gd name="connsiteX129" fmla="*/ 5531534 w 11269336"/>
              <a:gd name="connsiteY129" fmla="*/ 1955208 h 2323145"/>
              <a:gd name="connsiteX130" fmla="*/ 5526552 w 11269336"/>
              <a:gd name="connsiteY130" fmla="*/ 1954799 h 2323145"/>
              <a:gd name="connsiteX131" fmla="*/ 5504723 w 11269336"/>
              <a:gd name="connsiteY131" fmla="*/ 1965811 h 2323145"/>
              <a:gd name="connsiteX132" fmla="*/ 5493156 w 11269336"/>
              <a:gd name="connsiteY132" fmla="*/ 1970063 h 2323145"/>
              <a:gd name="connsiteX133" fmla="*/ 5490486 w 11269336"/>
              <a:gd name="connsiteY133" fmla="*/ 1974227 h 2323145"/>
              <a:gd name="connsiteX134" fmla="*/ 5473107 w 11269336"/>
              <a:gd name="connsiteY134" fmla="*/ 1979001 h 2323145"/>
              <a:gd name="connsiteX135" fmla="*/ 5470885 w 11269336"/>
              <a:gd name="connsiteY135" fmla="*/ 1978432 h 2323145"/>
              <a:gd name="connsiteX136" fmla="*/ 5457393 w 11269336"/>
              <a:gd name="connsiteY136" fmla="*/ 1986525 h 2323145"/>
              <a:gd name="connsiteX137" fmla="*/ 5447102 w 11269336"/>
              <a:gd name="connsiteY137" fmla="*/ 1998329 h 2323145"/>
              <a:gd name="connsiteX138" fmla="*/ 5159151 w 11269336"/>
              <a:gd name="connsiteY138" fmla="*/ 2029640 h 2323145"/>
              <a:gd name="connsiteX139" fmla="*/ 5041688 w 11269336"/>
              <a:gd name="connsiteY139" fmla="*/ 2022334 h 2323145"/>
              <a:gd name="connsiteX140" fmla="*/ 4860988 w 11269336"/>
              <a:gd name="connsiteY140" fmla="*/ 2135698 h 2323145"/>
              <a:gd name="connsiteX141" fmla="*/ 4807902 w 11269336"/>
              <a:gd name="connsiteY141" fmla="*/ 2138894 h 2323145"/>
              <a:gd name="connsiteX142" fmla="*/ 4765388 w 11269336"/>
              <a:gd name="connsiteY142" fmla="*/ 2162525 h 2323145"/>
              <a:gd name="connsiteX143" fmla="*/ 4745033 w 11269336"/>
              <a:gd name="connsiteY143" fmla="*/ 2158859 h 2323145"/>
              <a:gd name="connsiteX144" fmla="*/ 4741475 w 11269336"/>
              <a:gd name="connsiteY144" fmla="*/ 2157998 h 2323145"/>
              <a:gd name="connsiteX145" fmla="*/ 4728247 w 11269336"/>
              <a:gd name="connsiteY145" fmla="*/ 2159526 h 2323145"/>
              <a:gd name="connsiteX146" fmla="*/ 4723263 w 11269336"/>
              <a:gd name="connsiteY146" fmla="*/ 2153742 h 2323145"/>
              <a:gd name="connsiteX147" fmla="*/ 4702453 w 11269336"/>
              <a:gd name="connsiteY147" fmla="*/ 2151586 h 2323145"/>
              <a:gd name="connsiteX148" fmla="*/ 4678455 w 11269336"/>
              <a:gd name="connsiteY148" fmla="*/ 2156131 h 2323145"/>
              <a:gd name="connsiteX149" fmla="*/ 4593061 w 11269336"/>
              <a:gd name="connsiteY149" fmla="*/ 2171597 h 2323145"/>
              <a:gd name="connsiteX150" fmla="*/ 4579902 w 11269336"/>
              <a:gd name="connsiteY150" fmla="*/ 2177927 h 2323145"/>
              <a:gd name="connsiteX151" fmla="*/ 4533444 w 11269336"/>
              <a:gd name="connsiteY151" fmla="*/ 2181200 h 2323145"/>
              <a:gd name="connsiteX152" fmla="*/ 4492832 w 11269336"/>
              <a:gd name="connsiteY152" fmla="*/ 2188033 h 2323145"/>
              <a:gd name="connsiteX153" fmla="*/ 4467257 w 11269336"/>
              <a:gd name="connsiteY153" fmla="*/ 2196121 h 2323145"/>
              <a:gd name="connsiteX154" fmla="*/ 4459937 w 11269336"/>
              <a:gd name="connsiteY154" fmla="*/ 2195182 h 2323145"/>
              <a:gd name="connsiteX155" fmla="*/ 4433312 w 11269336"/>
              <a:gd name="connsiteY155" fmla="*/ 2199004 h 2323145"/>
              <a:gd name="connsiteX156" fmla="*/ 4420601 w 11269336"/>
              <a:gd name="connsiteY156" fmla="*/ 2205158 h 2323145"/>
              <a:gd name="connsiteX157" fmla="*/ 4405765 w 11269336"/>
              <a:gd name="connsiteY157" fmla="*/ 2199902 h 2323145"/>
              <a:gd name="connsiteX158" fmla="*/ 4401354 w 11269336"/>
              <a:gd name="connsiteY158" fmla="*/ 2194745 h 2323145"/>
              <a:gd name="connsiteX159" fmla="*/ 4383151 w 11269336"/>
              <a:gd name="connsiteY159" fmla="*/ 2201140 h 2323145"/>
              <a:gd name="connsiteX160" fmla="*/ 4366646 w 11269336"/>
              <a:gd name="connsiteY160" fmla="*/ 2198564 h 2323145"/>
              <a:gd name="connsiteX161" fmla="*/ 4354009 w 11269336"/>
              <a:gd name="connsiteY161" fmla="*/ 2204984 h 2323145"/>
              <a:gd name="connsiteX162" fmla="*/ 4348284 w 11269336"/>
              <a:gd name="connsiteY162" fmla="*/ 2205270 h 2323145"/>
              <a:gd name="connsiteX163" fmla="*/ 4333906 w 11269336"/>
              <a:gd name="connsiteY163" fmla="*/ 2205251 h 2323145"/>
              <a:gd name="connsiteX164" fmla="*/ 4308819 w 11269336"/>
              <a:gd name="connsiteY164" fmla="*/ 2203822 h 2323145"/>
              <a:gd name="connsiteX165" fmla="*/ 4301210 w 11269336"/>
              <a:gd name="connsiteY165" fmla="*/ 2204456 h 2323145"/>
              <a:gd name="connsiteX166" fmla="*/ 4283095 w 11269336"/>
              <a:gd name="connsiteY166" fmla="*/ 2198177 h 2323145"/>
              <a:gd name="connsiteX167" fmla="*/ 4250119 w 11269336"/>
              <a:gd name="connsiteY167" fmla="*/ 2196342 h 2323145"/>
              <a:gd name="connsiteX168" fmla="*/ 4189203 w 11269336"/>
              <a:gd name="connsiteY168" fmla="*/ 2178994 h 2323145"/>
              <a:gd name="connsiteX169" fmla="*/ 4154035 w 11269336"/>
              <a:gd name="connsiteY169" fmla="*/ 2171950 h 2323145"/>
              <a:gd name="connsiteX170" fmla="*/ 4129569 w 11269336"/>
              <a:gd name="connsiteY170" fmla="*/ 2163850 h 2323145"/>
              <a:gd name="connsiteX171" fmla="*/ 4061250 w 11269336"/>
              <a:gd name="connsiteY171" fmla="*/ 2159236 h 2323145"/>
              <a:gd name="connsiteX172" fmla="*/ 3945480 w 11269336"/>
              <a:gd name="connsiteY172" fmla="*/ 2158279 h 2323145"/>
              <a:gd name="connsiteX173" fmla="*/ 3921468 w 11269336"/>
              <a:gd name="connsiteY173" fmla="*/ 2156588 h 2323145"/>
              <a:gd name="connsiteX174" fmla="*/ 3903348 w 11269336"/>
              <a:gd name="connsiteY174" fmla="*/ 2149220 h 2323145"/>
              <a:gd name="connsiteX175" fmla="*/ 3901342 w 11269336"/>
              <a:gd name="connsiteY175" fmla="*/ 2142355 h 2323145"/>
              <a:gd name="connsiteX176" fmla="*/ 3888539 w 11269336"/>
              <a:gd name="connsiteY176" fmla="*/ 2140476 h 2323145"/>
              <a:gd name="connsiteX177" fmla="*/ 3885662 w 11269336"/>
              <a:gd name="connsiteY177" fmla="*/ 2138740 h 2323145"/>
              <a:gd name="connsiteX178" fmla="*/ 3868627 w 11269336"/>
              <a:gd name="connsiteY178" fmla="*/ 2130023 h 2323145"/>
              <a:gd name="connsiteX179" fmla="*/ 3819177 w 11269336"/>
              <a:gd name="connsiteY179" fmla="*/ 2142111 h 2323145"/>
              <a:gd name="connsiteX180" fmla="*/ 3769100 w 11269336"/>
              <a:gd name="connsiteY180" fmla="*/ 2131731 h 2323145"/>
              <a:gd name="connsiteX181" fmla="*/ 3562752 w 11269336"/>
              <a:gd name="connsiteY181" fmla="*/ 2131785 h 2323145"/>
              <a:gd name="connsiteX182" fmla="*/ 3541402 w 11269336"/>
              <a:gd name="connsiteY182" fmla="*/ 2106821 h 2323145"/>
              <a:gd name="connsiteX183" fmla="*/ 3365341 w 11269336"/>
              <a:gd name="connsiteY183" fmla="*/ 2077638 h 2323145"/>
              <a:gd name="connsiteX184" fmla="*/ 3170922 w 11269336"/>
              <a:gd name="connsiteY184" fmla="*/ 2115957 h 2323145"/>
              <a:gd name="connsiteX185" fmla="*/ 3156256 w 11269336"/>
              <a:gd name="connsiteY185" fmla="*/ 2124773 h 2323145"/>
              <a:gd name="connsiteX186" fmla="*/ 3140298 w 11269336"/>
              <a:gd name="connsiteY186" fmla="*/ 2129182 h 2323145"/>
              <a:gd name="connsiteX187" fmla="*/ 3138514 w 11269336"/>
              <a:gd name="connsiteY187" fmla="*/ 2128069 h 2323145"/>
              <a:gd name="connsiteX188" fmla="*/ 3120467 w 11269336"/>
              <a:gd name="connsiteY188" fmla="*/ 2128281 h 2323145"/>
              <a:gd name="connsiteX189" fmla="*/ 3116175 w 11269336"/>
              <a:gd name="connsiteY189" fmla="*/ 2131633 h 2323145"/>
              <a:gd name="connsiteX190" fmla="*/ 3103685 w 11269336"/>
              <a:gd name="connsiteY190" fmla="*/ 2132814 h 2323145"/>
              <a:gd name="connsiteX191" fmla="*/ 3078794 w 11269336"/>
              <a:gd name="connsiteY191" fmla="*/ 2137935 h 2323145"/>
              <a:gd name="connsiteX192" fmla="*/ 3074407 w 11269336"/>
              <a:gd name="connsiteY192" fmla="*/ 2136274 h 2323145"/>
              <a:gd name="connsiteX193" fmla="*/ 3037285 w 11269336"/>
              <a:gd name="connsiteY193" fmla="*/ 2139919 h 2323145"/>
              <a:gd name="connsiteX194" fmla="*/ 3036901 w 11269336"/>
              <a:gd name="connsiteY194" fmla="*/ 2138726 h 2323145"/>
              <a:gd name="connsiteX195" fmla="*/ 3026996 w 11269336"/>
              <a:gd name="connsiteY195" fmla="*/ 2134322 h 2323145"/>
              <a:gd name="connsiteX196" fmla="*/ 3007772 w 11269336"/>
              <a:gd name="connsiteY196" fmla="*/ 2128742 h 2323145"/>
              <a:gd name="connsiteX197" fmla="*/ 2965030 w 11269336"/>
              <a:gd name="connsiteY197" fmla="*/ 2100494 h 2323145"/>
              <a:gd name="connsiteX198" fmla="*/ 2926342 w 11269336"/>
              <a:gd name="connsiteY198" fmla="*/ 2104155 h 2323145"/>
              <a:gd name="connsiteX199" fmla="*/ 2918608 w 11269336"/>
              <a:gd name="connsiteY199" fmla="*/ 2104215 h 2323145"/>
              <a:gd name="connsiteX200" fmla="*/ 2918475 w 11269336"/>
              <a:gd name="connsiteY200" fmla="*/ 2103937 h 2323145"/>
              <a:gd name="connsiteX201" fmla="*/ 2910360 w 11269336"/>
              <a:gd name="connsiteY201" fmla="*/ 2103444 h 2323145"/>
              <a:gd name="connsiteX202" fmla="*/ 2904507 w 11269336"/>
              <a:gd name="connsiteY202" fmla="*/ 2104326 h 2323145"/>
              <a:gd name="connsiteX203" fmla="*/ 2889503 w 11269336"/>
              <a:gd name="connsiteY203" fmla="*/ 2104443 h 2323145"/>
              <a:gd name="connsiteX204" fmla="*/ 2884480 w 11269336"/>
              <a:gd name="connsiteY204" fmla="*/ 2102626 h 2323145"/>
              <a:gd name="connsiteX205" fmla="*/ 2882689 w 11269336"/>
              <a:gd name="connsiteY205" fmla="*/ 2099228 h 2323145"/>
              <a:gd name="connsiteX206" fmla="*/ 2881291 w 11269336"/>
              <a:gd name="connsiteY206" fmla="*/ 2099618 h 2323145"/>
              <a:gd name="connsiteX207" fmla="*/ 2853979 w 11269336"/>
              <a:gd name="connsiteY207" fmla="*/ 2090388 h 2323145"/>
              <a:gd name="connsiteX208" fmla="*/ 2791790 w 11269336"/>
              <a:gd name="connsiteY208" fmla="*/ 2080332 h 2323145"/>
              <a:gd name="connsiteX209" fmla="*/ 2755844 w 11269336"/>
              <a:gd name="connsiteY209" fmla="*/ 2078874 h 2323145"/>
              <a:gd name="connsiteX210" fmla="*/ 2657742 w 11269336"/>
              <a:gd name="connsiteY210" fmla="*/ 2070179 h 2323145"/>
              <a:gd name="connsiteX211" fmla="*/ 2559549 w 11269336"/>
              <a:gd name="connsiteY211" fmla="*/ 2057873 h 2323145"/>
              <a:gd name="connsiteX212" fmla="*/ 2512054 w 11269336"/>
              <a:gd name="connsiteY212" fmla="*/ 2031671 h 2323145"/>
              <a:gd name="connsiteX213" fmla="*/ 2506437 w 11269336"/>
              <a:gd name="connsiteY213" fmla="*/ 2030918 h 2323145"/>
              <a:gd name="connsiteX214" fmla="*/ 2491752 w 11269336"/>
              <a:gd name="connsiteY214" fmla="*/ 2033906 h 2323145"/>
              <a:gd name="connsiteX215" fmla="*/ 2486338 w 11269336"/>
              <a:gd name="connsiteY215" fmla="*/ 2035862 h 2323145"/>
              <a:gd name="connsiteX216" fmla="*/ 2478186 w 11269336"/>
              <a:gd name="connsiteY216" fmla="*/ 2036953 h 2323145"/>
              <a:gd name="connsiteX217" fmla="*/ 2477950 w 11269336"/>
              <a:gd name="connsiteY217" fmla="*/ 2036715 h 2323145"/>
              <a:gd name="connsiteX218" fmla="*/ 2470381 w 11269336"/>
              <a:gd name="connsiteY218" fmla="*/ 2038256 h 2323145"/>
              <a:gd name="connsiteX219" fmla="*/ 2433781 w 11269336"/>
              <a:gd name="connsiteY219" fmla="*/ 2049140 h 2323145"/>
              <a:gd name="connsiteX220" fmla="*/ 2381172 w 11269336"/>
              <a:gd name="connsiteY220" fmla="*/ 2030645 h 2323145"/>
              <a:gd name="connsiteX221" fmla="*/ 2360198 w 11269336"/>
              <a:gd name="connsiteY221" fmla="*/ 2029059 h 2323145"/>
              <a:gd name="connsiteX222" fmla="*/ 2348815 w 11269336"/>
              <a:gd name="connsiteY222" fmla="*/ 2026798 h 2323145"/>
              <a:gd name="connsiteX223" fmla="*/ 2347988 w 11269336"/>
              <a:gd name="connsiteY223" fmla="*/ 2025745 h 2323145"/>
              <a:gd name="connsiteX224" fmla="*/ 2312920 w 11269336"/>
              <a:gd name="connsiteY224" fmla="*/ 2036311 h 2323145"/>
              <a:gd name="connsiteX225" fmla="*/ 2307986 w 11269336"/>
              <a:gd name="connsiteY225" fmla="*/ 2035583 h 2323145"/>
              <a:gd name="connsiteX226" fmla="*/ 2285481 w 11269336"/>
              <a:gd name="connsiteY226" fmla="*/ 2045197 h 2323145"/>
              <a:gd name="connsiteX227" fmla="*/ 2273666 w 11269336"/>
              <a:gd name="connsiteY227" fmla="*/ 2048710 h 2323145"/>
              <a:gd name="connsiteX228" fmla="*/ 2270719 w 11269336"/>
              <a:gd name="connsiteY228" fmla="*/ 2052702 h 2323145"/>
              <a:gd name="connsiteX229" fmla="*/ 2253080 w 11269336"/>
              <a:gd name="connsiteY229" fmla="*/ 2056363 h 2323145"/>
              <a:gd name="connsiteX230" fmla="*/ 2250906 w 11269336"/>
              <a:gd name="connsiteY230" fmla="*/ 2055654 h 2323145"/>
              <a:gd name="connsiteX231" fmla="*/ 2236905 w 11269336"/>
              <a:gd name="connsiteY231" fmla="*/ 2062882 h 2323145"/>
              <a:gd name="connsiteX232" fmla="*/ 2225830 w 11269336"/>
              <a:gd name="connsiteY232" fmla="*/ 2074027 h 2323145"/>
              <a:gd name="connsiteX233" fmla="*/ 2073776 w 11269336"/>
              <a:gd name="connsiteY233" fmla="*/ 2089244 h 2323145"/>
              <a:gd name="connsiteX234" fmla="*/ 1948256 w 11269336"/>
              <a:gd name="connsiteY234" fmla="*/ 2146616 h 2323145"/>
              <a:gd name="connsiteX235" fmla="*/ 1865582 w 11269336"/>
              <a:gd name="connsiteY235" fmla="*/ 2153738 h 2323145"/>
              <a:gd name="connsiteX236" fmla="*/ 1835210 w 11269336"/>
              <a:gd name="connsiteY236" fmla="*/ 2134244 h 2323145"/>
              <a:gd name="connsiteX237" fmla="*/ 1632661 w 11269336"/>
              <a:gd name="connsiteY237" fmla="*/ 2173882 h 2323145"/>
              <a:gd name="connsiteX238" fmla="*/ 1579590 w 11269336"/>
              <a:gd name="connsiteY238" fmla="*/ 2173680 h 2323145"/>
              <a:gd name="connsiteX239" fmla="*/ 1535601 w 11269336"/>
              <a:gd name="connsiteY239" fmla="*/ 2194590 h 2323145"/>
              <a:gd name="connsiteX240" fmla="*/ 1515594 w 11269336"/>
              <a:gd name="connsiteY240" fmla="*/ 2189622 h 2323145"/>
              <a:gd name="connsiteX241" fmla="*/ 1512113 w 11269336"/>
              <a:gd name="connsiteY241" fmla="*/ 2188534 h 2323145"/>
              <a:gd name="connsiteX242" fmla="*/ 1498838 w 11269336"/>
              <a:gd name="connsiteY242" fmla="*/ 2189213 h 2323145"/>
              <a:gd name="connsiteX243" fmla="*/ 1494279 w 11269336"/>
              <a:gd name="connsiteY243" fmla="*/ 2183112 h 2323145"/>
              <a:gd name="connsiteX244" fmla="*/ 1473714 w 11269336"/>
              <a:gd name="connsiteY244" fmla="*/ 2179625 h 2323145"/>
              <a:gd name="connsiteX245" fmla="*/ 1449503 w 11269336"/>
              <a:gd name="connsiteY245" fmla="*/ 2182633 h 2323145"/>
              <a:gd name="connsiteX246" fmla="*/ 1266687 w 11269336"/>
              <a:gd name="connsiteY246" fmla="*/ 2212688 h 2323145"/>
              <a:gd name="connsiteX247" fmla="*/ 1239614 w 11269336"/>
              <a:gd name="connsiteY247" fmla="*/ 2209727 h 2323145"/>
              <a:gd name="connsiteX248" fmla="*/ 1202436 w 11269336"/>
              <a:gd name="connsiteY248" fmla="*/ 2209817 h 2323145"/>
              <a:gd name="connsiteX249" fmla="*/ 1136097 w 11269336"/>
              <a:gd name="connsiteY249" fmla="*/ 2205112 h 2323145"/>
              <a:gd name="connsiteX250" fmla="*/ 988232 w 11269336"/>
              <a:gd name="connsiteY250" fmla="*/ 2235635 h 2323145"/>
              <a:gd name="connsiteX251" fmla="*/ 981959 w 11269336"/>
              <a:gd name="connsiteY251" fmla="*/ 2231607 h 2323145"/>
              <a:gd name="connsiteX252" fmla="*/ 938600 w 11269336"/>
              <a:gd name="connsiteY252" fmla="*/ 2238113 h 2323145"/>
              <a:gd name="connsiteX253" fmla="*/ 791788 w 11269336"/>
              <a:gd name="connsiteY253" fmla="*/ 2293224 h 2323145"/>
              <a:gd name="connsiteX254" fmla="*/ 706914 w 11269336"/>
              <a:gd name="connsiteY254" fmla="*/ 2305046 h 2323145"/>
              <a:gd name="connsiteX255" fmla="*/ 675971 w 11269336"/>
              <a:gd name="connsiteY255" fmla="*/ 2304030 h 2323145"/>
              <a:gd name="connsiteX256" fmla="*/ 624180 w 11269336"/>
              <a:gd name="connsiteY256" fmla="*/ 2302650 h 2323145"/>
              <a:gd name="connsiteX257" fmla="*/ 583453 w 11269336"/>
              <a:gd name="connsiteY257" fmla="*/ 2288788 h 2323145"/>
              <a:gd name="connsiteX258" fmla="*/ 540946 w 11269336"/>
              <a:gd name="connsiteY258" fmla="*/ 2292721 h 2323145"/>
              <a:gd name="connsiteX259" fmla="*/ 533680 w 11269336"/>
              <a:gd name="connsiteY259" fmla="*/ 2310233 h 2323145"/>
              <a:gd name="connsiteX260" fmla="*/ 487366 w 11269336"/>
              <a:gd name="connsiteY260" fmla="*/ 2309053 h 2323145"/>
              <a:gd name="connsiteX261" fmla="*/ 416820 w 11269336"/>
              <a:gd name="connsiteY261" fmla="*/ 2305443 h 2323145"/>
              <a:gd name="connsiteX262" fmla="*/ 376805 w 11269336"/>
              <a:gd name="connsiteY262" fmla="*/ 2307647 h 2323145"/>
              <a:gd name="connsiteX263" fmla="*/ 266777 w 11269336"/>
              <a:gd name="connsiteY263" fmla="*/ 2309012 h 2323145"/>
              <a:gd name="connsiteX264" fmla="*/ 156013 w 11269336"/>
              <a:gd name="connsiteY264" fmla="*/ 2306832 h 2323145"/>
              <a:gd name="connsiteX265" fmla="*/ 87258 w 11269336"/>
              <a:gd name="connsiteY265" fmla="*/ 2285511 h 2323145"/>
              <a:gd name="connsiteX266" fmla="*/ 23798 w 11269336"/>
              <a:gd name="connsiteY266" fmla="*/ 2281822 h 2323145"/>
              <a:gd name="connsiteX267" fmla="*/ 0 w 11269336"/>
              <a:gd name="connsiteY267" fmla="*/ 2285369 h 2323145"/>
              <a:gd name="connsiteX268" fmla="*/ 0 w 11269336"/>
              <a:gd name="connsiteY268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795998 w 11269336"/>
              <a:gd name="connsiteY32" fmla="*/ 863337 h 2323145"/>
              <a:gd name="connsiteX33" fmla="*/ 8776970 w 11269336"/>
              <a:gd name="connsiteY33" fmla="*/ 885177 h 2323145"/>
              <a:gd name="connsiteX34" fmla="*/ 8755719 w 11269336"/>
              <a:gd name="connsiteY34" fmla="*/ 889754 h 2323145"/>
              <a:gd name="connsiteX35" fmla="*/ 8743257 w 11269336"/>
              <a:gd name="connsiteY35" fmla="*/ 904723 h 2323145"/>
              <a:gd name="connsiteX36" fmla="*/ 8721366 w 11269336"/>
              <a:gd name="connsiteY36" fmla="*/ 904711 h 2323145"/>
              <a:gd name="connsiteX37" fmla="*/ 8678353 w 11269336"/>
              <a:gd name="connsiteY37" fmla="*/ 926318 h 2323145"/>
              <a:gd name="connsiteX38" fmla="*/ 8636849 w 11269336"/>
              <a:gd name="connsiteY38" fmla="*/ 937900 h 2323145"/>
              <a:gd name="connsiteX39" fmla="*/ 8620213 w 11269336"/>
              <a:gd name="connsiteY39" fmla="*/ 943068 h 2323145"/>
              <a:gd name="connsiteX40" fmla="*/ 8612581 w 11269336"/>
              <a:gd name="connsiteY40" fmla="*/ 952695 h 2323145"/>
              <a:gd name="connsiteX41" fmla="*/ 8589038 w 11269336"/>
              <a:gd name="connsiteY41" fmla="*/ 963892 h 2323145"/>
              <a:gd name="connsiteX42" fmla="*/ 8579950 w 11269336"/>
              <a:gd name="connsiteY42" fmla="*/ 960899 h 2323145"/>
              <a:gd name="connsiteX43" fmla="*/ 8579319 w 11269336"/>
              <a:gd name="connsiteY43" fmla="*/ 965630 h 2323145"/>
              <a:gd name="connsiteX44" fmla="*/ 8547429 w 11269336"/>
              <a:gd name="connsiteY44" fmla="*/ 984506 h 2323145"/>
              <a:gd name="connsiteX45" fmla="*/ 8478704 w 11269336"/>
              <a:gd name="connsiteY45" fmla="*/ 1025490 h 2323145"/>
              <a:gd name="connsiteX46" fmla="*/ 8461421 w 11269336"/>
              <a:gd name="connsiteY46" fmla="*/ 1035512 h 2323145"/>
              <a:gd name="connsiteX47" fmla="*/ 8445003 w 11269336"/>
              <a:gd name="connsiteY47" fmla="*/ 1036851 h 2323145"/>
              <a:gd name="connsiteX48" fmla="*/ 8357350 w 11269336"/>
              <a:gd name="connsiteY48" fmla="*/ 1060213 h 2323145"/>
              <a:gd name="connsiteX49" fmla="*/ 8335565 w 11269336"/>
              <a:gd name="connsiteY49" fmla="*/ 1061151 h 2323145"/>
              <a:gd name="connsiteX50" fmla="*/ 8325267 w 11269336"/>
              <a:gd name="connsiteY50" fmla="*/ 1055919 h 2323145"/>
              <a:gd name="connsiteX51" fmla="*/ 8293586 w 11269336"/>
              <a:gd name="connsiteY51" fmla="*/ 1076144 h 2323145"/>
              <a:gd name="connsiteX52" fmla="*/ 8242405 w 11269336"/>
              <a:gd name="connsiteY52" fmla="*/ 1095960 h 2323145"/>
              <a:gd name="connsiteX53" fmla="*/ 8197391 w 11269336"/>
              <a:gd name="connsiteY53" fmla="*/ 1107746 h 2323145"/>
              <a:gd name="connsiteX54" fmla="*/ 8081474 w 11269336"/>
              <a:gd name="connsiteY54" fmla="*/ 1130125 h 2323145"/>
              <a:gd name="connsiteX55" fmla="*/ 8053585 w 11269336"/>
              <a:gd name="connsiteY55" fmla="*/ 1129169 h 2323145"/>
              <a:gd name="connsiteX56" fmla="*/ 8038422 w 11269336"/>
              <a:gd name="connsiteY56" fmla="*/ 1119092 h 2323145"/>
              <a:gd name="connsiteX57" fmla="*/ 8029450 w 11269336"/>
              <a:gd name="connsiteY57" fmla="*/ 1125592 h 2323145"/>
              <a:gd name="connsiteX58" fmla="*/ 7959552 w 11269336"/>
              <a:gd name="connsiteY58" fmla="*/ 1140188 h 2323145"/>
              <a:gd name="connsiteX59" fmla="*/ 7914188 w 11269336"/>
              <a:gd name="connsiteY59" fmla="*/ 1150862 h 2323145"/>
              <a:gd name="connsiteX60" fmla="*/ 7914918 w 11269336"/>
              <a:gd name="connsiteY60" fmla="*/ 1168758 h 2323145"/>
              <a:gd name="connsiteX61" fmla="*/ 7875510 w 11269336"/>
              <a:gd name="connsiteY61" fmla="*/ 1183153 h 2323145"/>
              <a:gd name="connsiteX62" fmla="*/ 7829932 w 11269336"/>
              <a:gd name="connsiteY62" fmla="*/ 1180782 h 2323145"/>
              <a:gd name="connsiteX63" fmla="*/ 7779182 w 11269336"/>
              <a:gd name="connsiteY63" fmla="*/ 1192665 h 2323145"/>
              <a:gd name="connsiteX64" fmla="*/ 7748774 w 11269336"/>
              <a:gd name="connsiteY64" fmla="*/ 1199586 h 2323145"/>
              <a:gd name="connsiteX65" fmla="*/ 7671846 w 11269336"/>
              <a:gd name="connsiteY65" fmla="*/ 1231966 h 2323145"/>
              <a:gd name="connsiteX66" fmla="*/ 7554146 w 11269336"/>
              <a:gd name="connsiteY66" fmla="*/ 1319748 h 2323145"/>
              <a:gd name="connsiteX67" fmla="*/ 7515052 w 11269336"/>
              <a:gd name="connsiteY67" fmla="*/ 1336718 h 2323145"/>
              <a:gd name="connsiteX68" fmla="*/ 7507193 w 11269336"/>
              <a:gd name="connsiteY68" fmla="*/ 1334617 h 2323145"/>
              <a:gd name="connsiteX69" fmla="*/ 7461694 w 11269336"/>
              <a:gd name="connsiteY69" fmla="*/ 1375866 h 2323145"/>
              <a:gd name="connsiteX70" fmla="*/ 7377571 w 11269336"/>
              <a:gd name="connsiteY70" fmla="*/ 1400128 h 2323145"/>
              <a:gd name="connsiteX71" fmla="*/ 7311261 w 11269336"/>
              <a:gd name="connsiteY71" fmla="*/ 1412652 h 2323145"/>
              <a:gd name="connsiteX72" fmla="*/ 7275307 w 11269336"/>
              <a:gd name="connsiteY72" fmla="*/ 1422171 h 2323145"/>
              <a:gd name="connsiteX73" fmla="*/ 7247783 w 11269336"/>
              <a:gd name="connsiteY73" fmla="*/ 1426330 h 2323145"/>
              <a:gd name="connsiteX74" fmla="*/ 7185047 w 11269336"/>
              <a:gd name="connsiteY74" fmla="*/ 1451812 h 2323145"/>
              <a:gd name="connsiteX75" fmla="*/ 7084117 w 11269336"/>
              <a:gd name="connsiteY75" fmla="*/ 1500281 h 2323145"/>
              <a:gd name="connsiteX76" fmla="*/ 7062011 w 11269336"/>
              <a:gd name="connsiteY76" fmla="*/ 1509183 h 2323145"/>
              <a:gd name="connsiteX77" fmla="*/ 7040555 w 11269336"/>
              <a:gd name="connsiteY77" fmla="*/ 1511207 h 2323145"/>
              <a:gd name="connsiteX78" fmla="*/ 7033438 w 11269336"/>
              <a:gd name="connsiteY78" fmla="*/ 1506772 h 2323145"/>
              <a:gd name="connsiteX79" fmla="*/ 7020886 w 11269336"/>
              <a:gd name="connsiteY79" fmla="*/ 1510764 h 2323145"/>
              <a:gd name="connsiteX80" fmla="*/ 7017033 w 11269336"/>
              <a:gd name="connsiteY80" fmla="*/ 1510650 h 2323145"/>
              <a:gd name="connsiteX81" fmla="*/ 6995460 w 11269336"/>
              <a:gd name="connsiteY81" fmla="*/ 1511173 h 2323145"/>
              <a:gd name="connsiteX82" fmla="*/ 6962144 w 11269336"/>
              <a:gd name="connsiteY82" fmla="*/ 1541508 h 2323145"/>
              <a:gd name="connsiteX83" fmla="*/ 6910674 w 11269336"/>
              <a:gd name="connsiteY83" fmla="*/ 1554793 h 2323145"/>
              <a:gd name="connsiteX84" fmla="*/ 6732152 w 11269336"/>
              <a:gd name="connsiteY84" fmla="*/ 1642538 h 2323145"/>
              <a:gd name="connsiteX85" fmla="*/ 6694106 w 11269336"/>
              <a:gd name="connsiteY85" fmla="*/ 1632377 h 2323145"/>
              <a:gd name="connsiteX86" fmla="*/ 6617223 w 11269336"/>
              <a:gd name="connsiteY86" fmla="*/ 1659889 h 2323145"/>
              <a:gd name="connsiteX87" fmla="*/ 6521138 w 11269336"/>
              <a:gd name="connsiteY87" fmla="*/ 1744340 h 2323145"/>
              <a:gd name="connsiteX88" fmla="*/ 6380677 w 11269336"/>
              <a:gd name="connsiteY88" fmla="*/ 1796883 h 2323145"/>
              <a:gd name="connsiteX89" fmla="*/ 6374897 w 11269336"/>
              <a:gd name="connsiteY89" fmla="*/ 1809910 h 2323145"/>
              <a:gd name="connsiteX90" fmla="*/ 6364545 w 11269336"/>
              <a:gd name="connsiteY90" fmla="*/ 1820090 h 2323145"/>
              <a:gd name="connsiteX91" fmla="*/ 6362126 w 11269336"/>
              <a:gd name="connsiteY91" fmla="*/ 1819991 h 2323145"/>
              <a:gd name="connsiteX92" fmla="*/ 6346673 w 11269336"/>
              <a:gd name="connsiteY92" fmla="*/ 1827824 h 2323145"/>
              <a:gd name="connsiteX93" fmla="*/ 6345588 w 11269336"/>
              <a:gd name="connsiteY93" fmla="*/ 1832232 h 2323145"/>
              <a:gd name="connsiteX94" fmla="*/ 6335708 w 11269336"/>
              <a:gd name="connsiteY94" fmla="*/ 1838451 h 2323145"/>
              <a:gd name="connsiteX95" fmla="*/ 6318182 w 11269336"/>
              <a:gd name="connsiteY95" fmla="*/ 1852975 h 2323145"/>
              <a:gd name="connsiteX96" fmla="*/ 6313084 w 11269336"/>
              <a:gd name="connsiteY96" fmla="*/ 1853561 h 2323145"/>
              <a:gd name="connsiteX97" fmla="*/ 6283816 w 11269336"/>
              <a:gd name="connsiteY97" fmla="*/ 1872148 h 2323145"/>
              <a:gd name="connsiteX98" fmla="*/ 6282550 w 11269336"/>
              <a:gd name="connsiteY98" fmla="*/ 1871392 h 2323145"/>
              <a:gd name="connsiteX99" fmla="*/ 6270527 w 11269336"/>
              <a:gd name="connsiteY99" fmla="*/ 1872208 h 2323145"/>
              <a:gd name="connsiteX100" fmla="*/ 6249518 w 11269336"/>
              <a:gd name="connsiteY100" fmla="*/ 1876079 h 2323145"/>
              <a:gd name="connsiteX101" fmla="*/ 6190386 w 11269336"/>
              <a:gd name="connsiteY101" fmla="*/ 1872478 h 2323145"/>
              <a:gd name="connsiteX102" fmla="*/ 6159777 w 11269336"/>
              <a:gd name="connsiteY102" fmla="*/ 1891745 h 2323145"/>
              <a:gd name="connsiteX103" fmla="*/ 6153131 w 11269336"/>
              <a:gd name="connsiteY103" fmla="*/ 1895079 h 2323145"/>
              <a:gd name="connsiteX104" fmla="*/ 6152798 w 11269336"/>
              <a:gd name="connsiteY104" fmla="*/ 1894920 h 2323145"/>
              <a:gd name="connsiteX105" fmla="*/ 6145388 w 11269336"/>
              <a:gd name="connsiteY105" fmla="*/ 1897990 h 2323145"/>
              <a:gd name="connsiteX106" fmla="*/ 6141014 w 11269336"/>
              <a:gd name="connsiteY106" fmla="*/ 1901155 h 2323145"/>
              <a:gd name="connsiteX107" fmla="*/ 6128122 w 11269336"/>
              <a:gd name="connsiteY107" fmla="*/ 1907623 h 2323145"/>
              <a:gd name="connsiteX108" fmla="*/ 6122351 w 11269336"/>
              <a:gd name="connsiteY108" fmla="*/ 1908359 h 2323145"/>
              <a:gd name="connsiteX109" fmla="*/ 6064750 w 11269336"/>
              <a:gd name="connsiteY109" fmla="*/ 1896394 h 2323145"/>
              <a:gd name="connsiteX110" fmla="*/ 5964230 w 11269336"/>
              <a:gd name="connsiteY110" fmla="*/ 1910038 h 2323145"/>
              <a:gd name="connsiteX111" fmla="*/ 5865399 w 11269336"/>
              <a:gd name="connsiteY111" fmla="*/ 1926966 h 2323145"/>
              <a:gd name="connsiteX112" fmla="*/ 5829951 w 11269336"/>
              <a:gd name="connsiteY112" fmla="*/ 1934755 h 2323145"/>
              <a:gd name="connsiteX113" fmla="*/ 5765285 w 11269336"/>
              <a:gd name="connsiteY113" fmla="*/ 1941322 h 2323145"/>
              <a:gd name="connsiteX114" fmla="*/ 5734750 w 11269336"/>
              <a:gd name="connsiteY114" fmla="*/ 1939793 h 2323145"/>
              <a:gd name="connsiteX115" fmla="*/ 5733569 w 11269336"/>
              <a:gd name="connsiteY115" fmla="*/ 1940505 h 2323145"/>
              <a:gd name="connsiteX116" fmla="*/ 5730329 w 11269336"/>
              <a:gd name="connsiteY116" fmla="*/ 1937845 h 2323145"/>
              <a:gd name="connsiteX117" fmla="*/ 5724661 w 11269336"/>
              <a:gd name="connsiteY117" fmla="*/ 1937455 h 2323145"/>
              <a:gd name="connsiteX118" fmla="*/ 5710186 w 11269336"/>
              <a:gd name="connsiteY118" fmla="*/ 1941370 h 2323145"/>
              <a:gd name="connsiteX119" fmla="*/ 5704910 w 11269336"/>
              <a:gd name="connsiteY119" fmla="*/ 1943663 h 2323145"/>
              <a:gd name="connsiteX120" fmla="*/ 5696836 w 11269336"/>
              <a:gd name="connsiteY120" fmla="*/ 1945271 h 2323145"/>
              <a:gd name="connsiteX121" fmla="*/ 5696583 w 11269336"/>
              <a:gd name="connsiteY121" fmla="*/ 1945050 h 2323145"/>
              <a:gd name="connsiteX122" fmla="*/ 5689123 w 11269336"/>
              <a:gd name="connsiteY122" fmla="*/ 1947067 h 2323145"/>
              <a:gd name="connsiteX123" fmla="*/ 5653291 w 11269336"/>
              <a:gd name="connsiteY123" fmla="*/ 1960245 h 2323145"/>
              <a:gd name="connsiteX124" fmla="*/ 5599385 w 11269336"/>
              <a:gd name="connsiteY124" fmla="*/ 1945198 h 2323145"/>
              <a:gd name="connsiteX125" fmla="*/ 5578300 w 11269336"/>
              <a:gd name="connsiteY125" fmla="*/ 1944963 h 2323145"/>
              <a:gd name="connsiteX126" fmla="*/ 5566758 w 11269336"/>
              <a:gd name="connsiteY126" fmla="*/ 1943441 h 2323145"/>
              <a:gd name="connsiteX127" fmla="*/ 5565857 w 11269336"/>
              <a:gd name="connsiteY127" fmla="*/ 1942445 h 2323145"/>
              <a:gd name="connsiteX128" fmla="*/ 5531534 w 11269336"/>
              <a:gd name="connsiteY128" fmla="*/ 1955208 h 2323145"/>
              <a:gd name="connsiteX129" fmla="*/ 5526552 w 11269336"/>
              <a:gd name="connsiteY129" fmla="*/ 1954799 h 2323145"/>
              <a:gd name="connsiteX130" fmla="*/ 5504723 w 11269336"/>
              <a:gd name="connsiteY130" fmla="*/ 1965811 h 2323145"/>
              <a:gd name="connsiteX131" fmla="*/ 5493156 w 11269336"/>
              <a:gd name="connsiteY131" fmla="*/ 1970063 h 2323145"/>
              <a:gd name="connsiteX132" fmla="*/ 5490486 w 11269336"/>
              <a:gd name="connsiteY132" fmla="*/ 1974227 h 2323145"/>
              <a:gd name="connsiteX133" fmla="*/ 5473107 w 11269336"/>
              <a:gd name="connsiteY133" fmla="*/ 1979001 h 2323145"/>
              <a:gd name="connsiteX134" fmla="*/ 5470885 w 11269336"/>
              <a:gd name="connsiteY134" fmla="*/ 1978432 h 2323145"/>
              <a:gd name="connsiteX135" fmla="*/ 5457393 w 11269336"/>
              <a:gd name="connsiteY135" fmla="*/ 1986525 h 2323145"/>
              <a:gd name="connsiteX136" fmla="*/ 5447102 w 11269336"/>
              <a:gd name="connsiteY136" fmla="*/ 1998329 h 2323145"/>
              <a:gd name="connsiteX137" fmla="*/ 5159151 w 11269336"/>
              <a:gd name="connsiteY137" fmla="*/ 2029640 h 2323145"/>
              <a:gd name="connsiteX138" fmla="*/ 5041688 w 11269336"/>
              <a:gd name="connsiteY138" fmla="*/ 2022334 h 2323145"/>
              <a:gd name="connsiteX139" fmla="*/ 4860988 w 11269336"/>
              <a:gd name="connsiteY139" fmla="*/ 2135698 h 2323145"/>
              <a:gd name="connsiteX140" fmla="*/ 4807902 w 11269336"/>
              <a:gd name="connsiteY140" fmla="*/ 2138894 h 2323145"/>
              <a:gd name="connsiteX141" fmla="*/ 4765388 w 11269336"/>
              <a:gd name="connsiteY141" fmla="*/ 2162525 h 2323145"/>
              <a:gd name="connsiteX142" fmla="*/ 4745033 w 11269336"/>
              <a:gd name="connsiteY142" fmla="*/ 2158859 h 2323145"/>
              <a:gd name="connsiteX143" fmla="*/ 4741475 w 11269336"/>
              <a:gd name="connsiteY143" fmla="*/ 2157998 h 2323145"/>
              <a:gd name="connsiteX144" fmla="*/ 4728247 w 11269336"/>
              <a:gd name="connsiteY144" fmla="*/ 2159526 h 2323145"/>
              <a:gd name="connsiteX145" fmla="*/ 4723263 w 11269336"/>
              <a:gd name="connsiteY145" fmla="*/ 2153742 h 2323145"/>
              <a:gd name="connsiteX146" fmla="*/ 4702453 w 11269336"/>
              <a:gd name="connsiteY146" fmla="*/ 2151586 h 2323145"/>
              <a:gd name="connsiteX147" fmla="*/ 4678455 w 11269336"/>
              <a:gd name="connsiteY147" fmla="*/ 2156131 h 2323145"/>
              <a:gd name="connsiteX148" fmla="*/ 4593061 w 11269336"/>
              <a:gd name="connsiteY148" fmla="*/ 2171597 h 2323145"/>
              <a:gd name="connsiteX149" fmla="*/ 4579902 w 11269336"/>
              <a:gd name="connsiteY149" fmla="*/ 2177927 h 2323145"/>
              <a:gd name="connsiteX150" fmla="*/ 4533444 w 11269336"/>
              <a:gd name="connsiteY150" fmla="*/ 2181200 h 2323145"/>
              <a:gd name="connsiteX151" fmla="*/ 4492832 w 11269336"/>
              <a:gd name="connsiteY151" fmla="*/ 2188033 h 2323145"/>
              <a:gd name="connsiteX152" fmla="*/ 4467257 w 11269336"/>
              <a:gd name="connsiteY152" fmla="*/ 2196121 h 2323145"/>
              <a:gd name="connsiteX153" fmla="*/ 4459937 w 11269336"/>
              <a:gd name="connsiteY153" fmla="*/ 2195182 h 2323145"/>
              <a:gd name="connsiteX154" fmla="*/ 4433312 w 11269336"/>
              <a:gd name="connsiteY154" fmla="*/ 2199004 h 2323145"/>
              <a:gd name="connsiteX155" fmla="*/ 4420601 w 11269336"/>
              <a:gd name="connsiteY155" fmla="*/ 2205158 h 2323145"/>
              <a:gd name="connsiteX156" fmla="*/ 4405765 w 11269336"/>
              <a:gd name="connsiteY156" fmla="*/ 2199902 h 2323145"/>
              <a:gd name="connsiteX157" fmla="*/ 4401354 w 11269336"/>
              <a:gd name="connsiteY157" fmla="*/ 2194745 h 2323145"/>
              <a:gd name="connsiteX158" fmla="*/ 4383151 w 11269336"/>
              <a:gd name="connsiteY158" fmla="*/ 2201140 h 2323145"/>
              <a:gd name="connsiteX159" fmla="*/ 4366646 w 11269336"/>
              <a:gd name="connsiteY159" fmla="*/ 2198564 h 2323145"/>
              <a:gd name="connsiteX160" fmla="*/ 4354009 w 11269336"/>
              <a:gd name="connsiteY160" fmla="*/ 2204984 h 2323145"/>
              <a:gd name="connsiteX161" fmla="*/ 4348284 w 11269336"/>
              <a:gd name="connsiteY161" fmla="*/ 2205270 h 2323145"/>
              <a:gd name="connsiteX162" fmla="*/ 4333906 w 11269336"/>
              <a:gd name="connsiteY162" fmla="*/ 2205251 h 2323145"/>
              <a:gd name="connsiteX163" fmla="*/ 4308819 w 11269336"/>
              <a:gd name="connsiteY163" fmla="*/ 2203822 h 2323145"/>
              <a:gd name="connsiteX164" fmla="*/ 4301210 w 11269336"/>
              <a:gd name="connsiteY164" fmla="*/ 2204456 h 2323145"/>
              <a:gd name="connsiteX165" fmla="*/ 4283095 w 11269336"/>
              <a:gd name="connsiteY165" fmla="*/ 2198177 h 2323145"/>
              <a:gd name="connsiteX166" fmla="*/ 4250119 w 11269336"/>
              <a:gd name="connsiteY166" fmla="*/ 2196342 h 2323145"/>
              <a:gd name="connsiteX167" fmla="*/ 4189203 w 11269336"/>
              <a:gd name="connsiteY167" fmla="*/ 2178994 h 2323145"/>
              <a:gd name="connsiteX168" fmla="*/ 4154035 w 11269336"/>
              <a:gd name="connsiteY168" fmla="*/ 2171950 h 2323145"/>
              <a:gd name="connsiteX169" fmla="*/ 4129569 w 11269336"/>
              <a:gd name="connsiteY169" fmla="*/ 2163850 h 2323145"/>
              <a:gd name="connsiteX170" fmla="*/ 4061250 w 11269336"/>
              <a:gd name="connsiteY170" fmla="*/ 2159236 h 2323145"/>
              <a:gd name="connsiteX171" fmla="*/ 3945480 w 11269336"/>
              <a:gd name="connsiteY171" fmla="*/ 2158279 h 2323145"/>
              <a:gd name="connsiteX172" fmla="*/ 3921468 w 11269336"/>
              <a:gd name="connsiteY172" fmla="*/ 2156588 h 2323145"/>
              <a:gd name="connsiteX173" fmla="*/ 3903348 w 11269336"/>
              <a:gd name="connsiteY173" fmla="*/ 2149220 h 2323145"/>
              <a:gd name="connsiteX174" fmla="*/ 3901342 w 11269336"/>
              <a:gd name="connsiteY174" fmla="*/ 2142355 h 2323145"/>
              <a:gd name="connsiteX175" fmla="*/ 3888539 w 11269336"/>
              <a:gd name="connsiteY175" fmla="*/ 2140476 h 2323145"/>
              <a:gd name="connsiteX176" fmla="*/ 3885662 w 11269336"/>
              <a:gd name="connsiteY176" fmla="*/ 2138740 h 2323145"/>
              <a:gd name="connsiteX177" fmla="*/ 3868627 w 11269336"/>
              <a:gd name="connsiteY177" fmla="*/ 2130023 h 2323145"/>
              <a:gd name="connsiteX178" fmla="*/ 3819177 w 11269336"/>
              <a:gd name="connsiteY178" fmla="*/ 2142111 h 2323145"/>
              <a:gd name="connsiteX179" fmla="*/ 3769100 w 11269336"/>
              <a:gd name="connsiteY179" fmla="*/ 2131731 h 2323145"/>
              <a:gd name="connsiteX180" fmla="*/ 3562752 w 11269336"/>
              <a:gd name="connsiteY180" fmla="*/ 2131785 h 2323145"/>
              <a:gd name="connsiteX181" fmla="*/ 3541402 w 11269336"/>
              <a:gd name="connsiteY181" fmla="*/ 2106821 h 2323145"/>
              <a:gd name="connsiteX182" fmla="*/ 3365341 w 11269336"/>
              <a:gd name="connsiteY182" fmla="*/ 2077638 h 2323145"/>
              <a:gd name="connsiteX183" fmla="*/ 3170922 w 11269336"/>
              <a:gd name="connsiteY183" fmla="*/ 2115957 h 2323145"/>
              <a:gd name="connsiteX184" fmla="*/ 3156256 w 11269336"/>
              <a:gd name="connsiteY184" fmla="*/ 2124773 h 2323145"/>
              <a:gd name="connsiteX185" fmla="*/ 3140298 w 11269336"/>
              <a:gd name="connsiteY185" fmla="*/ 2129182 h 2323145"/>
              <a:gd name="connsiteX186" fmla="*/ 3138514 w 11269336"/>
              <a:gd name="connsiteY186" fmla="*/ 2128069 h 2323145"/>
              <a:gd name="connsiteX187" fmla="*/ 3120467 w 11269336"/>
              <a:gd name="connsiteY187" fmla="*/ 2128281 h 2323145"/>
              <a:gd name="connsiteX188" fmla="*/ 3116175 w 11269336"/>
              <a:gd name="connsiteY188" fmla="*/ 2131633 h 2323145"/>
              <a:gd name="connsiteX189" fmla="*/ 3103685 w 11269336"/>
              <a:gd name="connsiteY189" fmla="*/ 2132814 h 2323145"/>
              <a:gd name="connsiteX190" fmla="*/ 3078794 w 11269336"/>
              <a:gd name="connsiteY190" fmla="*/ 2137935 h 2323145"/>
              <a:gd name="connsiteX191" fmla="*/ 3074407 w 11269336"/>
              <a:gd name="connsiteY191" fmla="*/ 2136274 h 2323145"/>
              <a:gd name="connsiteX192" fmla="*/ 3037285 w 11269336"/>
              <a:gd name="connsiteY192" fmla="*/ 2139919 h 2323145"/>
              <a:gd name="connsiteX193" fmla="*/ 3036901 w 11269336"/>
              <a:gd name="connsiteY193" fmla="*/ 2138726 h 2323145"/>
              <a:gd name="connsiteX194" fmla="*/ 3026996 w 11269336"/>
              <a:gd name="connsiteY194" fmla="*/ 2134322 h 2323145"/>
              <a:gd name="connsiteX195" fmla="*/ 3007772 w 11269336"/>
              <a:gd name="connsiteY195" fmla="*/ 2128742 h 2323145"/>
              <a:gd name="connsiteX196" fmla="*/ 2965030 w 11269336"/>
              <a:gd name="connsiteY196" fmla="*/ 2100494 h 2323145"/>
              <a:gd name="connsiteX197" fmla="*/ 2926342 w 11269336"/>
              <a:gd name="connsiteY197" fmla="*/ 2104155 h 2323145"/>
              <a:gd name="connsiteX198" fmla="*/ 2918608 w 11269336"/>
              <a:gd name="connsiteY198" fmla="*/ 2104215 h 2323145"/>
              <a:gd name="connsiteX199" fmla="*/ 2918475 w 11269336"/>
              <a:gd name="connsiteY199" fmla="*/ 2103937 h 2323145"/>
              <a:gd name="connsiteX200" fmla="*/ 2910360 w 11269336"/>
              <a:gd name="connsiteY200" fmla="*/ 2103444 h 2323145"/>
              <a:gd name="connsiteX201" fmla="*/ 2904507 w 11269336"/>
              <a:gd name="connsiteY201" fmla="*/ 2104326 h 2323145"/>
              <a:gd name="connsiteX202" fmla="*/ 2889503 w 11269336"/>
              <a:gd name="connsiteY202" fmla="*/ 2104443 h 2323145"/>
              <a:gd name="connsiteX203" fmla="*/ 2884480 w 11269336"/>
              <a:gd name="connsiteY203" fmla="*/ 2102626 h 2323145"/>
              <a:gd name="connsiteX204" fmla="*/ 2882689 w 11269336"/>
              <a:gd name="connsiteY204" fmla="*/ 2099228 h 2323145"/>
              <a:gd name="connsiteX205" fmla="*/ 2881291 w 11269336"/>
              <a:gd name="connsiteY205" fmla="*/ 2099618 h 2323145"/>
              <a:gd name="connsiteX206" fmla="*/ 2853979 w 11269336"/>
              <a:gd name="connsiteY206" fmla="*/ 2090388 h 2323145"/>
              <a:gd name="connsiteX207" fmla="*/ 2791790 w 11269336"/>
              <a:gd name="connsiteY207" fmla="*/ 2080332 h 2323145"/>
              <a:gd name="connsiteX208" fmla="*/ 2755844 w 11269336"/>
              <a:gd name="connsiteY208" fmla="*/ 2078874 h 2323145"/>
              <a:gd name="connsiteX209" fmla="*/ 2657742 w 11269336"/>
              <a:gd name="connsiteY209" fmla="*/ 2070179 h 2323145"/>
              <a:gd name="connsiteX210" fmla="*/ 2559549 w 11269336"/>
              <a:gd name="connsiteY210" fmla="*/ 2057873 h 2323145"/>
              <a:gd name="connsiteX211" fmla="*/ 2512054 w 11269336"/>
              <a:gd name="connsiteY211" fmla="*/ 2031671 h 2323145"/>
              <a:gd name="connsiteX212" fmla="*/ 2506437 w 11269336"/>
              <a:gd name="connsiteY212" fmla="*/ 2030918 h 2323145"/>
              <a:gd name="connsiteX213" fmla="*/ 2491752 w 11269336"/>
              <a:gd name="connsiteY213" fmla="*/ 2033906 h 2323145"/>
              <a:gd name="connsiteX214" fmla="*/ 2486338 w 11269336"/>
              <a:gd name="connsiteY214" fmla="*/ 2035862 h 2323145"/>
              <a:gd name="connsiteX215" fmla="*/ 2478186 w 11269336"/>
              <a:gd name="connsiteY215" fmla="*/ 2036953 h 2323145"/>
              <a:gd name="connsiteX216" fmla="*/ 2477950 w 11269336"/>
              <a:gd name="connsiteY216" fmla="*/ 2036715 h 2323145"/>
              <a:gd name="connsiteX217" fmla="*/ 2470381 w 11269336"/>
              <a:gd name="connsiteY217" fmla="*/ 2038256 h 2323145"/>
              <a:gd name="connsiteX218" fmla="*/ 2433781 w 11269336"/>
              <a:gd name="connsiteY218" fmla="*/ 2049140 h 2323145"/>
              <a:gd name="connsiteX219" fmla="*/ 2381172 w 11269336"/>
              <a:gd name="connsiteY219" fmla="*/ 2030645 h 2323145"/>
              <a:gd name="connsiteX220" fmla="*/ 2360198 w 11269336"/>
              <a:gd name="connsiteY220" fmla="*/ 2029059 h 2323145"/>
              <a:gd name="connsiteX221" fmla="*/ 2348815 w 11269336"/>
              <a:gd name="connsiteY221" fmla="*/ 2026798 h 2323145"/>
              <a:gd name="connsiteX222" fmla="*/ 2347988 w 11269336"/>
              <a:gd name="connsiteY222" fmla="*/ 2025745 h 2323145"/>
              <a:gd name="connsiteX223" fmla="*/ 2312920 w 11269336"/>
              <a:gd name="connsiteY223" fmla="*/ 2036311 h 2323145"/>
              <a:gd name="connsiteX224" fmla="*/ 2307986 w 11269336"/>
              <a:gd name="connsiteY224" fmla="*/ 2035583 h 2323145"/>
              <a:gd name="connsiteX225" fmla="*/ 2285481 w 11269336"/>
              <a:gd name="connsiteY225" fmla="*/ 2045197 h 2323145"/>
              <a:gd name="connsiteX226" fmla="*/ 2273666 w 11269336"/>
              <a:gd name="connsiteY226" fmla="*/ 2048710 h 2323145"/>
              <a:gd name="connsiteX227" fmla="*/ 2270719 w 11269336"/>
              <a:gd name="connsiteY227" fmla="*/ 2052702 h 2323145"/>
              <a:gd name="connsiteX228" fmla="*/ 2253080 w 11269336"/>
              <a:gd name="connsiteY228" fmla="*/ 2056363 h 2323145"/>
              <a:gd name="connsiteX229" fmla="*/ 2250906 w 11269336"/>
              <a:gd name="connsiteY229" fmla="*/ 2055654 h 2323145"/>
              <a:gd name="connsiteX230" fmla="*/ 2236905 w 11269336"/>
              <a:gd name="connsiteY230" fmla="*/ 2062882 h 2323145"/>
              <a:gd name="connsiteX231" fmla="*/ 2225830 w 11269336"/>
              <a:gd name="connsiteY231" fmla="*/ 2074027 h 2323145"/>
              <a:gd name="connsiteX232" fmla="*/ 2073776 w 11269336"/>
              <a:gd name="connsiteY232" fmla="*/ 2089244 h 2323145"/>
              <a:gd name="connsiteX233" fmla="*/ 1948256 w 11269336"/>
              <a:gd name="connsiteY233" fmla="*/ 2146616 h 2323145"/>
              <a:gd name="connsiteX234" fmla="*/ 1865582 w 11269336"/>
              <a:gd name="connsiteY234" fmla="*/ 2153738 h 2323145"/>
              <a:gd name="connsiteX235" fmla="*/ 1835210 w 11269336"/>
              <a:gd name="connsiteY235" fmla="*/ 2134244 h 2323145"/>
              <a:gd name="connsiteX236" fmla="*/ 1632661 w 11269336"/>
              <a:gd name="connsiteY236" fmla="*/ 2173882 h 2323145"/>
              <a:gd name="connsiteX237" fmla="*/ 1579590 w 11269336"/>
              <a:gd name="connsiteY237" fmla="*/ 2173680 h 2323145"/>
              <a:gd name="connsiteX238" fmla="*/ 1535601 w 11269336"/>
              <a:gd name="connsiteY238" fmla="*/ 2194590 h 2323145"/>
              <a:gd name="connsiteX239" fmla="*/ 1515594 w 11269336"/>
              <a:gd name="connsiteY239" fmla="*/ 2189622 h 2323145"/>
              <a:gd name="connsiteX240" fmla="*/ 1512113 w 11269336"/>
              <a:gd name="connsiteY240" fmla="*/ 2188534 h 2323145"/>
              <a:gd name="connsiteX241" fmla="*/ 1498838 w 11269336"/>
              <a:gd name="connsiteY241" fmla="*/ 2189213 h 2323145"/>
              <a:gd name="connsiteX242" fmla="*/ 1494279 w 11269336"/>
              <a:gd name="connsiteY242" fmla="*/ 2183112 h 2323145"/>
              <a:gd name="connsiteX243" fmla="*/ 1473714 w 11269336"/>
              <a:gd name="connsiteY243" fmla="*/ 2179625 h 2323145"/>
              <a:gd name="connsiteX244" fmla="*/ 1449503 w 11269336"/>
              <a:gd name="connsiteY244" fmla="*/ 2182633 h 2323145"/>
              <a:gd name="connsiteX245" fmla="*/ 1266687 w 11269336"/>
              <a:gd name="connsiteY245" fmla="*/ 2212688 h 2323145"/>
              <a:gd name="connsiteX246" fmla="*/ 1239614 w 11269336"/>
              <a:gd name="connsiteY246" fmla="*/ 2209727 h 2323145"/>
              <a:gd name="connsiteX247" fmla="*/ 1202436 w 11269336"/>
              <a:gd name="connsiteY247" fmla="*/ 2209817 h 2323145"/>
              <a:gd name="connsiteX248" fmla="*/ 1136097 w 11269336"/>
              <a:gd name="connsiteY248" fmla="*/ 2205112 h 2323145"/>
              <a:gd name="connsiteX249" fmla="*/ 988232 w 11269336"/>
              <a:gd name="connsiteY249" fmla="*/ 2235635 h 2323145"/>
              <a:gd name="connsiteX250" fmla="*/ 981959 w 11269336"/>
              <a:gd name="connsiteY250" fmla="*/ 2231607 h 2323145"/>
              <a:gd name="connsiteX251" fmla="*/ 938600 w 11269336"/>
              <a:gd name="connsiteY251" fmla="*/ 2238113 h 2323145"/>
              <a:gd name="connsiteX252" fmla="*/ 791788 w 11269336"/>
              <a:gd name="connsiteY252" fmla="*/ 2293224 h 2323145"/>
              <a:gd name="connsiteX253" fmla="*/ 706914 w 11269336"/>
              <a:gd name="connsiteY253" fmla="*/ 2305046 h 2323145"/>
              <a:gd name="connsiteX254" fmla="*/ 675971 w 11269336"/>
              <a:gd name="connsiteY254" fmla="*/ 2304030 h 2323145"/>
              <a:gd name="connsiteX255" fmla="*/ 624180 w 11269336"/>
              <a:gd name="connsiteY255" fmla="*/ 2302650 h 2323145"/>
              <a:gd name="connsiteX256" fmla="*/ 583453 w 11269336"/>
              <a:gd name="connsiteY256" fmla="*/ 2288788 h 2323145"/>
              <a:gd name="connsiteX257" fmla="*/ 540946 w 11269336"/>
              <a:gd name="connsiteY257" fmla="*/ 2292721 h 2323145"/>
              <a:gd name="connsiteX258" fmla="*/ 533680 w 11269336"/>
              <a:gd name="connsiteY258" fmla="*/ 2310233 h 2323145"/>
              <a:gd name="connsiteX259" fmla="*/ 487366 w 11269336"/>
              <a:gd name="connsiteY259" fmla="*/ 2309053 h 2323145"/>
              <a:gd name="connsiteX260" fmla="*/ 416820 w 11269336"/>
              <a:gd name="connsiteY260" fmla="*/ 2305443 h 2323145"/>
              <a:gd name="connsiteX261" fmla="*/ 376805 w 11269336"/>
              <a:gd name="connsiteY261" fmla="*/ 2307647 h 2323145"/>
              <a:gd name="connsiteX262" fmla="*/ 266777 w 11269336"/>
              <a:gd name="connsiteY262" fmla="*/ 2309012 h 2323145"/>
              <a:gd name="connsiteX263" fmla="*/ 156013 w 11269336"/>
              <a:gd name="connsiteY263" fmla="*/ 2306832 h 2323145"/>
              <a:gd name="connsiteX264" fmla="*/ 87258 w 11269336"/>
              <a:gd name="connsiteY264" fmla="*/ 2285511 h 2323145"/>
              <a:gd name="connsiteX265" fmla="*/ 23798 w 11269336"/>
              <a:gd name="connsiteY265" fmla="*/ 2281822 h 2323145"/>
              <a:gd name="connsiteX266" fmla="*/ 0 w 11269336"/>
              <a:gd name="connsiteY266" fmla="*/ 2285369 h 2323145"/>
              <a:gd name="connsiteX267" fmla="*/ 0 w 11269336"/>
              <a:gd name="connsiteY267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380600 w 11269336"/>
              <a:gd name="connsiteY19" fmla="*/ 549821 h 2323145"/>
              <a:gd name="connsiteX20" fmla="*/ 9139429 w 11269336"/>
              <a:gd name="connsiteY20" fmla="*/ 696446 h 2323145"/>
              <a:gd name="connsiteX21" fmla="*/ 9114263 w 11269336"/>
              <a:gd name="connsiteY21" fmla="*/ 709213 h 2323145"/>
              <a:gd name="connsiteX22" fmla="*/ 9028928 w 11269336"/>
              <a:gd name="connsiteY22" fmla="*/ 745350 h 2323145"/>
              <a:gd name="connsiteX23" fmla="*/ 8977138 w 11269336"/>
              <a:gd name="connsiteY23" fmla="*/ 774970 h 2323145"/>
              <a:gd name="connsiteX24" fmla="*/ 8947030 w 11269336"/>
              <a:gd name="connsiteY24" fmla="*/ 814934 h 2323145"/>
              <a:gd name="connsiteX25" fmla="*/ 8914746 w 11269336"/>
              <a:gd name="connsiteY25" fmla="*/ 826428 h 2323145"/>
              <a:gd name="connsiteX26" fmla="*/ 8917778 w 11269336"/>
              <a:gd name="connsiteY26" fmla="*/ 835198 h 2323145"/>
              <a:gd name="connsiteX27" fmla="*/ 8905560 w 11269336"/>
              <a:gd name="connsiteY27" fmla="*/ 838358 h 2323145"/>
              <a:gd name="connsiteX28" fmla="*/ 8897564 w 11269336"/>
              <a:gd name="connsiteY28" fmla="*/ 834287 h 2323145"/>
              <a:gd name="connsiteX29" fmla="*/ 8878040 w 11269336"/>
              <a:gd name="connsiteY29" fmla="*/ 844150 h 2323145"/>
              <a:gd name="connsiteX30" fmla="*/ 8882654 w 11269336"/>
              <a:gd name="connsiteY30" fmla="*/ 892768 h 2323145"/>
              <a:gd name="connsiteX31" fmla="*/ 8795998 w 11269336"/>
              <a:gd name="connsiteY31" fmla="*/ 863337 h 2323145"/>
              <a:gd name="connsiteX32" fmla="*/ 8776970 w 11269336"/>
              <a:gd name="connsiteY32" fmla="*/ 885177 h 2323145"/>
              <a:gd name="connsiteX33" fmla="*/ 8755719 w 11269336"/>
              <a:gd name="connsiteY33" fmla="*/ 889754 h 2323145"/>
              <a:gd name="connsiteX34" fmla="*/ 8743257 w 11269336"/>
              <a:gd name="connsiteY34" fmla="*/ 904723 h 2323145"/>
              <a:gd name="connsiteX35" fmla="*/ 8721366 w 11269336"/>
              <a:gd name="connsiteY35" fmla="*/ 904711 h 2323145"/>
              <a:gd name="connsiteX36" fmla="*/ 8678353 w 11269336"/>
              <a:gd name="connsiteY36" fmla="*/ 926318 h 2323145"/>
              <a:gd name="connsiteX37" fmla="*/ 8636849 w 11269336"/>
              <a:gd name="connsiteY37" fmla="*/ 937900 h 2323145"/>
              <a:gd name="connsiteX38" fmla="*/ 8620213 w 11269336"/>
              <a:gd name="connsiteY38" fmla="*/ 943068 h 2323145"/>
              <a:gd name="connsiteX39" fmla="*/ 8612581 w 11269336"/>
              <a:gd name="connsiteY39" fmla="*/ 952695 h 2323145"/>
              <a:gd name="connsiteX40" fmla="*/ 8589038 w 11269336"/>
              <a:gd name="connsiteY40" fmla="*/ 963892 h 2323145"/>
              <a:gd name="connsiteX41" fmla="*/ 8579950 w 11269336"/>
              <a:gd name="connsiteY41" fmla="*/ 960899 h 2323145"/>
              <a:gd name="connsiteX42" fmla="*/ 8579319 w 11269336"/>
              <a:gd name="connsiteY42" fmla="*/ 965630 h 2323145"/>
              <a:gd name="connsiteX43" fmla="*/ 8547429 w 11269336"/>
              <a:gd name="connsiteY43" fmla="*/ 984506 h 2323145"/>
              <a:gd name="connsiteX44" fmla="*/ 8478704 w 11269336"/>
              <a:gd name="connsiteY44" fmla="*/ 1025490 h 2323145"/>
              <a:gd name="connsiteX45" fmla="*/ 8461421 w 11269336"/>
              <a:gd name="connsiteY45" fmla="*/ 1035512 h 2323145"/>
              <a:gd name="connsiteX46" fmla="*/ 8445003 w 11269336"/>
              <a:gd name="connsiteY46" fmla="*/ 1036851 h 2323145"/>
              <a:gd name="connsiteX47" fmla="*/ 8357350 w 11269336"/>
              <a:gd name="connsiteY47" fmla="*/ 1060213 h 2323145"/>
              <a:gd name="connsiteX48" fmla="*/ 8335565 w 11269336"/>
              <a:gd name="connsiteY48" fmla="*/ 1061151 h 2323145"/>
              <a:gd name="connsiteX49" fmla="*/ 8325267 w 11269336"/>
              <a:gd name="connsiteY49" fmla="*/ 1055919 h 2323145"/>
              <a:gd name="connsiteX50" fmla="*/ 8293586 w 11269336"/>
              <a:gd name="connsiteY50" fmla="*/ 1076144 h 2323145"/>
              <a:gd name="connsiteX51" fmla="*/ 8242405 w 11269336"/>
              <a:gd name="connsiteY51" fmla="*/ 1095960 h 2323145"/>
              <a:gd name="connsiteX52" fmla="*/ 8197391 w 11269336"/>
              <a:gd name="connsiteY52" fmla="*/ 1107746 h 2323145"/>
              <a:gd name="connsiteX53" fmla="*/ 8081474 w 11269336"/>
              <a:gd name="connsiteY53" fmla="*/ 1130125 h 2323145"/>
              <a:gd name="connsiteX54" fmla="*/ 8053585 w 11269336"/>
              <a:gd name="connsiteY54" fmla="*/ 1129169 h 2323145"/>
              <a:gd name="connsiteX55" fmla="*/ 8038422 w 11269336"/>
              <a:gd name="connsiteY55" fmla="*/ 1119092 h 2323145"/>
              <a:gd name="connsiteX56" fmla="*/ 8029450 w 11269336"/>
              <a:gd name="connsiteY56" fmla="*/ 1125592 h 2323145"/>
              <a:gd name="connsiteX57" fmla="*/ 7959552 w 11269336"/>
              <a:gd name="connsiteY57" fmla="*/ 1140188 h 2323145"/>
              <a:gd name="connsiteX58" fmla="*/ 7914188 w 11269336"/>
              <a:gd name="connsiteY58" fmla="*/ 1150862 h 2323145"/>
              <a:gd name="connsiteX59" fmla="*/ 7914918 w 11269336"/>
              <a:gd name="connsiteY59" fmla="*/ 1168758 h 2323145"/>
              <a:gd name="connsiteX60" fmla="*/ 7875510 w 11269336"/>
              <a:gd name="connsiteY60" fmla="*/ 1183153 h 2323145"/>
              <a:gd name="connsiteX61" fmla="*/ 7829932 w 11269336"/>
              <a:gd name="connsiteY61" fmla="*/ 1180782 h 2323145"/>
              <a:gd name="connsiteX62" fmla="*/ 7779182 w 11269336"/>
              <a:gd name="connsiteY62" fmla="*/ 1192665 h 2323145"/>
              <a:gd name="connsiteX63" fmla="*/ 7748774 w 11269336"/>
              <a:gd name="connsiteY63" fmla="*/ 1199586 h 2323145"/>
              <a:gd name="connsiteX64" fmla="*/ 7671846 w 11269336"/>
              <a:gd name="connsiteY64" fmla="*/ 1231966 h 2323145"/>
              <a:gd name="connsiteX65" fmla="*/ 7554146 w 11269336"/>
              <a:gd name="connsiteY65" fmla="*/ 1319748 h 2323145"/>
              <a:gd name="connsiteX66" fmla="*/ 7515052 w 11269336"/>
              <a:gd name="connsiteY66" fmla="*/ 1336718 h 2323145"/>
              <a:gd name="connsiteX67" fmla="*/ 7507193 w 11269336"/>
              <a:gd name="connsiteY67" fmla="*/ 1334617 h 2323145"/>
              <a:gd name="connsiteX68" fmla="*/ 7461694 w 11269336"/>
              <a:gd name="connsiteY68" fmla="*/ 1375866 h 2323145"/>
              <a:gd name="connsiteX69" fmla="*/ 7377571 w 11269336"/>
              <a:gd name="connsiteY69" fmla="*/ 1400128 h 2323145"/>
              <a:gd name="connsiteX70" fmla="*/ 7311261 w 11269336"/>
              <a:gd name="connsiteY70" fmla="*/ 1412652 h 2323145"/>
              <a:gd name="connsiteX71" fmla="*/ 7275307 w 11269336"/>
              <a:gd name="connsiteY71" fmla="*/ 1422171 h 2323145"/>
              <a:gd name="connsiteX72" fmla="*/ 7247783 w 11269336"/>
              <a:gd name="connsiteY72" fmla="*/ 1426330 h 2323145"/>
              <a:gd name="connsiteX73" fmla="*/ 7185047 w 11269336"/>
              <a:gd name="connsiteY73" fmla="*/ 1451812 h 2323145"/>
              <a:gd name="connsiteX74" fmla="*/ 7084117 w 11269336"/>
              <a:gd name="connsiteY74" fmla="*/ 1500281 h 2323145"/>
              <a:gd name="connsiteX75" fmla="*/ 7062011 w 11269336"/>
              <a:gd name="connsiteY75" fmla="*/ 1509183 h 2323145"/>
              <a:gd name="connsiteX76" fmla="*/ 7040555 w 11269336"/>
              <a:gd name="connsiteY76" fmla="*/ 1511207 h 2323145"/>
              <a:gd name="connsiteX77" fmla="*/ 7033438 w 11269336"/>
              <a:gd name="connsiteY77" fmla="*/ 1506772 h 2323145"/>
              <a:gd name="connsiteX78" fmla="*/ 7020886 w 11269336"/>
              <a:gd name="connsiteY78" fmla="*/ 1510764 h 2323145"/>
              <a:gd name="connsiteX79" fmla="*/ 7017033 w 11269336"/>
              <a:gd name="connsiteY79" fmla="*/ 1510650 h 2323145"/>
              <a:gd name="connsiteX80" fmla="*/ 6995460 w 11269336"/>
              <a:gd name="connsiteY80" fmla="*/ 1511173 h 2323145"/>
              <a:gd name="connsiteX81" fmla="*/ 6962144 w 11269336"/>
              <a:gd name="connsiteY81" fmla="*/ 1541508 h 2323145"/>
              <a:gd name="connsiteX82" fmla="*/ 6910674 w 11269336"/>
              <a:gd name="connsiteY82" fmla="*/ 1554793 h 2323145"/>
              <a:gd name="connsiteX83" fmla="*/ 6732152 w 11269336"/>
              <a:gd name="connsiteY83" fmla="*/ 1642538 h 2323145"/>
              <a:gd name="connsiteX84" fmla="*/ 6694106 w 11269336"/>
              <a:gd name="connsiteY84" fmla="*/ 1632377 h 2323145"/>
              <a:gd name="connsiteX85" fmla="*/ 6617223 w 11269336"/>
              <a:gd name="connsiteY85" fmla="*/ 1659889 h 2323145"/>
              <a:gd name="connsiteX86" fmla="*/ 6521138 w 11269336"/>
              <a:gd name="connsiteY86" fmla="*/ 1744340 h 2323145"/>
              <a:gd name="connsiteX87" fmla="*/ 6380677 w 11269336"/>
              <a:gd name="connsiteY87" fmla="*/ 1796883 h 2323145"/>
              <a:gd name="connsiteX88" fmla="*/ 6374897 w 11269336"/>
              <a:gd name="connsiteY88" fmla="*/ 1809910 h 2323145"/>
              <a:gd name="connsiteX89" fmla="*/ 6364545 w 11269336"/>
              <a:gd name="connsiteY89" fmla="*/ 1820090 h 2323145"/>
              <a:gd name="connsiteX90" fmla="*/ 6362126 w 11269336"/>
              <a:gd name="connsiteY90" fmla="*/ 1819991 h 2323145"/>
              <a:gd name="connsiteX91" fmla="*/ 6346673 w 11269336"/>
              <a:gd name="connsiteY91" fmla="*/ 1827824 h 2323145"/>
              <a:gd name="connsiteX92" fmla="*/ 6345588 w 11269336"/>
              <a:gd name="connsiteY92" fmla="*/ 1832232 h 2323145"/>
              <a:gd name="connsiteX93" fmla="*/ 6335708 w 11269336"/>
              <a:gd name="connsiteY93" fmla="*/ 1838451 h 2323145"/>
              <a:gd name="connsiteX94" fmla="*/ 6318182 w 11269336"/>
              <a:gd name="connsiteY94" fmla="*/ 1852975 h 2323145"/>
              <a:gd name="connsiteX95" fmla="*/ 6313084 w 11269336"/>
              <a:gd name="connsiteY95" fmla="*/ 1853561 h 2323145"/>
              <a:gd name="connsiteX96" fmla="*/ 6283816 w 11269336"/>
              <a:gd name="connsiteY96" fmla="*/ 1872148 h 2323145"/>
              <a:gd name="connsiteX97" fmla="*/ 6282550 w 11269336"/>
              <a:gd name="connsiteY97" fmla="*/ 1871392 h 2323145"/>
              <a:gd name="connsiteX98" fmla="*/ 6270527 w 11269336"/>
              <a:gd name="connsiteY98" fmla="*/ 1872208 h 2323145"/>
              <a:gd name="connsiteX99" fmla="*/ 6249518 w 11269336"/>
              <a:gd name="connsiteY99" fmla="*/ 1876079 h 2323145"/>
              <a:gd name="connsiteX100" fmla="*/ 6190386 w 11269336"/>
              <a:gd name="connsiteY100" fmla="*/ 1872478 h 2323145"/>
              <a:gd name="connsiteX101" fmla="*/ 6159777 w 11269336"/>
              <a:gd name="connsiteY101" fmla="*/ 1891745 h 2323145"/>
              <a:gd name="connsiteX102" fmla="*/ 6153131 w 11269336"/>
              <a:gd name="connsiteY102" fmla="*/ 1895079 h 2323145"/>
              <a:gd name="connsiteX103" fmla="*/ 6152798 w 11269336"/>
              <a:gd name="connsiteY103" fmla="*/ 1894920 h 2323145"/>
              <a:gd name="connsiteX104" fmla="*/ 6145388 w 11269336"/>
              <a:gd name="connsiteY104" fmla="*/ 1897990 h 2323145"/>
              <a:gd name="connsiteX105" fmla="*/ 6141014 w 11269336"/>
              <a:gd name="connsiteY105" fmla="*/ 1901155 h 2323145"/>
              <a:gd name="connsiteX106" fmla="*/ 6128122 w 11269336"/>
              <a:gd name="connsiteY106" fmla="*/ 1907623 h 2323145"/>
              <a:gd name="connsiteX107" fmla="*/ 6122351 w 11269336"/>
              <a:gd name="connsiteY107" fmla="*/ 1908359 h 2323145"/>
              <a:gd name="connsiteX108" fmla="*/ 6064750 w 11269336"/>
              <a:gd name="connsiteY108" fmla="*/ 1896394 h 2323145"/>
              <a:gd name="connsiteX109" fmla="*/ 5964230 w 11269336"/>
              <a:gd name="connsiteY109" fmla="*/ 1910038 h 2323145"/>
              <a:gd name="connsiteX110" fmla="*/ 5865399 w 11269336"/>
              <a:gd name="connsiteY110" fmla="*/ 1926966 h 2323145"/>
              <a:gd name="connsiteX111" fmla="*/ 5829951 w 11269336"/>
              <a:gd name="connsiteY111" fmla="*/ 1934755 h 2323145"/>
              <a:gd name="connsiteX112" fmla="*/ 5765285 w 11269336"/>
              <a:gd name="connsiteY112" fmla="*/ 1941322 h 2323145"/>
              <a:gd name="connsiteX113" fmla="*/ 5734750 w 11269336"/>
              <a:gd name="connsiteY113" fmla="*/ 1939793 h 2323145"/>
              <a:gd name="connsiteX114" fmla="*/ 5733569 w 11269336"/>
              <a:gd name="connsiteY114" fmla="*/ 1940505 h 2323145"/>
              <a:gd name="connsiteX115" fmla="*/ 5730329 w 11269336"/>
              <a:gd name="connsiteY115" fmla="*/ 1937845 h 2323145"/>
              <a:gd name="connsiteX116" fmla="*/ 5724661 w 11269336"/>
              <a:gd name="connsiteY116" fmla="*/ 1937455 h 2323145"/>
              <a:gd name="connsiteX117" fmla="*/ 5710186 w 11269336"/>
              <a:gd name="connsiteY117" fmla="*/ 1941370 h 2323145"/>
              <a:gd name="connsiteX118" fmla="*/ 5704910 w 11269336"/>
              <a:gd name="connsiteY118" fmla="*/ 1943663 h 2323145"/>
              <a:gd name="connsiteX119" fmla="*/ 5696836 w 11269336"/>
              <a:gd name="connsiteY119" fmla="*/ 1945271 h 2323145"/>
              <a:gd name="connsiteX120" fmla="*/ 5696583 w 11269336"/>
              <a:gd name="connsiteY120" fmla="*/ 1945050 h 2323145"/>
              <a:gd name="connsiteX121" fmla="*/ 5689123 w 11269336"/>
              <a:gd name="connsiteY121" fmla="*/ 1947067 h 2323145"/>
              <a:gd name="connsiteX122" fmla="*/ 5653291 w 11269336"/>
              <a:gd name="connsiteY122" fmla="*/ 1960245 h 2323145"/>
              <a:gd name="connsiteX123" fmla="*/ 5599385 w 11269336"/>
              <a:gd name="connsiteY123" fmla="*/ 1945198 h 2323145"/>
              <a:gd name="connsiteX124" fmla="*/ 5578300 w 11269336"/>
              <a:gd name="connsiteY124" fmla="*/ 1944963 h 2323145"/>
              <a:gd name="connsiteX125" fmla="*/ 5566758 w 11269336"/>
              <a:gd name="connsiteY125" fmla="*/ 1943441 h 2323145"/>
              <a:gd name="connsiteX126" fmla="*/ 5565857 w 11269336"/>
              <a:gd name="connsiteY126" fmla="*/ 1942445 h 2323145"/>
              <a:gd name="connsiteX127" fmla="*/ 5531534 w 11269336"/>
              <a:gd name="connsiteY127" fmla="*/ 1955208 h 2323145"/>
              <a:gd name="connsiteX128" fmla="*/ 5526552 w 11269336"/>
              <a:gd name="connsiteY128" fmla="*/ 1954799 h 2323145"/>
              <a:gd name="connsiteX129" fmla="*/ 5504723 w 11269336"/>
              <a:gd name="connsiteY129" fmla="*/ 1965811 h 2323145"/>
              <a:gd name="connsiteX130" fmla="*/ 5493156 w 11269336"/>
              <a:gd name="connsiteY130" fmla="*/ 1970063 h 2323145"/>
              <a:gd name="connsiteX131" fmla="*/ 5490486 w 11269336"/>
              <a:gd name="connsiteY131" fmla="*/ 1974227 h 2323145"/>
              <a:gd name="connsiteX132" fmla="*/ 5473107 w 11269336"/>
              <a:gd name="connsiteY132" fmla="*/ 1979001 h 2323145"/>
              <a:gd name="connsiteX133" fmla="*/ 5470885 w 11269336"/>
              <a:gd name="connsiteY133" fmla="*/ 1978432 h 2323145"/>
              <a:gd name="connsiteX134" fmla="*/ 5457393 w 11269336"/>
              <a:gd name="connsiteY134" fmla="*/ 1986525 h 2323145"/>
              <a:gd name="connsiteX135" fmla="*/ 5447102 w 11269336"/>
              <a:gd name="connsiteY135" fmla="*/ 1998329 h 2323145"/>
              <a:gd name="connsiteX136" fmla="*/ 5159151 w 11269336"/>
              <a:gd name="connsiteY136" fmla="*/ 2029640 h 2323145"/>
              <a:gd name="connsiteX137" fmla="*/ 5041688 w 11269336"/>
              <a:gd name="connsiteY137" fmla="*/ 2022334 h 2323145"/>
              <a:gd name="connsiteX138" fmla="*/ 4860988 w 11269336"/>
              <a:gd name="connsiteY138" fmla="*/ 2135698 h 2323145"/>
              <a:gd name="connsiteX139" fmla="*/ 4807902 w 11269336"/>
              <a:gd name="connsiteY139" fmla="*/ 2138894 h 2323145"/>
              <a:gd name="connsiteX140" fmla="*/ 4765388 w 11269336"/>
              <a:gd name="connsiteY140" fmla="*/ 2162525 h 2323145"/>
              <a:gd name="connsiteX141" fmla="*/ 4745033 w 11269336"/>
              <a:gd name="connsiteY141" fmla="*/ 2158859 h 2323145"/>
              <a:gd name="connsiteX142" fmla="*/ 4741475 w 11269336"/>
              <a:gd name="connsiteY142" fmla="*/ 2157998 h 2323145"/>
              <a:gd name="connsiteX143" fmla="*/ 4728247 w 11269336"/>
              <a:gd name="connsiteY143" fmla="*/ 2159526 h 2323145"/>
              <a:gd name="connsiteX144" fmla="*/ 4723263 w 11269336"/>
              <a:gd name="connsiteY144" fmla="*/ 2153742 h 2323145"/>
              <a:gd name="connsiteX145" fmla="*/ 4702453 w 11269336"/>
              <a:gd name="connsiteY145" fmla="*/ 2151586 h 2323145"/>
              <a:gd name="connsiteX146" fmla="*/ 4678455 w 11269336"/>
              <a:gd name="connsiteY146" fmla="*/ 2156131 h 2323145"/>
              <a:gd name="connsiteX147" fmla="*/ 4593061 w 11269336"/>
              <a:gd name="connsiteY147" fmla="*/ 2171597 h 2323145"/>
              <a:gd name="connsiteX148" fmla="*/ 4579902 w 11269336"/>
              <a:gd name="connsiteY148" fmla="*/ 2177927 h 2323145"/>
              <a:gd name="connsiteX149" fmla="*/ 4533444 w 11269336"/>
              <a:gd name="connsiteY149" fmla="*/ 2181200 h 2323145"/>
              <a:gd name="connsiteX150" fmla="*/ 4492832 w 11269336"/>
              <a:gd name="connsiteY150" fmla="*/ 2188033 h 2323145"/>
              <a:gd name="connsiteX151" fmla="*/ 4467257 w 11269336"/>
              <a:gd name="connsiteY151" fmla="*/ 2196121 h 2323145"/>
              <a:gd name="connsiteX152" fmla="*/ 4459937 w 11269336"/>
              <a:gd name="connsiteY152" fmla="*/ 2195182 h 2323145"/>
              <a:gd name="connsiteX153" fmla="*/ 4433312 w 11269336"/>
              <a:gd name="connsiteY153" fmla="*/ 2199004 h 2323145"/>
              <a:gd name="connsiteX154" fmla="*/ 4420601 w 11269336"/>
              <a:gd name="connsiteY154" fmla="*/ 2205158 h 2323145"/>
              <a:gd name="connsiteX155" fmla="*/ 4405765 w 11269336"/>
              <a:gd name="connsiteY155" fmla="*/ 2199902 h 2323145"/>
              <a:gd name="connsiteX156" fmla="*/ 4401354 w 11269336"/>
              <a:gd name="connsiteY156" fmla="*/ 2194745 h 2323145"/>
              <a:gd name="connsiteX157" fmla="*/ 4383151 w 11269336"/>
              <a:gd name="connsiteY157" fmla="*/ 2201140 h 2323145"/>
              <a:gd name="connsiteX158" fmla="*/ 4366646 w 11269336"/>
              <a:gd name="connsiteY158" fmla="*/ 2198564 h 2323145"/>
              <a:gd name="connsiteX159" fmla="*/ 4354009 w 11269336"/>
              <a:gd name="connsiteY159" fmla="*/ 2204984 h 2323145"/>
              <a:gd name="connsiteX160" fmla="*/ 4348284 w 11269336"/>
              <a:gd name="connsiteY160" fmla="*/ 2205270 h 2323145"/>
              <a:gd name="connsiteX161" fmla="*/ 4333906 w 11269336"/>
              <a:gd name="connsiteY161" fmla="*/ 2205251 h 2323145"/>
              <a:gd name="connsiteX162" fmla="*/ 4308819 w 11269336"/>
              <a:gd name="connsiteY162" fmla="*/ 2203822 h 2323145"/>
              <a:gd name="connsiteX163" fmla="*/ 4301210 w 11269336"/>
              <a:gd name="connsiteY163" fmla="*/ 2204456 h 2323145"/>
              <a:gd name="connsiteX164" fmla="*/ 4283095 w 11269336"/>
              <a:gd name="connsiteY164" fmla="*/ 2198177 h 2323145"/>
              <a:gd name="connsiteX165" fmla="*/ 4250119 w 11269336"/>
              <a:gd name="connsiteY165" fmla="*/ 2196342 h 2323145"/>
              <a:gd name="connsiteX166" fmla="*/ 4189203 w 11269336"/>
              <a:gd name="connsiteY166" fmla="*/ 2178994 h 2323145"/>
              <a:gd name="connsiteX167" fmla="*/ 4154035 w 11269336"/>
              <a:gd name="connsiteY167" fmla="*/ 2171950 h 2323145"/>
              <a:gd name="connsiteX168" fmla="*/ 4129569 w 11269336"/>
              <a:gd name="connsiteY168" fmla="*/ 2163850 h 2323145"/>
              <a:gd name="connsiteX169" fmla="*/ 4061250 w 11269336"/>
              <a:gd name="connsiteY169" fmla="*/ 2159236 h 2323145"/>
              <a:gd name="connsiteX170" fmla="*/ 3945480 w 11269336"/>
              <a:gd name="connsiteY170" fmla="*/ 2158279 h 2323145"/>
              <a:gd name="connsiteX171" fmla="*/ 3921468 w 11269336"/>
              <a:gd name="connsiteY171" fmla="*/ 2156588 h 2323145"/>
              <a:gd name="connsiteX172" fmla="*/ 3903348 w 11269336"/>
              <a:gd name="connsiteY172" fmla="*/ 2149220 h 2323145"/>
              <a:gd name="connsiteX173" fmla="*/ 3901342 w 11269336"/>
              <a:gd name="connsiteY173" fmla="*/ 2142355 h 2323145"/>
              <a:gd name="connsiteX174" fmla="*/ 3888539 w 11269336"/>
              <a:gd name="connsiteY174" fmla="*/ 2140476 h 2323145"/>
              <a:gd name="connsiteX175" fmla="*/ 3885662 w 11269336"/>
              <a:gd name="connsiteY175" fmla="*/ 2138740 h 2323145"/>
              <a:gd name="connsiteX176" fmla="*/ 3868627 w 11269336"/>
              <a:gd name="connsiteY176" fmla="*/ 2130023 h 2323145"/>
              <a:gd name="connsiteX177" fmla="*/ 3819177 w 11269336"/>
              <a:gd name="connsiteY177" fmla="*/ 2142111 h 2323145"/>
              <a:gd name="connsiteX178" fmla="*/ 3769100 w 11269336"/>
              <a:gd name="connsiteY178" fmla="*/ 2131731 h 2323145"/>
              <a:gd name="connsiteX179" fmla="*/ 3562752 w 11269336"/>
              <a:gd name="connsiteY179" fmla="*/ 2131785 h 2323145"/>
              <a:gd name="connsiteX180" fmla="*/ 3541402 w 11269336"/>
              <a:gd name="connsiteY180" fmla="*/ 2106821 h 2323145"/>
              <a:gd name="connsiteX181" fmla="*/ 3365341 w 11269336"/>
              <a:gd name="connsiteY181" fmla="*/ 2077638 h 2323145"/>
              <a:gd name="connsiteX182" fmla="*/ 3170922 w 11269336"/>
              <a:gd name="connsiteY182" fmla="*/ 2115957 h 2323145"/>
              <a:gd name="connsiteX183" fmla="*/ 3156256 w 11269336"/>
              <a:gd name="connsiteY183" fmla="*/ 2124773 h 2323145"/>
              <a:gd name="connsiteX184" fmla="*/ 3140298 w 11269336"/>
              <a:gd name="connsiteY184" fmla="*/ 2129182 h 2323145"/>
              <a:gd name="connsiteX185" fmla="*/ 3138514 w 11269336"/>
              <a:gd name="connsiteY185" fmla="*/ 2128069 h 2323145"/>
              <a:gd name="connsiteX186" fmla="*/ 3120467 w 11269336"/>
              <a:gd name="connsiteY186" fmla="*/ 2128281 h 2323145"/>
              <a:gd name="connsiteX187" fmla="*/ 3116175 w 11269336"/>
              <a:gd name="connsiteY187" fmla="*/ 2131633 h 2323145"/>
              <a:gd name="connsiteX188" fmla="*/ 3103685 w 11269336"/>
              <a:gd name="connsiteY188" fmla="*/ 2132814 h 2323145"/>
              <a:gd name="connsiteX189" fmla="*/ 3078794 w 11269336"/>
              <a:gd name="connsiteY189" fmla="*/ 2137935 h 2323145"/>
              <a:gd name="connsiteX190" fmla="*/ 3074407 w 11269336"/>
              <a:gd name="connsiteY190" fmla="*/ 2136274 h 2323145"/>
              <a:gd name="connsiteX191" fmla="*/ 3037285 w 11269336"/>
              <a:gd name="connsiteY191" fmla="*/ 2139919 h 2323145"/>
              <a:gd name="connsiteX192" fmla="*/ 3036901 w 11269336"/>
              <a:gd name="connsiteY192" fmla="*/ 2138726 h 2323145"/>
              <a:gd name="connsiteX193" fmla="*/ 3026996 w 11269336"/>
              <a:gd name="connsiteY193" fmla="*/ 2134322 h 2323145"/>
              <a:gd name="connsiteX194" fmla="*/ 3007772 w 11269336"/>
              <a:gd name="connsiteY194" fmla="*/ 2128742 h 2323145"/>
              <a:gd name="connsiteX195" fmla="*/ 2965030 w 11269336"/>
              <a:gd name="connsiteY195" fmla="*/ 2100494 h 2323145"/>
              <a:gd name="connsiteX196" fmla="*/ 2926342 w 11269336"/>
              <a:gd name="connsiteY196" fmla="*/ 2104155 h 2323145"/>
              <a:gd name="connsiteX197" fmla="*/ 2918608 w 11269336"/>
              <a:gd name="connsiteY197" fmla="*/ 2104215 h 2323145"/>
              <a:gd name="connsiteX198" fmla="*/ 2918475 w 11269336"/>
              <a:gd name="connsiteY198" fmla="*/ 2103937 h 2323145"/>
              <a:gd name="connsiteX199" fmla="*/ 2910360 w 11269336"/>
              <a:gd name="connsiteY199" fmla="*/ 2103444 h 2323145"/>
              <a:gd name="connsiteX200" fmla="*/ 2904507 w 11269336"/>
              <a:gd name="connsiteY200" fmla="*/ 2104326 h 2323145"/>
              <a:gd name="connsiteX201" fmla="*/ 2889503 w 11269336"/>
              <a:gd name="connsiteY201" fmla="*/ 2104443 h 2323145"/>
              <a:gd name="connsiteX202" fmla="*/ 2884480 w 11269336"/>
              <a:gd name="connsiteY202" fmla="*/ 2102626 h 2323145"/>
              <a:gd name="connsiteX203" fmla="*/ 2882689 w 11269336"/>
              <a:gd name="connsiteY203" fmla="*/ 2099228 h 2323145"/>
              <a:gd name="connsiteX204" fmla="*/ 2881291 w 11269336"/>
              <a:gd name="connsiteY204" fmla="*/ 2099618 h 2323145"/>
              <a:gd name="connsiteX205" fmla="*/ 2853979 w 11269336"/>
              <a:gd name="connsiteY205" fmla="*/ 2090388 h 2323145"/>
              <a:gd name="connsiteX206" fmla="*/ 2791790 w 11269336"/>
              <a:gd name="connsiteY206" fmla="*/ 2080332 h 2323145"/>
              <a:gd name="connsiteX207" fmla="*/ 2755844 w 11269336"/>
              <a:gd name="connsiteY207" fmla="*/ 2078874 h 2323145"/>
              <a:gd name="connsiteX208" fmla="*/ 2657742 w 11269336"/>
              <a:gd name="connsiteY208" fmla="*/ 2070179 h 2323145"/>
              <a:gd name="connsiteX209" fmla="*/ 2559549 w 11269336"/>
              <a:gd name="connsiteY209" fmla="*/ 2057873 h 2323145"/>
              <a:gd name="connsiteX210" fmla="*/ 2512054 w 11269336"/>
              <a:gd name="connsiteY210" fmla="*/ 2031671 h 2323145"/>
              <a:gd name="connsiteX211" fmla="*/ 2506437 w 11269336"/>
              <a:gd name="connsiteY211" fmla="*/ 2030918 h 2323145"/>
              <a:gd name="connsiteX212" fmla="*/ 2491752 w 11269336"/>
              <a:gd name="connsiteY212" fmla="*/ 2033906 h 2323145"/>
              <a:gd name="connsiteX213" fmla="*/ 2486338 w 11269336"/>
              <a:gd name="connsiteY213" fmla="*/ 2035862 h 2323145"/>
              <a:gd name="connsiteX214" fmla="*/ 2478186 w 11269336"/>
              <a:gd name="connsiteY214" fmla="*/ 2036953 h 2323145"/>
              <a:gd name="connsiteX215" fmla="*/ 2477950 w 11269336"/>
              <a:gd name="connsiteY215" fmla="*/ 2036715 h 2323145"/>
              <a:gd name="connsiteX216" fmla="*/ 2470381 w 11269336"/>
              <a:gd name="connsiteY216" fmla="*/ 2038256 h 2323145"/>
              <a:gd name="connsiteX217" fmla="*/ 2433781 w 11269336"/>
              <a:gd name="connsiteY217" fmla="*/ 2049140 h 2323145"/>
              <a:gd name="connsiteX218" fmla="*/ 2381172 w 11269336"/>
              <a:gd name="connsiteY218" fmla="*/ 2030645 h 2323145"/>
              <a:gd name="connsiteX219" fmla="*/ 2360198 w 11269336"/>
              <a:gd name="connsiteY219" fmla="*/ 2029059 h 2323145"/>
              <a:gd name="connsiteX220" fmla="*/ 2348815 w 11269336"/>
              <a:gd name="connsiteY220" fmla="*/ 2026798 h 2323145"/>
              <a:gd name="connsiteX221" fmla="*/ 2347988 w 11269336"/>
              <a:gd name="connsiteY221" fmla="*/ 2025745 h 2323145"/>
              <a:gd name="connsiteX222" fmla="*/ 2312920 w 11269336"/>
              <a:gd name="connsiteY222" fmla="*/ 2036311 h 2323145"/>
              <a:gd name="connsiteX223" fmla="*/ 2307986 w 11269336"/>
              <a:gd name="connsiteY223" fmla="*/ 2035583 h 2323145"/>
              <a:gd name="connsiteX224" fmla="*/ 2285481 w 11269336"/>
              <a:gd name="connsiteY224" fmla="*/ 2045197 h 2323145"/>
              <a:gd name="connsiteX225" fmla="*/ 2273666 w 11269336"/>
              <a:gd name="connsiteY225" fmla="*/ 2048710 h 2323145"/>
              <a:gd name="connsiteX226" fmla="*/ 2270719 w 11269336"/>
              <a:gd name="connsiteY226" fmla="*/ 2052702 h 2323145"/>
              <a:gd name="connsiteX227" fmla="*/ 2253080 w 11269336"/>
              <a:gd name="connsiteY227" fmla="*/ 2056363 h 2323145"/>
              <a:gd name="connsiteX228" fmla="*/ 2250906 w 11269336"/>
              <a:gd name="connsiteY228" fmla="*/ 2055654 h 2323145"/>
              <a:gd name="connsiteX229" fmla="*/ 2236905 w 11269336"/>
              <a:gd name="connsiteY229" fmla="*/ 2062882 h 2323145"/>
              <a:gd name="connsiteX230" fmla="*/ 2225830 w 11269336"/>
              <a:gd name="connsiteY230" fmla="*/ 2074027 h 2323145"/>
              <a:gd name="connsiteX231" fmla="*/ 2073776 w 11269336"/>
              <a:gd name="connsiteY231" fmla="*/ 2089244 h 2323145"/>
              <a:gd name="connsiteX232" fmla="*/ 1948256 w 11269336"/>
              <a:gd name="connsiteY232" fmla="*/ 2146616 h 2323145"/>
              <a:gd name="connsiteX233" fmla="*/ 1865582 w 11269336"/>
              <a:gd name="connsiteY233" fmla="*/ 2153738 h 2323145"/>
              <a:gd name="connsiteX234" fmla="*/ 1835210 w 11269336"/>
              <a:gd name="connsiteY234" fmla="*/ 2134244 h 2323145"/>
              <a:gd name="connsiteX235" fmla="*/ 1632661 w 11269336"/>
              <a:gd name="connsiteY235" fmla="*/ 2173882 h 2323145"/>
              <a:gd name="connsiteX236" fmla="*/ 1579590 w 11269336"/>
              <a:gd name="connsiteY236" fmla="*/ 2173680 h 2323145"/>
              <a:gd name="connsiteX237" fmla="*/ 1535601 w 11269336"/>
              <a:gd name="connsiteY237" fmla="*/ 2194590 h 2323145"/>
              <a:gd name="connsiteX238" fmla="*/ 1515594 w 11269336"/>
              <a:gd name="connsiteY238" fmla="*/ 2189622 h 2323145"/>
              <a:gd name="connsiteX239" fmla="*/ 1512113 w 11269336"/>
              <a:gd name="connsiteY239" fmla="*/ 2188534 h 2323145"/>
              <a:gd name="connsiteX240" fmla="*/ 1498838 w 11269336"/>
              <a:gd name="connsiteY240" fmla="*/ 2189213 h 2323145"/>
              <a:gd name="connsiteX241" fmla="*/ 1494279 w 11269336"/>
              <a:gd name="connsiteY241" fmla="*/ 2183112 h 2323145"/>
              <a:gd name="connsiteX242" fmla="*/ 1473714 w 11269336"/>
              <a:gd name="connsiteY242" fmla="*/ 2179625 h 2323145"/>
              <a:gd name="connsiteX243" fmla="*/ 1449503 w 11269336"/>
              <a:gd name="connsiteY243" fmla="*/ 2182633 h 2323145"/>
              <a:gd name="connsiteX244" fmla="*/ 1266687 w 11269336"/>
              <a:gd name="connsiteY244" fmla="*/ 2212688 h 2323145"/>
              <a:gd name="connsiteX245" fmla="*/ 1239614 w 11269336"/>
              <a:gd name="connsiteY245" fmla="*/ 2209727 h 2323145"/>
              <a:gd name="connsiteX246" fmla="*/ 1202436 w 11269336"/>
              <a:gd name="connsiteY246" fmla="*/ 2209817 h 2323145"/>
              <a:gd name="connsiteX247" fmla="*/ 1136097 w 11269336"/>
              <a:gd name="connsiteY247" fmla="*/ 2205112 h 2323145"/>
              <a:gd name="connsiteX248" fmla="*/ 988232 w 11269336"/>
              <a:gd name="connsiteY248" fmla="*/ 2235635 h 2323145"/>
              <a:gd name="connsiteX249" fmla="*/ 981959 w 11269336"/>
              <a:gd name="connsiteY249" fmla="*/ 2231607 h 2323145"/>
              <a:gd name="connsiteX250" fmla="*/ 938600 w 11269336"/>
              <a:gd name="connsiteY250" fmla="*/ 2238113 h 2323145"/>
              <a:gd name="connsiteX251" fmla="*/ 791788 w 11269336"/>
              <a:gd name="connsiteY251" fmla="*/ 2293224 h 2323145"/>
              <a:gd name="connsiteX252" fmla="*/ 706914 w 11269336"/>
              <a:gd name="connsiteY252" fmla="*/ 2305046 h 2323145"/>
              <a:gd name="connsiteX253" fmla="*/ 675971 w 11269336"/>
              <a:gd name="connsiteY253" fmla="*/ 2304030 h 2323145"/>
              <a:gd name="connsiteX254" fmla="*/ 624180 w 11269336"/>
              <a:gd name="connsiteY254" fmla="*/ 2302650 h 2323145"/>
              <a:gd name="connsiteX255" fmla="*/ 583453 w 11269336"/>
              <a:gd name="connsiteY255" fmla="*/ 2288788 h 2323145"/>
              <a:gd name="connsiteX256" fmla="*/ 540946 w 11269336"/>
              <a:gd name="connsiteY256" fmla="*/ 2292721 h 2323145"/>
              <a:gd name="connsiteX257" fmla="*/ 533680 w 11269336"/>
              <a:gd name="connsiteY257" fmla="*/ 2310233 h 2323145"/>
              <a:gd name="connsiteX258" fmla="*/ 487366 w 11269336"/>
              <a:gd name="connsiteY258" fmla="*/ 2309053 h 2323145"/>
              <a:gd name="connsiteX259" fmla="*/ 416820 w 11269336"/>
              <a:gd name="connsiteY259" fmla="*/ 2305443 h 2323145"/>
              <a:gd name="connsiteX260" fmla="*/ 376805 w 11269336"/>
              <a:gd name="connsiteY260" fmla="*/ 2307647 h 2323145"/>
              <a:gd name="connsiteX261" fmla="*/ 266777 w 11269336"/>
              <a:gd name="connsiteY261" fmla="*/ 2309012 h 2323145"/>
              <a:gd name="connsiteX262" fmla="*/ 156013 w 11269336"/>
              <a:gd name="connsiteY262" fmla="*/ 2306832 h 2323145"/>
              <a:gd name="connsiteX263" fmla="*/ 87258 w 11269336"/>
              <a:gd name="connsiteY263" fmla="*/ 2285511 h 2323145"/>
              <a:gd name="connsiteX264" fmla="*/ 23798 w 11269336"/>
              <a:gd name="connsiteY264" fmla="*/ 2281822 h 2323145"/>
              <a:gd name="connsiteX265" fmla="*/ 0 w 11269336"/>
              <a:gd name="connsiteY265" fmla="*/ 2285369 h 2323145"/>
              <a:gd name="connsiteX266" fmla="*/ 0 w 11269336"/>
              <a:gd name="connsiteY266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380600 w 11269336"/>
              <a:gd name="connsiteY19" fmla="*/ 549821 h 2323145"/>
              <a:gd name="connsiteX20" fmla="*/ 9139429 w 11269336"/>
              <a:gd name="connsiteY20" fmla="*/ 696446 h 2323145"/>
              <a:gd name="connsiteX21" fmla="*/ 9114263 w 11269336"/>
              <a:gd name="connsiteY21" fmla="*/ 709213 h 2323145"/>
              <a:gd name="connsiteX22" fmla="*/ 9028928 w 11269336"/>
              <a:gd name="connsiteY22" fmla="*/ 745350 h 2323145"/>
              <a:gd name="connsiteX23" fmla="*/ 8977138 w 11269336"/>
              <a:gd name="connsiteY23" fmla="*/ 774970 h 2323145"/>
              <a:gd name="connsiteX24" fmla="*/ 8947030 w 11269336"/>
              <a:gd name="connsiteY24" fmla="*/ 814934 h 2323145"/>
              <a:gd name="connsiteX25" fmla="*/ 8914746 w 11269336"/>
              <a:gd name="connsiteY25" fmla="*/ 826428 h 2323145"/>
              <a:gd name="connsiteX26" fmla="*/ 8917778 w 11269336"/>
              <a:gd name="connsiteY26" fmla="*/ 835198 h 2323145"/>
              <a:gd name="connsiteX27" fmla="*/ 8905560 w 11269336"/>
              <a:gd name="connsiteY27" fmla="*/ 838358 h 2323145"/>
              <a:gd name="connsiteX28" fmla="*/ 8897564 w 11269336"/>
              <a:gd name="connsiteY28" fmla="*/ 834287 h 2323145"/>
              <a:gd name="connsiteX29" fmla="*/ 8878040 w 11269336"/>
              <a:gd name="connsiteY29" fmla="*/ 844150 h 2323145"/>
              <a:gd name="connsiteX30" fmla="*/ 8882654 w 11269336"/>
              <a:gd name="connsiteY30" fmla="*/ 892768 h 2323145"/>
              <a:gd name="connsiteX31" fmla="*/ 8795998 w 11269336"/>
              <a:gd name="connsiteY31" fmla="*/ 863337 h 2323145"/>
              <a:gd name="connsiteX32" fmla="*/ 8776970 w 11269336"/>
              <a:gd name="connsiteY32" fmla="*/ 885177 h 2323145"/>
              <a:gd name="connsiteX33" fmla="*/ 8755719 w 11269336"/>
              <a:gd name="connsiteY33" fmla="*/ 889754 h 2323145"/>
              <a:gd name="connsiteX34" fmla="*/ 8743257 w 11269336"/>
              <a:gd name="connsiteY34" fmla="*/ 904723 h 2323145"/>
              <a:gd name="connsiteX35" fmla="*/ 8721366 w 11269336"/>
              <a:gd name="connsiteY35" fmla="*/ 904711 h 2323145"/>
              <a:gd name="connsiteX36" fmla="*/ 8678353 w 11269336"/>
              <a:gd name="connsiteY36" fmla="*/ 926318 h 2323145"/>
              <a:gd name="connsiteX37" fmla="*/ 8636849 w 11269336"/>
              <a:gd name="connsiteY37" fmla="*/ 937900 h 2323145"/>
              <a:gd name="connsiteX38" fmla="*/ 8620213 w 11269336"/>
              <a:gd name="connsiteY38" fmla="*/ 943068 h 2323145"/>
              <a:gd name="connsiteX39" fmla="*/ 8612581 w 11269336"/>
              <a:gd name="connsiteY39" fmla="*/ 952695 h 2323145"/>
              <a:gd name="connsiteX40" fmla="*/ 8589038 w 11269336"/>
              <a:gd name="connsiteY40" fmla="*/ 963892 h 2323145"/>
              <a:gd name="connsiteX41" fmla="*/ 8579950 w 11269336"/>
              <a:gd name="connsiteY41" fmla="*/ 960899 h 2323145"/>
              <a:gd name="connsiteX42" fmla="*/ 8579319 w 11269336"/>
              <a:gd name="connsiteY42" fmla="*/ 965630 h 2323145"/>
              <a:gd name="connsiteX43" fmla="*/ 8547429 w 11269336"/>
              <a:gd name="connsiteY43" fmla="*/ 984506 h 2323145"/>
              <a:gd name="connsiteX44" fmla="*/ 8478704 w 11269336"/>
              <a:gd name="connsiteY44" fmla="*/ 1025490 h 2323145"/>
              <a:gd name="connsiteX45" fmla="*/ 8461421 w 11269336"/>
              <a:gd name="connsiteY45" fmla="*/ 1035512 h 2323145"/>
              <a:gd name="connsiteX46" fmla="*/ 8445003 w 11269336"/>
              <a:gd name="connsiteY46" fmla="*/ 1036851 h 2323145"/>
              <a:gd name="connsiteX47" fmla="*/ 8357350 w 11269336"/>
              <a:gd name="connsiteY47" fmla="*/ 1060213 h 2323145"/>
              <a:gd name="connsiteX48" fmla="*/ 8335565 w 11269336"/>
              <a:gd name="connsiteY48" fmla="*/ 1061151 h 2323145"/>
              <a:gd name="connsiteX49" fmla="*/ 8325267 w 11269336"/>
              <a:gd name="connsiteY49" fmla="*/ 1055919 h 2323145"/>
              <a:gd name="connsiteX50" fmla="*/ 8293586 w 11269336"/>
              <a:gd name="connsiteY50" fmla="*/ 1076144 h 2323145"/>
              <a:gd name="connsiteX51" fmla="*/ 8242405 w 11269336"/>
              <a:gd name="connsiteY51" fmla="*/ 1095960 h 2323145"/>
              <a:gd name="connsiteX52" fmla="*/ 8197391 w 11269336"/>
              <a:gd name="connsiteY52" fmla="*/ 1107746 h 2323145"/>
              <a:gd name="connsiteX53" fmla="*/ 8081474 w 11269336"/>
              <a:gd name="connsiteY53" fmla="*/ 1130125 h 2323145"/>
              <a:gd name="connsiteX54" fmla="*/ 8053585 w 11269336"/>
              <a:gd name="connsiteY54" fmla="*/ 1129169 h 2323145"/>
              <a:gd name="connsiteX55" fmla="*/ 8038422 w 11269336"/>
              <a:gd name="connsiteY55" fmla="*/ 1119092 h 2323145"/>
              <a:gd name="connsiteX56" fmla="*/ 8029450 w 11269336"/>
              <a:gd name="connsiteY56" fmla="*/ 1125592 h 2323145"/>
              <a:gd name="connsiteX57" fmla="*/ 7959552 w 11269336"/>
              <a:gd name="connsiteY57" fmla="*/ 1140188 h 2323145"/>
              <a:gd name="connsiteX58" fmla="*/ 7914188 w 11269336"/>
              <a:gd name="connsiteY58" fmla="*/ 1150862 h 2323145"/>
              <a:gd name="connsiteX59" fmla="*/ 7914918 w 11269336"/>
              <a:gd name="connsiteY59" fmla="*/ 1168758 h 2323145"/>
              <a:gd name="connsiteX60" fmla="*/ 7875510 w 11269336"/>
              <a:gd name="connsiteY60" fmla="*/ 1183153 h 2323145"/>
              <a:gd name="connsiteX61" fmla="*/ 7829932 w 11269336"/>
              <a:gd name="connsiteY61" fmla="*/ 1180782 h 2323145"/>
              <a:gd name="connsiteX62" fmla="*/ 7779182 w 11269336"/>
              <a:gd name="connsiteY62" fmla="*/ 1192665 h 2323145"/>
              <a:gd name="connsiteX63" fmla="*/ 7748774 w 11269336"/>
              <a:gd name="connsiteY63" fmla="*/ 1199586 h 2323145"/>
              <a:gd name="connsiteX64" fmla="*/ 7671846 w 11269336"/>
              <a:gd name="connsiteY64" fmla="*/ 1231966 h 2323145"/>
              <a:gd name="connsiteX65" fmla="*/ 7554146 w 11269336"/>
              <a:gd name="connsiteY65" fmla="*/ 1319748 h 2323145"/>
              <a:gd name="connsiteX66" fmla="*/ 7515052 w 11269336"/>
              <a:gd name="connsiteY66" fmla="*/ 1336718 h 2323145"/>
              <a:gd name="connsiteX67" fmla="*/ 7507193 w 11269336"/>
              <a:gd name="connsiteY67" fmla="*/ 1334617 h 2323145"/>
              <a:gd name="connsiteX68" fmla="*/ 7461694 w 11269336"/>
              <a:gd name="connsiteY68" fmla="*/ 1375866 h 2323145"/>
              <a:gd name="connsiteX69" fmla="*/ 7377571 w 11269336"/>
              <a:gd name="connsiteY69" fmla="*/ 1400128 h 2323145"/>
              <a:gd name="connsiteX70" fmla="*/ 7311261 w 11269336"/>
              <a:gd name="connsiteY70" fmla="*/ 1412652 h 2323145"/>
              <a:gd name="connsiteX71" fmla="*/ 7275307 w 11269336"/>
              <a:gd name="connsiteY71" fmla="*/ 1422171 h 2323145"/>
              <a:gd name="connsiteX72" fmla="*/ 7247783 w 11269336"/>
              <a:gd name="connsiteY72" fmla="*/ 1426330 h 2323145"/>
              <a:gd name="connsiteX73" fmla="*/ 7185047 w 11269336"/>
              <a:gd name="connsiteY73" fmla="*/ 1451812 h 2323145"/>
              <a:gd name="connsiteX74" fmla="*/ 7084117 w 11269336"/>
              <a:gd name="connsiteY74" fmla="*/ 1500281 h 2323145"/>
              <a:gd name="connsiteX75" fmla="*/ 7062011 w 11269336"/>
              <a:gd name="connsiteY75" fmla="*/ 1509183 h 2323145"/>
              <a:gd name="connsiteX76" fmla="*/ 7040555 w 11269336"/>
              <a:gd name="connsiteY76" fmla="*/ 1511207 h 2323145"/>
              <a:gd name="connsiteX77" fmla="*/ 7033438 w 11269336"/>
              <a:gd name="connsiteY77" fmla="*/ 1506772 h 2323145"/>
              <a:gd name="connsiteX78" fmla="*/ 7020886 w 11269336"/>
              <a:gd name="connsiteY78" fmla="*/ 1510764 h 2323145"/>
              <a:gd name="connsiteX79" fmla="*/ 7017033 w 11269336"/>
              <a:gd name="connsiteY79" fmla="*/ 1510650 h 2323145"/>
              <a:gd name="connsiteX80" fmla="*/ 6995460 w 11269336"/>
              <a:gd name="connsiteY80" fmla="*/ 1511173 h 2323145"/>
              <a:gd name="connsiteX81" fmla="*/ 6962144 w 11269336"/>
              <a:gd name="connsiteY81" fmla="*/ 1541508 h 2323145"/>
              <a:gd name="connsiteX82" fmla="*/ 6910674 w 11269336"/>
              <a:gd name="connsiteY82" fmla="*/ 1554793 h 2323145"/>
              <a:gd name="connsiteX83" fmla="*/ 6732152 w 11269336"/>
              <a:gd name="connsiteY83" fmla="*/ 1642538 h 2323145"/>
              <a:gd name="connsiteX84" fmla="*/ 6694106 w 11269336"/>
              <a:gd name="connsiteY84" fmla="*/ 1632377 h 2323145"/>
              <a:gd name="connsiteX85" fmla="*/ 6617223 w 11269336"/>
              <a:gd name="connsiteY85" fmla="*/ 1659889 h 2323145"/>
              <a:gd name="connsiteX86" fmla="*/ 6521138 w 11269336"/>
              <a:gd name="connsiteY86" fmla="*/ 1744340 h 2323145"/>
              <a:gd name="connsiteX87" fmla="*/ 6380677 w 11269336"/>
              <a:gd name="connsiteY87" fmla="*/ 1796883 h 2323145"/>
              <a:gd name="connsiteX88" fmla="*/ 6374897 w 11269336"/>
              <a:gd name="connsiteY88" fmla="*/ 1809910 h 2323145"/>
              <a:gd name="connsiteX89" fmla="*/ 6364545 w 11269336"/>
              <a:gd name="connsiteY89" fmla="*/ 1820090 h 2323145"/>
              <a:gd name="connsiteX90" fmla="*/ 6362126 w 11269336"/>
              <a:gd name="connsiteY90" fmla="*/ 1819991 h 2323145"/>
              <a:gd name="connsiteX91" fmla="*/ 6346673 w 11269336"/>
              <a:gd name="connsiteY91" fmla="*/ 1827824 h 2323145"/>
              <a:gd name="connsiteX92" fmla="*/ 6345588 w 11269336"/>
              <a:gd name="connsiteY92" fmla="*/ 1832232 h 2323145"/>
              <a:gd name="connsiteX93" fmla="*/ 6335708 w 11269336"/>
              <a:gd name="connsiteY93" fmla="*/ 1838451 h 2323145"/>
              <a:gd name="connsiteX94" fmla="*/ 6318182 w 11269336"/>
              <a:gd name="connsiteY94" fmla="*/ 1852975 h 2323145"/>
              <a:gd name="connsiteX95" fmla="*/ 6313084 w 11269336"/>
              <a:gd name="connsiteY95" fmla="*/ 1853561 h 2323145"/>
              <a:gd name="connsiteX96" fmla="*/ 6283816 w 11269336"/>
              <a:gd name="connsiteY96" fmla="*/ 1872148 h 2323145"/>
              <a:gd name="connsiteX97" fmla="*/ 6282550 w 11269336"/>
              <a:gd name="connsiteY97" fmla="*/ 1871392 h 2323145"/>
              <a:gd name="connsiteX98" fmla="*/ 6270527 w 11269336"/>
              <a:gd name="connsiteY98" fmla="*/ 1872208 h 2323145"/>
              <a:gd name="connsiteX99" fmla="*/ 6249518 w 11269336"/>
              <a:gd name="connsiteY99" fmla="*/ 1876079 h 2323145"/>
              <a:gd name="connsiteX100" fmla="*/ 6190386 w 11269336"/>
              <a:gd name="connsiteY100" fmla="*/ 1872478 h 2323145"/>
              <a:gd name="connsiteX101" fmla="*/ 6159777 w 11269336"/>
              <a:gd name="connsiteY101" fmla="*/ 1891745 h 2323145"/>
              <a:gd name="connsiteX102" fmla="*/ 6153131 w 11269336"/>
              <a:gd name="connsiteY102" fmla="*/ 1895079 h 2323145"/>
              <a:gd name="connsiteX103" fmla="*/ 6152798 w 11269336"/>
              <a:gd name="connsiteY103" fmla="*/ 1894920 h 2323145"/>
              <a:gd name="connsiteX104" fmla="*/ 6145388 w 11269336"/>
              <a:gd name="connsiteY104" fmla="*/ 1897990 h 2323145"/>
              <a:gd name="connsiteX105" fmla="*/ 6141014 w 11269336"/>
              <a:gd name="connsiteY105" fmla="*/ 1901155 h 2323145"/>
              <a:gd name="connsiteX106" fmla="*/ 6128122 w 11269336"/>
              <a:gd name="connsiteY106" fmla="*/ 1907623 h 2323145"/>
              <a:gd name="connsiteX107" fmla="*/ 6122351 w 11269336"/>
              <a:gd name="connsiteY107" fmla="*/ 1908359 h 2323145"/>
              <a:gd name="connsiteX108" fmla="*/ 6064750 w 11269336"/>
              <a:gd name="connsiteY108" fmla="*/ 1896394 h 2323145"/>
              <a:gd name="connsiteX109" fmla="*/ 5964230 w 11269336"/>
              <a:gd name="connsiteY109" fmla="*/ 1910038 h 2323145"/>
              <a:gd name="connsiteX110" fmla="*/ 5865399 w 11269336"/>
              <a:gd name="connsiteY110" fmla="*/ 1926966 h 2323145"/>
              <a:gd name="connsiteX111" fmla="*/ 5829951 w 11269336"/>
              <a:gd name="connsiteY111" fmla="*/ 1934755 h 2323145"/>
              <a:gd name="connsiteX112" fmla="*/ 5765285 w 11269336"/>
              <a:gd name="connsiteY112" fmla="*/ 1941322 h 2323145"/>
              <a:gd name="connsiteX113" fmla="*/ 5734750 w 11269336"/>
              <a:gd name="connsiteY113" fmla="*/ 1939793 h 2323145"/>
              <a:gd name="connsiteX114" fmla="*/ 5733569 w 11269336"/>
              <a:gd name="connsiteY114" fmla="*/ 1940505 h 2323145"/>
              <a:gd name="connsiteX115" fmla="*/ 5730329 w 11269336"/>
              <a:gd name="connsiteY115" fmla="*/ 1937845 h 2323145"/>
              <a:gd name="connsiteX116" fmla="*/ 5724661 w 11269336"/>
              <a:gd name="connsiteY116" fmla="*/ 1937455 h 2323145"/>
              <a:gd name="connsiteX117" fmla="*/ 5710186 w 11269336"/>
              <a:gd name="connsiteY117" fmla="*/ 1941370 h 2323145"/>
              <a:gd name="connsiteX118" fmla="*/ 5704910 w 11269336"/>
              <a:gd name="connsiteY118" fmla="*/ 1943663 h 2323145"/>
              <a:gd name="connsiteX119" fmla="*/ 5696836 w 11269336"/>
              <a:gd name="connsiteY119" fmla="*/ 1945271 h 2323145"/>
              <a:gd name="connsiteX120" fmla="*/ 5696583 w 11269336"/>
              <a:gd name="connsiteY120" fmla="*/ 1945050 h 2323145"/>
              <a:gd name="connsiteX121" fmla="*/ 5689123 w 11269336"/>
              <a:gd name="connsiteY121" fmla="*/ 1947067 h 2323145"/>
              <a:gd name="connsiteX122" fmla="*/ 5653291 w 11269336"/>
              <a:gd name="connsiteY122" fmla="*/ 1960245 h 2323145"/>
              <a:gd name="connsiteX123" fmla="*/ 5599385 w 11269336"/>
              <a:gd name="connsiteY123" fmla="*/ 1945198 h 2323145"/>
              <a:gd name="connsiteX124" fmla="*/ 5578300 w 11269336"/>
              <a:gd name="connsiteY124" fmla="*/ 1944963 h 2323145"/>
              <a:gd name="connsiteX125" fmla="*/ 5566758 w 11269336"/>
              <a:gd name="connsiteY125" fmla="*/ 1943441 h 2323145"/>
              <a:gd name="connsiteX126" fmla="*/ 5565857 w 11269336"/>
              <a:gd name="connsiteY126" fmla="*/ 1942445 h 2323145"/>
              <a:gd name="connsiteX127" fmla="*/ 5531534 w 11269336"/>
              <a:gd name="connsiteY127" fmla="*/ 1955208 h 2323145"/>
              <a:gd name="connsiteX128" fmla="*/ 5526552 w 11269336"/>
              <a:gd name="connsiteY128" fmla="*/ 1954799 h 2323145"/>
              <a:gd name="connsiteX129" fmla="*/ 5504723 w 11269336"/>
              <a:gd name="connsiteY129" fmla="*/ 1965811 h 2323145"/>
              <a:gd name="connsiteX130" fmla="*/ 5493156 w 11269336"/>
              <a:gd name="connsiteY130" fmla="*/ 1970063 h 2323145"/>
              <a:gd name="connsiteX131" fmla="*/ 5490486 w 11269336"/>
              <a:gd name="connsiteY131" fmla="*/ 1974227 h 2323145"/>
              <a:gd name="connsiteX132" fmla="*/ 5473107 w 11269336"/>
              <a:gd name="connsiteY132" fmla="*/ 1979001 h 2323145"/>
              <a:gd name="connsiteX133" fmla="*/ 5470885 w 11269336"/>
              <a:gd name="connsiteY133" fmla="*/ 1978432 h 2323145"/>
              <a:gd name="connsiteX134" fmla="*/ 5457393 w 11269336"/>
              <a:gd name="connsiteY134" fmla="*/ 1986525 h 2323145"/>
              <a:gd name="connsiteX135" fmla="*/ 5447102 w 11269336"/>
              <a:gd name="connsiteY135" fmla="*/ 1998329 h 2323145"/>
              <a:gd name="connsiteX136" fmla="*/ 5159151 w 11269336"/>
              <a:gd name="connsiteY136" fmla="*/ 2029640 h 2323145"/>
              <a:gd name="connsiteX137" fmla="*/ 5041688 w 11269336"/>
              <a:gd name="connsiteY137" fmla="*/ 2022334 h 2323145"/>
              <a:gd name="connsiteX138" fmla="*/ 4860988 w 11269336"/>
              <a:gd name="connsiteY138" fmla="*/ 2135698 h 2323145"/>
              <a:gd name="connsiteX139" fmla="*/ 4807902 w 11269336"/>
              <a:gd name="connsiteY139" fmla="*/ 2138894 h 2323145"/>
              <a:gd name="connsiteX140" fmla="*/ 4765388 w 11269336"/>
              <a:gd name="connsiteY140" fmla="*/ 2162525 h 2323145"/>
              <a:gd name="connsiteX141" fmla="*/ 4745033 w 11269336"/>
              <a:gd name="connsiteY141" fmla="*/ 2158859 h 2323145"/>
              <a:gd name="connsiteX142" fmla="*/ 4741475 w 11269336"/>
              <a:gd name="connsiteY142" fmla="*/ 2157998 h 2323145"/>
              <a:gd name="connsiteX143" fmla="*/ 4728247 w 11269336"/>
              <a:gd name="connsiteY143" fmla="*/ 2159526 h 2323145"/>
              <a:gd name="connsiteX144" fmla="*/ 4723263 w 11269336"/>
              <a:gd name="connsiteY144" fmla="*/ 2153742 h 2323145"/>
              <a:gd name="connsiteX145" fmla="*/ 4702453 w 11269336"/>
              <a:gd name="connsiteY145" fmla="*/ 2151586 h 2323145"/>
              <a:gd name="connsiteX146" fmla="*/ 4678455 w 11269336"/>
              <a:gd name="connsiteY146" fmla="*/ 2156131 h 2323145"/>
              <a:gd name="connsiteX147" fmla="*/ 4593061 w 11269336"/>
              <a:gd name="connsiteY147" fmla="*/ 2171597 h 2323145"/>
              <a:gd name="connsiteX148" fmla="*/ 4579902 w 11269336"/>
              <a:gd name="connsiteY148" fmla="*/ 2177927 h 2323145"/>
              <a:gd name="connsiteX149" fmla="*/ 4533444 w 11269336"/>
              <a:gd name="connsiteY149" fmla="*/ 2181200 h 2323145"/>
              <a:gd name="connsiteX150" fmla="*/ 4492832 w 11269336"/>
              <a:gd name="connsiteY150" fmla="*/ 2188033 h 2323145"/>
              <a:gd name="connsiteX151" fmla="*/ 4467257 w 11269336"/>
              <a:gd name="connsiteY151" fmla="*/ 2196121 h 2323145"/>
              <a:gd name="connsiteX152" fmla="*/ 4459937 w 11269336"/>
              <a:gd name="connsiteY152" fmla="*/ 2195182 h 2323145"/>
              <a:gd name="connsiteX153" fmla="*/ 4433312 w 11269336"/>
              <a:gd name="connsiteY153" fmla="*/ 2199004 h 2323145"/>
              <a:gd name="connsiteX154" fmla="*/ 4420601 w 11269336"/>
              <a:gd name="connsiteY154" fmla="*/ 2205158 h 2323145"/>
              <a:gd name="connsiteX155" fmla="*/ 4405765 w 11269336"/>
              <a:gd name="connsiteY155" fmla="*/ 2199902 h 2323145"/>
              <a:gd name="connsiteX156" fmla="*/ 4401354 w 11269336"/>
              <a:gd name="connsiteY156" fmla="*/ 2194745 h 2323145"/>
              <a:gd name="connsiteX157" fmla="*/ 4383151 w 11269336"/>
              <a:gd name="connsiteY157" fmla="*/ 2201140 h 2323145"/>
              <a:gd name="connsiteX158" fmla="*/ 4366646 w 11269336"/>
              <a:gd name="connsiteY158" fmla="*/ 2198564 h 2323145"/>
              <a:gd name="connsiteX159" fmla="*/ 4354009 w 11269336"/>
              <a:gd name="connsiteY159" fmla="*/ 2204984 h 2323145"/>
              <a:gd name="connsiteX160" fmla="*/ 4348284 w 11269336"/>
              <a:gd name="connsiteY160" fmla="*/ 2205270 h 2323145"/>
              <a:gd name="connsiteX161" fmla="*/ 4333906 w 11269336"/>
              <a:gd name="connsiteY161" fmla="*/ 2205251 h 2323145"/>
              <a:gd name="connsiteX162" fmla="*/ 4308819 w 11269336"/>
              <a:gd name="connsiteY162" fmla="*/ 2203822 h 2323145"/>
              <a:gd name="connsiteX163" fmla="*/ 4301210 w 11269336"/>
              <a:gd name="connsiteY163" fmla="*/ 2204456 h 2323145"/>
              <a:gd name="connsiteX164" fmla="*/ 4283095 w 11269336"/>
              <a:gd name="connsiteY164" fmla="*/ 2198177 h 2323145"/>
              <a:gd name="connsiteX165" fmla="*/ 4250119 w 11269336"/>
              <a:gd name="connsiteY165" fmla="*/ 2196342 h 2323145"/>
              <a:gd name="connsiteX166" fmla="*/ 4189203 w 11269336"/>
              <a:gd name="connsiteY166" fmla="*/ 2178994 h 2323145"/>
              <a:gd name="connsiteX167" fmla="*/ 4154035 w 11269336"/>
              <a:gd name="connsiteY167" fmla="*/ 2171950 h 2323145"/>
              <a:gd name="connsiteX168" fmla="*/ 4129569 w 11269336"/>
              <a:gd name="connsiteY168" fmla="*/ 2163850 h 2323145"/>
              <a:gd name="connsiteX169" fmla="*/ 4061250 w 11269336"/>
              <a:gd name="connsiteY169" fmla="*/ 2159236 h 2323145"/>
              <a:gd name="connsiteX170" fmla="*/ 3945480 w 11269336"/>
              <a:gd name="connsiteY170" fmla="*/ 2158279 h 2323145"/>
              <a:gd name="connsiteX171" fmla="*/ 3921468 w 11269336"/>
              <a:gd name="connsiteY171" fmla="*/ 2156588 h 2323145"/>
              <a:gd name="connsiteX172" fmla="*/ 3903348 w 11269336"/>
              <a:gd name="connsiteY172" fmla="*/ 2149220 h 2323145"/>
              <a:gd name="connsiteX173" fmla="*/ 3901342 w 11269336"/>
              <a:gd name="connsiteY173" fmla="*/ 2142355 h 2323145"/>
              <a:gd name="connsiteX174" fmla="*/ 3888539 w 11269336"/>
              <a:gd name="connsiteY174" fmla="*/ 2140476 h 2323145"/>
              <a:gd name="connsiteX175" fmla="*/ 3885662 w 11269336"/>
              <a:gd name="connsiteY175" fmla="*/ 2138740 h 2323145"/>
              <a:gd name="connsiteX176" fmla="*/ 3868627 w 11269336"/>
              <a:gd name="connsiteY176" fmla="*/ 2130023 h 2323145"/>
              <a:gd name="connsiteX177" fmla="*/ 3819177 w 11269336"/>
              <a:gd name="connsiteY177" fmla="*/ 2142111 h 2323145"/>
              <a:gd name="connsiteX178" fmla="*/ 3769100 w 11269336"/>
              <a:gd name="connsiteY178" fmla="*/ 2131731 h 2323145"/>
              <a:gd name="connsiteX179" fmla="*/ 3562752 w 11269336"/>
              <a:gd name="connsiteY179" fmla="*/ 2131785 h 2323145"/>
              <a:gd name="connsiteX180" fmla="*/ 3541402 w 11269336"/>
              <a:gd name="connsiteY180" fmla="*/ 2106821 h 2323145"/>
              <a:gd name="connsiteX181" fmla="*/ 3365341 w 11269336"/>
              <a:gd name="connsiteY181" fmla="*/ 2077638 h 2323145"/>
              <a:gd name="connsiteX182" fmla="*/ 3170922 w 11269336"/>
              <a:gd name="connsiteY182" fmla="*/ 2115957 h 2323145"/>
              <a:gd name="connsiteX183" fmla="*/ 3156256 w 11269336"/>
              <a:gd name="connsiteY183" fmla="*/ 2124773 h 2323145"/>
              <a:gd name="connsiteX184" fmla="*/ 3140298 w 11269336"/>
              <a:gd name="connsiteY184" fmla="*/ 2129182 h 2323145"/>
              <a:gd name="connsiteX185" fmla="*/ 3138514 w 11269336"/>
              <a:gd name="connsiteY185" fmla="*/ 2128069 h 2323145"/>
              <a:gd name="connsiteX186" fmla="*/ 3120467 w 11269336"/>
              <a:gd name="connsiteY186" fmla="*/ 2128281 h 2323145"/>
              <a:gd name="connsiteX187" fmla="*/ 3116175 w 11269336"/>
              <a:gd name="connsiteY187" fmla="*/ 2131633 h 2323145"/>
              <a:gd name="connsiteX188" fmla="*/ 3103685 w 11269336"/>
              <a:gd name="connsiteY188" fmla="*/ 2132814 h 2323145"/>
              <a:gd name="connsiteX189" fmla="*/ 3078794 w 11269336"/>
              <a:gd name="connsiteY189" fmla="*/ 2137935 h 2323145"/>
              <a:gd name="connsiteX190" fmla="*/ 3074407 w 11269336"/>
              <a:gd name="connsiteY190" fmla="*/ 2136274 h 2323145"/>
              <a:gd name="connsiteX191" fmla="*/ 3037285 w 11269336"/>
              <a:gd name="connsiteY191" fmla="*/ 2139919 h 2323145"/>
              <a:gd name="connsiteX192" fmla="*/ 3036901 w 11269336"/>
              <a:gd name="connsiteY192" fmla="*/ 2138726 h 2323145"/>
              <a:gd name="connsiteX193" fmla="*/ 3026996 w 11269336"/>
              <a:gd name="connsiteY193" fmla="*/ 2134322 h 2323145"/>
              <a:gd name="connsiteX194" fmla="*/ 3007772 w 11269336"/>
              <a:gd name="connsiteY194" fmla="*/ 2128742 h 2323145"/>
              <a:gd name="connsiteX195" fmla="*/ 2965030 w 11269336"/>
              <a:gd name="connsiteY195" fmla="*/ 2100494 h 2323145"/>
              <a:gd name="connsiteX196" fmla="*/ 2926342 w 11269336"/>
              <a:gd name="connsiteY196" fmla="*/ 2104155 h 2323145"/>
              <a:gd name="connsiteX197" fmla="*/ 2918608 w 11269336"/>
              <a:gd name="connsiteY197" fmla="*/ 2104215 h 2323145"/>
              <a:gd name="connsiteX198" fmla="*/ 2918475 w 11269336"/>
              <a:gd name="connsiteY198" fmla="*/ 2103937 h 2323145"/>
              <a:gd name="connsiteX199" fmla="*/ 2910360 w 11269336"/>
              <a:gd name="connsiteY199" fmla="*/ 2103444 h 2323145"/>
              <a:gd name="connsiteX200" fmla="*/ 2904507 w 11269336"/>
              <a:gd name="connsiteY200" fmla="*/ 2104326 h 2323145"/>
              <a:gd name="connsiteX201" fmla="*/ 2889503 w 11269336"/>
              <a:gd name="connsiteY201" fmla="*/ 2104443 h 2323145"/>
              <a:gd name="connsiteX202" fmla="*/ 2884480 w 11269336"/>
              <a:gd name="connsiteY202" fmla="*/ 2102626 h 2323145"/>
              <a:gd name="connsiteX203" fmla="*/ 2882689 w 11269336"/>
              <a:gd name="connsiteY203" fmla="*/ 2099228 h 2323145"/>
              <a:gd name="connsiteX204" fmla="*/ 2881291 w 11269336"/>
              <a:gd name="connsiteY204" fmla="*/ 2099618 h 2323145"/>
              <a:gd name="connsiteX205" fmla="*/ 2853979 w 11269336"/>
              <a:gd name="connsiteY205" fmla="*/ 2090388 h 2323145"/>
              <a:gd name="connsiteX206" fmla="*/ 2791790 w 11269336"/>
              <a:gd name="connsiteY206" fmla="*/ 2080332 h 2323145"/>
              <a:gd name="connsiteX207" fmla="*/ 2755844 w 11269336"/>
              <a:gd name="connsiteY207" fmla="*/ 2078874 h 2323145"/>
              <a:gd name="connsiteX208" fmla="*/ 2657742 w 11269336"/>
              <a:gd name="connsiteY208" fmla="*/ 2070179 h 2323145"/>
              <a:gd name="connsiteX209" fmla="*/ 2559549 w 11269336"/>
              <a:gd name="connsiteY209" fmla="*/ 2057873 h 2323145"/>
              <a:gd name="connsiteX210" fmla="*/ 2512054 w 11269336"/>
              <a:gd name="connsiteY210" fmla="*/ 2031671 h 2323145"/>
              <a:gd name="connsiteX211" fmla="*/ 2506437 w 11269336"/>
              <a:gd name="connsiteY211" fmla="*/ 2030918 h 2323145"/>
              <a:gd name="connsiteX212" fmla="*/ 2491752 w 11269336"/>
              <a:gd name="connsiteY212" fmla="*/ 2033906 h 2323145"/>
              <a:gd name="connsiteX213" fmla="*/ 2486338 w 11269336"/>
              <a:gd name="connsiteY213" fmla="*/ 2035862 h 2323145"/>
              <a:gd name="connsiteX214" fmla="*/ 2478186 w 11269336"/>
              <a:gd name="connsiteY214" fmla="*/ 2036953 h 2323145"/>
              <a:gd name="connsiteX215" fmla="*/ 2477950 w 11269336"/>
              <a:gd name="connsiteY215" fmla="*/ 2036715 h 2323145"/>
              <a:gd name="connsiteX216" fmla="*/ 2470381 w 11269336"/>
              <a:gd name="connsiteY216" fmla="*/ 2038256 h 2323145"/>
              <a:gd name="connsiteX217" fmla="*/ 2433781 w 11269336"/>
              <a:gd name="connsiteY217" fmla="*/ 2049140 h 2323145"/>
              <a:gd name="connsiteX218" fmla="*/ 2381172 w 11269336"/>
              <a:gd name="connsiteY218" fmla="*/ 2030645 h 2323145"/>
              <a:gd name="connsiteX219" fmla="*/ 2360198 w 11269336"/>
              <a:gd name="connsiteY219" fmla="*/ 2029059 h 2323145"/>
              <a:gd name="connsiteX220" fmla="*/ 2348815 w 11269336"/>
              <a:gd name="connsiteY220" fmla="*/ 2026798 h 2323145"/>
              <a:gd name="connsiteX221" fmla="*/ 2347988 w 11269336"/>
              <a:gd name="connsiteY221" fmla="*/ 2025745 h 2323145"/>
              <a:gd name="connsiteX222" fmla="*/ 2312920 w 11269336"/>
              <a:gd name="connsiteY222" fmla="*/ 2036311 h 2323145"/>
              <a:gd name="connsiteX223" fmla="*/ 2307986 w 11269336"/>
              <a:gd name="connsiteY223" fmla="*/ 2035583 h 2323145"/>
              <a:gd name="connsiteX224" fmla="*/ 2285481 w 11269336"/>
              <a:gd name="connsiteY224" fmla="*/ 2045197 h 2323145"/>
              <a:gd name="connsiteX225" fmla="*/ 2273666 w 11269336"/>
              <a:gd name="connsiteY225" fmla="*/ 2048710 h 2323145"/>
              <a:gd name="connsiteX226" fmla="*/ 2270719 w 11269336"/>
              <a:gd name="connsiteY226" fmla="*/ 2052702 h 2323145"/>
              <a:gd name="connsiteX227" fmla="*/ 2253080 w 11269336"/>
              <a:gd name="connsiteY227" fmla="*/ 2056363 h 2323145"/>
              <a:gd name="connsiteX228" fmla="*/ 2250906 w 11269336"/>
              <a:gd name="connsiteY228" fmla="*/ 2055654 h 2323145"/>
              <a:gd name="connsiteX229" fmla="*/ 2236905 w 11269336"/>
              <a:gd name="connsiteY229" fmla="*/ 2062882 h 2323145"/>
              <a:gd name="connsiteX230" fmla="*/ 2225830 w 11269336"/>
              <a:gd name="connsiteY230" fmla="*/ 2074027 h 2323145"/>
              <a:gd name="connsiteX231" fmla="*/ 2073776 w 11269336"/>
              <a:gd name="connsiteY231" fmla="*/ 2089244 h 2323145"/>
              <a:gd name="connsiteX232" fmla="*/ 1948256 w 11269336"/>
              <a:gd name="connsiteY232" fmla="*/ 2146616 h 2323145"/>
              <a:gd name="connsiteX233" fmla="*/ 1865582 w 11269336"/>
              <a:gd name="connsiteY233" fmla="*/ 2153738 h 2323145"/>
              <a:gd name="connsiteX234" fmla="*/ 1835210 w 11269336"/>
              <a:gd name="connsiteY234" fmla="*/ 2134244 h 2323145"/>
              <a:gd name="connsiteX235" fmla="*/ 1632661 w 11269336"/>
              <a:gd name="connsiteY235" fmla="*/ 2173882 h 2323145"/>
              <a:gd name="connsiteX236" fmla="*/ 1579590 w 11269336"/>
              <a:gd name="connsiteY236" fmla="*/ 2173680 h 2323145"/>
              <a:gd name="connsiteX237" fmla="*/ 1535601 w 11269336"/>
              <a:gd name="connsiteY237" fmla="*/ 2194590 h 2323145"/>
              <a:gd name="connsiteX238" fmla="*/ 1515594 w 11269336"/>
              <a:gd name="connsiteY238" fmla="*/ 2189622 h 2323145"/>
              <a:gd name="connsiteX239" fmla="*/ 1512113 w 11269336"/>
              <a:gd name="connsiteY239" fmla="*/ 2188534 h 2323145"/>
              <a:gd name="connsiteX240" fmla="*/ 1498838 w 11269336"/>
              <a:gd name="connsiteY240" fmla="*/ 2189213 h 2323145"/>
              <a:gd name="connsiteX241" fmla="*/ 1494279 w 11269336"/>
              <a:gd name="connsiteY241" fmla="*/ 2183112 h 2323145"/>
              <a:gd name="connsiteX242" fmla="*/ 1473714 w 11269336"/>
              <a:gd name="connsiteY242" fmla="*/ 2179625 h 2323145"/>
              <a:gd name="connsiteX243" fmla="*/ 1449503 w 11269336"/>
              <a:gd name="connsiteY243" fmla="*/ 2182633 h 2323145"/>
              <a:gd name="connsiteX244" fmla="*/ 1266687 w 11269336"/>
              <a:gd name="connsiteY244" fmla="*/ 2212688 h 2323145"/>
              <a:gd name="connsiteX245" fmla="*/ 1239614 w 11269336"/>
              <a:gd name="connsiteY245" fmla="*/ 2209727 h 2323145"/>
              <a:gd name="connsiteX246" fmla="*/ 1202436 w 11269336"/>
              <a:gd name="connsiteY246" fmla="*/ 2209817 h 2323145"/>
              <a:gd name="connsiteX247" fmla="*/ 1136097 w 11269336"/>
              <a:gd name="connsiteY247" fmla="*/ 2205112 h 2323145"/>
              <a:gd name="connsiteX248" fmla="*/ 988232 w 11269336"/>
              <a:gd name="connsiteY248" fmla="*/ 2235635 h 2323145"/>
              <a:gd name="connsiteX249" fmla="*/ 981959 w 11269336"/>
              <a:gd name="connsiteY249" fmla="*/ 2231607 h 2323145"/>
              <a:gd name="connsiteX250" fmla="*/ 938600 w 11269336"/>
              <a:gd name="connsiteY250" fmla="*/ 2238113 h 2323145"/>
              <a:gd name="connsiteX251" fmla="*/ 791788 w 11269336"/>
              <a:gd name="connsiteY251" fmla="*/ 2293224 h 2323145"/>
              <a:gd name="connsiteX252" fmla="*/ 706914 w 11269336"/>
              <a:gd name="connsiteY252" fmla="*/ 2305046 h 2323145"/>
              <a:gd name="connsiteX253" fmla="*/ 675971 w 11269336"/>
              <a:gd name="connsiteY253" fmla="*/ 2304030 h 2323145"/>
              <a:gd name="connsiteX254" fmla="*/ 624180 w 11269336"/>
              <a:gd name="connsiteY254" fmla="*/ 2302650 h 2323145"/>
              <a:gd name="connsiteX255" fmla="*/ 583453 w 11269336"/>
              <a:gd name="connsiteY255" fmla="*/ 2288788 h 2323145"/>
              <a:gd name="connsiteX256" fmla="*/ 540946 w 11269336"/>
              <a:gd name="connsiteY256" fmla="*/ 2292721 h 2323145"/>
              <a:gd name="connsiteX257" fmla="*/ 533680 w 11269336"/>
              <a:gd name="connsiteY257" fmla="*/ 2310233 h 2323145"/>
              <a:gd name="connsiteX258" fmla="*/ 487366 w 11269336"/>
              <a:gd name="connsiteY258" fmla="*/ 2309053 h 2323145"/>
              <a:gd name="connsiteX259" fmla="*/ 416820 w 11269336"/>
              <a:gd name="connsiteY259" fmla="*/ 2305443 h 2323145"/>
              <a:gd name="connsiteX260" fmla="*/ 376805 w 11269336"/>
              <a:gd name="connsiteY260" fmla="*/ 2307647 h 2323145"/>
              <a:gd name="connsiteX261" fmla="*/ 266777 w 11269336"/>
              <a:gd name="connsiteY261" fmla="*/ 2309012 h 2323145"/>
              <a:gd name="connsiteX262" fmla="*/ 156013 w 11269336"/>
              <a:gd name="connsiteY262" fmla="*/ 2306832 h 2323145"/>
              <a:gd name="connsiteX263" fmla="*/ 87258 w 11269336"/>
              <a:gd name="connsiteY263" fmla="*/ 2285511 h 2323145"/>
              <a:gd name="connsiteX264" fmla="*/ 23798 w 11269336"/>
              <a:gd name="connsiteY264" fmla="*/ 2281822 h 2323145"/>
              <a:gd name="connsiteX265" fmla="*/ 0 w 11269336"/>
              <a:gd name="connsiteY265" fmla="*/ 2285369 h 2323145"/>
              <a:gd name="connsiteX266" fmla="*/ 0 w 11269336"/>
              <a:gd name="connsiteY266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380600 w 11269336"/>
              <a:gd name="connsiteY19" fmla="*/ 549821 h 2323145"/>
              <a:gd name="connsiteX20" fmla="*/ 9139429 w 11269336"/>
              <a:gd name="connsiteY20" fmla="*/ 696446 h 2323145"/>
              <a:gd name="connsiteX21" fmla="*/ 9028928 w 11269336"/>
              <a:gd name="connsiteY21" fmla="*/ 745350 h 2323145"/>
              <a:gd name="connsiteX22" fmla="*/ 8977138 w 11269336"/>
              <a:gd name="connsiteY22" fmla="*/ 774970 h 2323145"/>
              <a:gd name="connsiteX23" fmla="*/ 8947030 w 11269336"/>
              <a:gd name="connsiteY23" fmla="*/ 814934 h 2323145"/>
              <a:gd name="connsiteX24" fmla="*/ 8914746 w 11269336"/>
              <a:gd name="connsiteY24" fmla="*/ 826428 h 2323145"/>
              <a:gd name="connsiteX25" fmla="*/ 8917778 w 11269336"/>
              <a:gd name="connsiteY25" fmla="*/ 835198 h 2323145"/>
              <a:gd name="connsiteX26" fmla="*/ 8905560 w 11269336"/>
              <a:gd name="connsiteY26" fmla="*/ 838358 h 2323145"/>
              <a:gd name="connsiteX27" fmla="*/ 8897564 w 11269336"/>
              <a:gd name="connsiteY27" fmla="*/ 834287 h 2323145"/>
              <a:gd name="connsiteX28" fmla="*/ 8878040 w 11269336"/>
              <a:gd name="connsiteY28" fmla="*/ 844150 h 2323145"/>
              <a:gd name="connsiteX29" fmla="*/ 8882654 w 11269336"/>
              <a:gd name="connsiteY29" fmla="*/ 892768 h 2323145"/>
              <a:gd name="connsiteX30" fmla="*/ 8795998 w 11269336"/>
              <a:gd name="connsiteY30" fmla="*/ 863337 h 2323145"/>
              <a:gd name="connsiteX31" fmla="*/ 8776970 w 11269336"/>
              <a:gd name="connsiteY31" fmla="*/ 885177 h 2323145"/>
              <a:gd name="connsiteX32" fmla="*/ 8755719 w 11269336"/>
              <a:gd name="connsiteY32" fmla="*/ 889754 h 2323145"/>
              <a:gd name="connsiteX33" fmla="*/ 8743257 w 11269336"/>
              <a:gd name="connsiteY33" fmla="*/ 904723 h 2323145"/>
              <a:gd name="connsiteX34" fmla="*/ 8721366 w 11269336"/>
              <a:gd name="connsiteY34" fmla="*/ 904711 h 2323145"/>
              <a:gd name="connsiteX35" fmla="*/ 8678353 w 11269336"/>
              <a:gd name="connsiteY35" fmla="*/ 926318 h 2323145"/>
              <a:gd name="connsiteX36" fmla="*/ 8636849 w 11269336"/>
              <a:gd name="connsiteY36" fmla="*/ 937900 h 2323145"/>
              <a:gd name="connsiteX37" fmla="*/ 8620213 w 11269336"/>
              <a:gd name="connsiteY37" fmla="*/ 943068 h 2323145"/>
              <a:gd name="connsiteX38" fmla="*/ 8612581 w 11269336"/>
              <a:gd name="connsiteY38" fmla="*/ 952695 h 2323145"/>
              <a:gd name="connsiteX39" fmla="*/ 8589038 w 11269336"/>
              <a:gd name="connsiteY39" fmla="*/ 963892 h 2323145"/>
              <a:gd name="connsiteX40" fmla="*/ 8579950 w 11269336"/>
              <a:gd name="connsiteY40" fmla="*/ 960899 h 2323145"/>
              <a:gd name="connsiteX41" fmla="*/ 8579319 w 11269336"/>
              <a:gd name="connsiteY41" fmla="*/ 965630 h 2323145"/>
              <a:gd name="connsiteX42" fmla="*/ 8547429 w 11269336"/>
              <a:gd name="connsiteY42" fmla="*/ 984506 h 2323145"/>
              <a:gd name="connsiteX43" fmla="*/ 8478704 w 11269336"/>
              <a:gd name="connsiteY43" fmla="*/ 1025490 h 2323145"/>
              <a:gd name="connsiteX44" fmla="*/ 8461421 w 11269336"/>
              <a:gd name="connsiteY44" fmla="*/ 1035512 h 2323145"/>
              <a:gd name="connsiteX45" fmla="*/ 8445003 w 11269336"/>
              <a:gd name="connsiteY45" fmla="*/ 1036851 h 2323145"/>
              <a:gd name="connsiteX46" fmla="*/ 8357350 w 11269336"/>
              <a:gd name="connsiteY46" fmla="*/ 1060213 h 2323145"/>
              <a:gd name="connsiteX47" fmla="*/ 8335565 w 11269336"/>
              <a:gd name="connsiteY47" fmla="*/ 1061151 h 2323145"/>
              <a:gd name="connsiteX48" fmla="*/ 8325267 w 11269336"/>
              <a:gd name="connsiteY48" fmla="*/ 1055919 h 2323145"/>
              <a:gd name="connsiteX49" fmla="*/ 8293586 w 11269336"/>
              <a:gd name="connsiteY49" fmla="*/ 1076144 h 2323145"/>
              <a:gd name="connsiteX50" fmla="*/ 8242405 w 11269336"/>
              <a:gd name="connsiteY50" fmla="*/ 1095960 h 2323145"/>
              <a:gd name="connsiteX51" fmla="*/ 8197391 w 11269336"/>
              <a:gd name="connsiteY51" fmla="*/ 1107746 h 2323145"/>
              <a:gd name="connsiteX52" fmla="*/ 8081474 w 11269336"/>
              <a:gd name="connsiteY52" fmla="*/ 1130125 h 2323145"/>
              <a:gd name="connsiteX53" fmla="*/ 8053585 w 11269336"/>
              <a:gd name="connsiteY53" fmla="*/ 1129169 h 2323145"/>
              <a:gd name="connsiteX54" fmla="*/ 8038422 w 11269336"/>
              <a:gd name="connsiteY54" fmla="*/ 1119092 h 2323145"/>
              <a:gd name="connsiteX55" fmla="*/ 8029450 w 11269336"/>
              <a:gd name="connsiteY55" fmla="*/ 1125592 h 2323145"/>
              <a:gd name="connsiteX56" fmla="*/ 7959552 w 11269336"/>
              <a:gd name="connsiteY56" fmla="*/ 1140188 h 2323145"/>
              <a:gd name="connsiteX57" fmla="*/ 7914188 w 11269336"/>
              <a:gd name="connsiteY57" fmla="*/ 1150862 h 2323145"/>
              <a:gd name="connsiteX58" fmla="*/ 7914918 w 11269336"/>
              <a:gd name="connsiteY58" fmla="*/ 1168758 h 2323145"/>
              <a:gd name="connsiteX59" fmla="*/ 7875510 w 11269336"/>
              <a:gd name="connsiteY59" fmla="*/ 1183153 h 2323145"/>
              <a:gd name="connsiteX60" fmla="*/ 7829932 w 11269336"/>
              <a:gd name="connsiteY60" fmla="*/ 1180782 h 2323145"/>
              <a:gd name="connsiteX61" fmla="*/ 7779182 w 11269336"/>
              <a:gd name="connsiteY61" fmla="*/ 1192665 h 2323145"/>
              <a:gd name="connsiteX62" fmla="*/ 7748774 w 11269336"/>
              <a:gd name="connsiteY62" fmla="*/ 1199586 h 2323145"/>
              <a:gd name="connsiteX63" fmla="*/ 7671846 w 11269336"/>
              <a:gd name="connsiteY63" fmla="*/ 1231966 h 2323145"/>
              <a:gd name="connsiteX64" fmla="*/ 7554146 w 11269336"/>
              <a:gd name="connsiteY64" fmla="*/ 1319748 h 2323145"/>
              <a:gd name="connsiteX65" fmla="*/ 7515052 w 11269336"/>
              <a:gd name="connsiteY65" fmla="*/ 1336718 h 2323145"/>
              <a:gd name="connsiteX66" fmla="*/ 7507193 w 11269336"/>
              <a:gd name="connsiteY66" fmla="*/ 1334617 h 2323145"/>
              <a:gd name="connsiteX67" fmla="*/ 7461694 w 11269336"/>
              <a:gd name="connsiteY67" fmla="*/ 1375866 h 2323145"/>
              <a:gd name="connsiteX68" fmla="*/ 7377571 w 11269336"/>
              <a:gd name="connsiteY68" fmla="*/ 1400128 h 2323145"/>
              <a:gd name="connsiteX69" fmla="*/ 7311261 w 11269336"/>
              <a:gd name="connsiteY69" fmla="*/ 1412652 h 2323145"/>
              <a:gd name="connsiteX70" fmla="*/ 7275307 w 11269336"/>
              <a:gd name="connsiteY70" fmla="*/ 1422171 h 2323145"/>
              <a:gd name="connsiteX71" fmla="*/ 7247783 w 11269336"/>
              <a:gd name="connsiteY71" fmla="*/ 1426330 h 2323145"/>
              <a:gd name="connsiteX72" fmla="*/ 7185047 w 11269336"/>
              <a:gd name="connsiteY72" fmla="*/ 1451812 h 2323145"/>
              <a:gd name="connsiteX73" fmla="*/ 7084117 w 11269336"/>
              <a:gd name="connsiteY73" fmla="*/ 1500281 h 2323145"/>
              <a:gd name="connsiteX74" fmla="*/ 7062011 w 11269336"/>
              <a:gd name="connsiteY74" fmla="*/ 1509183 h 2323145"/>
              <a:gd name="connsiteX75" fmla="*/ 7040555 w 11269336"/>
              <a:gd name="connsiteY75" fmla="*/ 1511207 h 2323145"/>
              <a:gd name="connsiteX76" fmla="*/ 7033438 w 11269336"/>
              <a:gd name="connsiteY76" fmla="*/ 1506772 h 2323145"/>
              <a:gd name="connsiteX77" fmla="*/ 7020886 w 11269336"/>
              <a:gd name="connsiteY77" fmla="*/ 1510764 h 2323145"/>
              <a:gd name="connsiteX78" fmla="*/ 7017033 w 11269336"/>
              <a:gd name="connsiteY78" fmla="*/ 1510650 h 2323145"/>
              <a:gd name="connsiteX79" fmla="*/ 6995460 w 11269336"/>
              <a:gd name="connsiteY79" fmla="*/ 1511173 h 2323145"/>
              <a:gd name="connsiteX80" fmla="*/ 6962144 w 11269336"/>
              <a:gd name="connsiteY80" fmla="*/ 1541508 h 2323145"/>
              <a:gd name="connsiteX81" fmla="*/ 6910674 w 11269336"/>
              <a:gd name="connsiteY81" fmla="*/ 1554793 h 2323145"/>
              <a:gd name="connsiteX82" fmla="*/ 6732152 w 11269336"/>
              <a:gd name="connsiteY82" fmla="*/ 1642538 h 2323145"/>
              <a:gd name="connsiteX83" fmla="*/ 6694106 w 11269336"/>
              <a:gd name="connsiteY83" fmla="*/ 1632377 h 2323145"/>
              <a:gd name="connsiteX84" fmla="*/ 6617223 w 11269336"/>
              <a:gd name="connsiteY84" fmla="*/ 1659889 h 2323145"/>
              <a:gd name="connsiteX85" fmla="*/ 6521138 w 11269336"/>
              <a:gd name="connsiteY85" fmla="*/ 1744340 h 2323145"/>
              <a:gd name="connsiteX86" fmla="*/ 6380677 w 11269336"/>
              <a:gd name="connsiteY86" fmla="*/ 1796883 h 2323145"/>
              <a:gd name="connsiteX87" fmla="*/ 6374897 w 11269336"/>
              <a:gd name="connsiteY87" fmla="*/ 1809910 h 2323145"/>
              <a:gd name="connsiteX88" fmla="*/ 6364545 w 11269336"/>
              <a:gd name="connsiteY88" fmla="*/ 1820090 h 2323145"/>
              <a:gd name="connsiteX89" fmla="*/ 6362126 w 11269336"/>
              <a:gd name="connsiteY89" fmla="*/ 1819991 h 2323145"/>
              <a:gd name="connsiteX90" fmla="*/ 6346673 w 11269336"/>
              <a:gd name="connsiteY90" fmla="*/ 1827824 h 2323145"/>
              <a:gd name="connsiteX91" fmla="*/ 6345588 w 11269336"/>
              <a:gd name="connsiteY91" fmla="*/ 1832232 h 2323145"/>
              <a:gd name="connsiteX92" fmla="*/ 6335708 w 11269336"/>
              <a:gd name="connsiteY92" fmla="*/ 1838451 h 2323145"/>
              <a:gd name="connsiteX93" fmla="*/ 6318182 w 11269336"/>
              <a:gd name="connsiteY93" fmla="*/ 1852975 h 2323145"/>
              <a:gd name="connsiteX94" fmla="*/ 6313084 w 11269336"/>
              <a:gd name="connsiteY94" fmla="*/ 1853561 h 2323145"/>
              <a:gd name="connsiteX95" fmla="*/ 6283816 w 11269336"/>
              <a:gd name="connsiteY95" fmla="*/ 1872148 h 2323145"/>
              <a:gd name="connsiteX96" fmla="*/ 6282550 w 11269336"/>
              <a:gd name="connsiteY96" fmla="*/ 1871392 h 2323145"/>
              <a:gd name="connsiteX97" fmla="*/ 6270527 w 11269336"/>
              <a:gd name="connsiteY97" fmla="*/ 1872208 h 2323145"/>
              <a:gd name="connsiteX98" fmla="*/ 6249518 w 11269336"/>
              <a:gd name="connsiteY98" fmla="*/ 1876079 h 2323145"/>
              <a:gd name="connsiteX99" fmla="*/ 6190386 w 11269336"/>
              <a:gd name="connsiteY99" fmla="*/ 1872478 h 2323145"/>
              <a:gd name="connsiteX100" fmla="*/ 6159777 w 11269336"/>
              <a:gd name="connsiteY100" fmla="*/ 1891745 h 2323145"/>
              <a:gd name="connsiteX101" fmla="*/ 6153131 w 11269336"/>
              <a:gd name="connsiteY101" fmla="*/ 1895079 h 2323145"/>
              <a:gd name="connsiteX102" fmla="*/ 6152798 w 11269336"/>
              <a:gd name="connsiteY102" fmla="*/ 1894920 h 2323145"/>
              <a:gd name="connsiteX103" fmla="*/ 6145388 w 11269336"/>
              <a:gd name="connsiteY103" fmla="*/ 1897990 h 2323145"/>
              <a:gd name="connsiteX104" fmla="*/ 6141014 w 11269336"/>
              <a:gd name="connsiteY104" fmla="*/ 1901155 h 2323145"/>
              <a:gd name="connsiteX105" fmla="*/ 6128122 w 11269336"/>
              <a:gd name="connsiteY105" fmla="*/ 1907623 h 2323145"/>
              <a:gd name="connsiteX106" fmla="*/ 6122351 w 11269336"/>
              <a:gd name="connsiteY106" fmla="*/ 1908359 h 2323145"/>
              <a:gd name="connsiteX107" fmla="*/ 6064750 w 11269336"/>
              <a:gd name="connsiteY107" fmla="*/ 1896394 h 2323145"/>
              <a:gd name="connsiteX108" fmla="*/ 5964230 w 11269336"/>
              <a:gd name="connsiteY108" fmla="*/ 1910038 h 2323145"/>
              <a:gd name="connsiteX109" fmla="*/ 5865399 w 11269336"/>
              <a:gd name="connsiteY109" fmla="*/ 1926966 h 2323145"/>
              <a:gd name="connsiteX110" fmla="*/ 5829951 w 11269336"/>
              <a:gd name="connsiteY110" fmla="*/ 1934755 h 2323145"/>
              <a:gd name="connsiteX111" fmla="*/ 5765285 w 11269336"/>
              <a:gd name="connsiteY111" fmla="*/ 1941322 h 2323145"/>
              <a:gd name="connsiteX112" fmla="*/ 5734750 w 11269336"/>
              <a:gd name="connsiteY112" fmla="*/ 1939793 h 2323145"/>
              <a:gd name="connsiteX113" fmla="*/ 5733569 w 11269336"/>
              <a:gd name="connsiteY113" fmla="*/ 1940505 h 2323145"/>
              <a:gd name="connsiteX114" fmla="*/ 5730329 w 11269336"/>
              <a:gd name="connsiteY114" fmla="*/ 1937845 h 2323145"/>
              <a:gd name="connsiteX115" fmla="*/ 5724661 w 11269336"/>
              <a:gd name="connsiteY115" fmla="*/ 1937455 h 2323145"/>
              <a:gd name="connsiteX116" fmla="*/ 5710186 w 11269336"/>
              <a:gd name="connsiteY116" fmla="*/ 1941370 h 2323145"/>
              <a:gd name="connsiteX117" fmla="*/ 5704910 w 11269336"/>
              <a:gd name="connsiteY117" fmla="*/ 1943663 h 2323145"/>
              <a:gd name="connsiteX118" fmla="*/ 5696836 w 11269336"/>
              <a:gd name="connsiteY118" fmla="*/ 1945271 h 2323145"/>
              <a:gd name="connsiteX119" fmla="*/ 5696583 w 11269336"/>
              <a:gd name="connsiteY119" fmla="*/ 1945050 h 2323145"/>
              <a:gd name="connsiteX120" fmla="*/ 5689123 w 11269336"/>
              <a:gd name="connsiteY120" fmla="*/ 1947067 h 2323145"/>
              <a:gd name="connsiteX121" fmla="*/ 5653291 w 11269336"/>
              <a:gd name="connsiteY121" fmla="*/ 1960245 h 2323145"/>
              <a:gd name="connsiteX122" fmla="*/ 5599385 w 11269336"/>
              <a:gd name="connsiteY122" fmla="*/ 1945198 h 2323145"/>
              <a:gd name="connsiteX123" fmla="*/ 5578300 w 11269336"/>
              <a:gd name="connsiteY123" fmla="*/ 1944963 h 2323145"/>
              <a:gd name="connsiteX124" fmla="*/ 5566758 w 11269336"/>
              <a:gd name="connsiteY124" fmla="*/ 1943441 h 2323145"/>
              <a:gd name="connsiteX125" fmla="*/ 5565857 w 11269336"/>
              <a:gd name="connsiteY125" fmla="*/ 1942445 h 2323145"/>
              <a:gd name="connsiteX126" fmla="*/ 5531534 w 11269336"/>
              <a:gd name="connsiteY126" fmla="*/ 1955208 h 2323145"/>
              <a:gd name="connsiteX127" fmla="*/ 5526552 w 11269336"/>
              <a:gd name="connsiteY127" fmla="*/ 1954799 h 2323145"/>
              <a:gd name="connsiteX128" fmla="*/ 5504723 w 11269336"/>
              <a:gd name="connsiteY128" fmla="*/ 1965811 h 2323145"/>
              <a:gd name="connsiteX129" fmla="*/ 5493156 w 11269336"/>
              <a:gd name="connsiteY129" fmla="*/ 1970063 h 2323145"/>
              <a:gd name="connsiteX130" fmla="*/ 5490486 w 11269336"/>
              <a:gd name="connsiteY130" fmla="*/ 1974227 h 2323145"/>
              <a:gd name="connsiteX131" fmla="*/ 5473107 w 11269336"/>
              <a:gd name="connsiteY131" fmla="*/ 1979001 h 2323145"/>
              <a:gd name="connsiteX132" fmla="*/ 5470885 w 11269336"/>
              <a:gd name="connsiteY132" fmla="*/ 1978432 h 2323145"/>
              <a:gd name="connsiteX133" fmla="*/ 5457393 w 11269336"/>
              <a:gd name="connsiteY133" fmla="*/ 1986525 h 2323145"/>
              <a:gd name="connsiteX134" fmla="*/ 5447102 w 11269336"/>
              <a:gd name="connsiteY134" fmla="*/ 1998329 h 2323145"/>
              <a:gd name="connsiteX135" fmla="*/ 5159151 w 11269336"/>
              <a:gd name="connsiteY135" fmla="*/ 2029640 h 2323145"/>
              <a:gd name="connsiteX136" fmla="*/ 5041688 w 11269336"/>
              <a:gd name="connsiteY136" fmla="*/ 2022334 h 2323145"/>
              <a:gd name="connsiteX137" fmla="*/ 4860988 w 11269336"/>
              <a:gd name="connsiteY137" fmla="*/ 2135698 h 2323145"/>
              <a:gd name="connsiteX138" fmla="*/ 4807902 w 11269336"/>
              <a:gd name="connsiteY138" fmla="*/ 2138894 h 2323145"/>
              <a:gd name="connsiteX139" fmla="*/ 4765388 w 11269336"/>
              <a:gd name="connsiteY139" fmla="*/ 2162525 h 2323145"/>
              <a:gd name="connsiteX140" fmla="*/ 4745033 w 11269336"/>
              <a:gd name="connsiteY140" fmla="*/ 2158859 h 2323145"/>
              <a:gd name="connsiteX141" fmla="*/ 4741475 w 11269336"/>
              <a:gd name="connsiteY141" fmla="*/ 2157998 h 2323145"/>
              <a:gd name="connsiteX142" fmla="*/ 4728247 w 11269336"/>
              <a:gd name="connsiteY142" fmla="*/ 2159526 h 2323145"/>
              <a:gd name="connsiteX143" fmla="*/ 4723263 w 11269336"/>
              <a:gd name="connsiteY143" fmla="*/ 2153742 h 2323145"/>
              <a:gd name="connsiteX144" fmla="*/ 4702453 w 11269336"/>
              <a:gd name="connsiteY144" fmla="*/ 2151586 h 2323145"/>
              <a:gd name="connsiteX145" fmla="*/ 4678455 w 11269336"/>
              <a:gd name="connsiteY145" fmla="*/ 2156131 h 2323145"/>
              <a:gd name="connsiteX146" fmla="*/ 4593061 w 11269336"/>
              <a:gd name="connsiteY146" fmla="*/ 2171597 h 2323145"/>
              <a:gd name="connsiteX147" fmla="*/ 4579902 w 11269336"/>
              <a:gd name="connsiteY147" fmla="*/ 2177927 h 2323145"/>
              <a:gd name="connsiteX148" fmla="*/ 4533444 w 11269336"/>
              <a:gd name="connsiteY148" fmla="*/ 2181200 h 2323145"/>
              <a:gd name="connsiteX149" fmla="*/ 4492832 w 11269336"/>
              <a:gd name="connsiteY149" fmla="*/ 2188033 h 2323145"/>
              <a:gd name="connsiteX150" fmla="*/ 4467257 w 11269336"/>
              <a:gd name="connsiteY150" fmla="*/ 2196121 h 2323145"/>
              <a:gd name="connsiteX151" fmla="*/ 4459937 w 11269336"/>
              <a:gd name="connsiteY151" fmla="*/ 2195182 h 2323145"/>
              <a:gd name="connsiteX152" fmla="*/ 4433312 w 11269336"/>
              <a:gd name="connsiteY152" fmla="*/ 2199004 h 2323145"/>
              <a:gd name="connsiteX153" fmla="*/ 4420601 w 11269336"/>
              <a:gd name="connsiteY153" fmla="*/ 2205158 h 2323145"/>
              <a:gd name="connsiteX154" fmla="*/ 4405765 w 11269336"/>
              <a:gd name="connsiteY154" fmla="*/ 2199902 h 2323145"/>
              <a:gd name="connsiteX155" fmla="*/ 4401354 w 11269336"/>
              <a:gd name="connsiteY155" fmla="*/ 2194745 h 2323145"/>
              <a:gd name="connsiteX156" fmla="*/ 4383151 w 11269336"/>
              <a:gd name="connsiteY156" fmla="*/ 2201140 h 2323145"/>
              <a:gd name="connsiteX157" fmla="*/ 4366646 w 11269336"/>
              <a:gd name="connsiteY157" fmla="*/ 2198564 h 2323145"/>
              <a:gd name="connsiteX158" fmla="*/ 4354009 w 11269336"/>
              <a:gd name="connsiteY158" fmla="*/ 2204984 h 2323145"/>
              <a:gd name="connsiteX159" fmla="*/ 4348284 w 11269336"/>
              <a:gd name="connsiteY159" fmla="*/ 2205270 h 2323145"/>
              <a:gd name="connsiteX160" fmla="*/ 4333906 w 11269336"/>
              <a:gd name="connsiteY160" fmla="*/ 2205251 h 2323145"/>
              <a:gd name="connsiteX161" fmla="*/ 4308819 w 11269336"/>
              <a:gd name="connsiteY161" fmla="*/ 2203822 h 2323145"/>
              <a:gd name="connsiteX162" fmla="*/ 4301210 w 11269336"/>
              <a:gd name="connsiteY162" fmla="*/ 2204456 h 2323145"/>
              <a:gd name="connsiteX163" fmla="*/ 4283095 w 11269336"/>
              <a:gd name="connsiteY163" fmla="*/ 2198177 h 2323145"/>
              <a:gd name="connsiteX164" fmla="*/ 4250119 w 11269336"/>
              <a:gd name="connsiteY164" fmla="*/ 2196342 h 2323145"/>
              <a:gd name="connsiteX165" fmla="*/ 4189203 w 11269336"/>
              <a:gd name="connsiteY165" fmla="*/ 2178994 h 2323145"/>
              <a:gd name="connsiteX166" fmla="*/ 4154035 w 11269336"/>
              <a:gd name="connsiteY166" fmla="*/ 2171950 h 2323145"/>
              <a:gd name="connsiteX167" fmla="*/ 4129569 w 11269336"/>
              <a:gd name="connsiteY167" fmla="*/ 2163850 h 2323145"/>
              <a:gd name="connsiteX168" fmla="*/ 4061250 w 11269336"/>
              <a:gd name="connsiteY168" fmla="*/ 2159236 h 2323145"/>
              <a:gd name="connsiteX169" fmla="*/ 3945480 w 11269336"/>
              <a:gd name="connsiteY169" fmla="*/ 2158279 h 2323145"/>
              <a:gd name="connsiteX170" fmla="*/ 3921468 w 11269336"/>
              <a:gd name="connsiteY170" fmla="*/ 2156588 h 2323145"/>
              <a:gd name="connsiteX171" fmla="*/ 3903348 w 11269336"/>
              <a:gd name="connsiteY171" fmla="*/ 2149220 h 2323145"/>
              <a:gd name="connsiteX172" fmla="*/ 3901342 w 11269336"/>
              <a:gd name="connsiteY172" fmla="*/ 2142355 h 2323145"/>
              <a:gd name="connsiteX173" fmla="*/ 3888539 w 11269336"/>
              <a:gd name="connsiteY173" fmla="*/ 2140476 h 2323145"/>
              <a:gd name="connsiteX174" fmla="*/ 3885662 w 11269336"/>
              <a:gd name="connsiteY174" fmla="*/ 2138740 h 2323145"/>
              <a:gd name="connsiteX175" fmla="*/ 3868627 w 11269336"/>
              <a:gd name="connsiteY175" fmla="*/ 2130023 h 2323145"/>
              <a:gd name="connsiteX176" fmla="*/ 3819177 w 11269336"/>
              <a:gd name="connsiteY176" fmla="*/ 2142111 h 2323145"/>
              <a:gd name="connsiteX177" fmla="*/ 3769100 w 11269336"/>
              <a:gd name="connsiteY177" fmla="*/ 2131731 h 2323145"/>
              <a:gd name="connsiteX178" fmla="*/ 3562752 w 11269336"/>
              <a:gd name="connsiteY178" fmla="*/ 2131785 h 2323145"/>
              <a:gd name="connsiteX179" fmla="*/ 3541402 w 11269336"/>
              <a:gd name="connsiteY179" fmla="*/ 2106821 h 2323145"/>
              <a:gd name="connsiteX180" fmla="*/ 3365341 w 11269336"/>
              <a:gd name="connsiteY180" fmla="*/ 2077638 h 2323145"/>
              <a:gd name="connsiteX181" fmla="*/ 3170922 w 11269336"/>
              <a:gd name="connsiteY181" fmla="*/ 2115957 h 2323145"/>
              <a:gd name="connsiteX182" fmla="*/ 3156256 w 11269336"/>
              <a:gd name="connsiteY182" fmla="*/ 2124773 h 2323145"/>
              <a:gd name="connsiteX183" fmla="*/ 3140298 w 11269336"/>
              <a:gd name="connsiteY183" fmla="*/ 2129182 h 2323145"/>
              <a:gd name="connsiteX184" fmla="*/ 3138514 w 11269336"/>
              <a:gd name="connsiteY184" fmla="*/ 2128069 h 2323145"/>
              <a:gd name="connsiteX185" fmla="*/ 3120467 w 11269336"/>
              <a:gd name="connsiteY185" fmla="*/ 2128281 h 2323145"/>
              <a:gd name="connsiteX186" fmla="*/ 3116175 w 11269336"/>
              <a:gd name="connsiteY186" fmla="*/ 2131633 h 2323145"/>
              <a:gd name="connsiteX187" fmla="*/ 3103685 w 11269336"/>
              <a:gd name="connsiteY187" fmla="*/ 2132814 h 2323145"/>
              <a:gd name="connsiteX188" fmla="*/ 3078794 w 11269336"/>
              <a:gd name="connsiteY188" fmla="*/ 2137935 h 2323145"/>
              <a:gd name="connsiteX189" fmla="*/ 3074407 w 11269336"/>
              <a:gd name="connsiteY189" fmla="*/ 2136274 h 2323145"/>
              <a:gd name="connsiteX190" fmla="*/ 3037285 w 11269336"/>
              <a:gd name="connsiteY190" fmla="*/ 2139919 h 2323145"/>
              <a:gd name="connsiteX191" fmla="*/ 3036901 w 11269336"/>
              <a:gd name="connsiteY191" fmla="*/ 2138726 h 2323145"/>
              <a:gd name="connsiteX192" fmla="*/ 3026996 w 11269336"/>
              <a:gd name="connsiteY192" fmla="*/ 2134322 h 2323145"/>
              <a:gd name="connsiteX193" fmla="*/ 3007772 w 11269336"/>
              <a:gd name="connsiteY193" fmla="*/ 2128742 h 2323145"/>
              <a:gd name="connsiteX194" fmla="*/ 2965030 w 11269336"/>
              <a:gd name="connsiteY194" fmla="*/ 2100494 h 2323145"/>
              <a:gd name="connsiteX195" fmla="*/ 2926342 w 11269336"/>
              <a:gd name="connsiteY195" fmla="*/ 2104155 h 2323145"/>
              <a:gd name="connsiteX196" fmla="*/ 2918608 w 11269336"/>
              <a:gd name="connsiteY196" fmla="*/ 2104215 h 2323145"/>
              <a:gd name="connsiteX197" fmla="*/ 2918475 w 11269336"/>
              <a:gd name="connsiteY197" fmla="*/ 2103937 h 2323145"/>
              <a:gd name="connsiteX198" fmla="*/ 2910360 w 11269336"/>
              <a:gd name="connsiteY198" fmla="*/ 2103444 h 2323145"/>
              <a:gd name="connsiteX199" fmla="*/ 2904507 w 11269336"/>
              <a:gd name="connsiteY199" fmla="*/ 2104326 h 2323145"/>
              <a:gd name="connsiteX200" fmla="*/ 2889503 w 11269336"/>
              <a:gd name="connsiteY200" fmla="*/ 2104443 h 2323145"/>
              <a:gd name="connsiteX201" fmla="*/ 2884480 w 11269336"/>
              <a:gd name="connsiteY201" fmla="*/ 2102626 h 2323145"/>
              <a:gd name="connsiteX202" fmla="*/ 2882689 w 11269336"/>
              <a:gd name="connsiteY202" fmla="*/ 2099228 h 2323145"/>
              <a:gd name="connsiteX203" fmla="*/ 2881291 w 11269336"/>
              <a:gd name="connsiteY203" fmla="*/ 2099618 h 2323145"/>
              <a:gd name="connsiteX204" fmla="*/ 2853979 w 11269336"/>
              <a:gd name="connsiteY204" fmla="*/ 2090388 h 2323145"/>
              <a:gd name="connsiteX205" fmla="*/ 2791790 w 11269336"/>
              <a:gd name="connsiteY205" fmla="*/ 2080332 h 2323145"/>
              <a:gd name="connsiteX206" fmla="*/ 2755844 w 11269336"/>
              <a:gd name="connsiteY206" fmla="*/ 2078874 h 2323145"/>
              <a:gd name="connsiteX207" fmla="*/ 2657742 w 11269336"/>
              <a:gd name="connsiteY207" fmla="*/ 2070179 h 2323145"/>
              <a:gd name="connsiteX208" fmla="*/ 2559549 w 11269336"/>
              <a:gd name="connsiteY208" fmla="*/ 2057873 h 2323145"/>
              <a:gd name="connsiteX209" fmla="*/ 2512054 w 11269336"/>
              <a:gd name="connsiteY209" fmla="*/ 2031671 h 2323145"/>
              <a:gd name="connsiteX210" fmla="*/ 2506437 w 11269336"/>
              <a:gd name="connsiteY210" fmla="*/ 2030918 h 2323145"/>
              <a:gd name="connsiteX211" fmla="*/ 2491752 w 11269336"/>
              <a:gd name="connsiteY211" fmla="*/ 2033906 h 2323145"/>
              <a:gd name="connsiteX212" fmla="*/ 2486338 w 11269336"/>
              <a:gd name="connsiteY212" fmla="*/ 2035862 h 2323145"/>
              <a:gd name="connsiteX213" fmla="*/ 2478186 w 11269336"/>
              <a:gd name="connsiteY213" fmla="*/ 2036953 h 2323145"/>
              <a:gd name="connsiteX214" fmla="*/ 2477950 w 11269336"/>
              <a:gd name="connsiteY214" fmla="*/ 2036715 h 2323145"/>
              <a:gd name="connsiteX215" fmla="*/ 2470381 w 11269336"/>
              <a:gd name="connsiteY215" fmla="*/ 2038256 h 2323145"/>
              <a:gd name="connsiteX216" fmla="*/ 2433781 w 11269336"/>
              <a:gd name="connsiteY216" fmla="*/ 2049140 h 2323145"/>
              <a:gd name="connsiteX217" fmla="*/ 2381172 w 11269336"/>
              <a:gd name="connsiteY217" fmla="*/ 2030645 h 2323145"/>
              <a:gd name="connsiteX218" fmla="*/ 2360198 w 11269336"/>
              <a:gd name="connsiteY218" fmla="*/ 2029059 h 2323145"/>
              <a:gd name="connsiteX219" fmla="*/ 2348815 w 11269336"/>
              <a:gd name="connsiteY219" fmla="*/ 2026798 h 2323145"/>
              <a:gd name="connsiteX220" fmla="*/ 2347988 w 11269336"/>
              <a:gd name="connsiteY220" fmla="*/ 2025745 h 2323145"/>
              <a:gd name="connsiteX221" fmla="*/ 2312920 w 11269336"/>
              <a:gd name="connsiteY221" fmla="*/ 2036311 h 2323145"/>
              <a:gd name="connsiteX222" fmla="*/ 2307986 w 11269336"/>
              <a:gd name="connsiteY222" fmla="*/ 2035583 h 2323145"/>
              <a:gd name="connsiteX223" fmla="*/ 2285481 w 11269336"/>
              <a:gd name="connsiteY223" fmla="*/ 2045197 h 2323145"/>
              <a:gd name="connsiteX224" fmla="*/ 2273666 w 11269336"/>
              <a:gd name="connsiteY224" fmla="*/ 2048710 h 2323145"/>
              <a:gd name="connsiteX225" fmla="*/ 2270719 w 11269336"/>
              <a:gd name="connsiteY225" fmla="*/ 2052702 h 2323145"/>
              <a:gd name="connsiteX226" fmla="*/ 2253080 w 11269336"/>
              <a:gd name="connsiteY226" fmla="*/ 2056363 h 2323145"/>
              <a:gd name="connsiteX227" fmla="*/ 2250906 w 11269336"/>
              <a:gd name="connsiteY227" fmla="*/ 2055654 h 2323145"/>
              <a:gd name="connsiteX228" fmla="*/ 2236905 w 11269336"/>
              <a:gd name="connsiteY228" fmla="*/ 2062882 h 2323145"/>
              <a:gd name="connsiteX229" fmla="*/ 2225830 w 11269336"/>
              <a:gd name="connsiteY229" fmla="*/ 2074027 h 2323145"/>
              <a:gd name="connsiteX230" fmla="*/ 2073776 w 11269336"/>
              <a:gd name="connsiteY230" fmla="*/ 2089244 h 2323145"/>
              <a:gd name="connsiteX231" fmla="*/ 1948256 w 11269336"/>
              <a:gd name="connsiteY231" fmla="*/ 2146616 h 2323145"/>
              <a:gd name="connsiteX232" fmla="*/ 1865582 w 11269336"/>
              <a:gd name="connsiteY232" fmla="*/ 2153738 h 2323145"/>
              <a:gd name="connsiteX233" fmla="*/ 1835210 w 11269336"/>
              <a:gd name="connsiteY233" fmla="*/ 2134244 h 2323145"/>
              <a:gd name="connsiteX234" fmla="*/ 1632661 w 11269336"/>
              <a:gd name="connsiteY234" fmla="*/ 2173882 h 2323145"/>
              <a:gd name="connsiteX235" fmla="*/ 1579590 w 11269336"/>
              <a:gd name="connsiteY235" fmla="*/ 2173680 h 2323145"/>
              <a:gd name="connsiteX236" fmla="*/ 1535601 w 11269336"/>
              <a:gd name="connsiteY236" fmla="*/ 2194590 h 2323145"/>
              <a:gd name="connsiteX237" fmla="*/ 1515594 w 11269336"/>
              <a:gd name="connsiteY237" fmla="*/ 2189622 h 2323145"/>
              <a:gd name="connsiteX238" fmla="*/ 1512113 w 11269336"/>
              <a:gd name="connsiteY238" fmla="*/ 2188534 h 2323145"/>
              <a:gd name="connsiteX239" fmla="*/ 1498838 w 11269336"/>
              <a:gd name="connsiteY239" fmla="*/ 2189213 h 2323145"/>
              <a:gd name="connsiteX240" fmla="*/ 1494279 w 11269336"/>
              <a:gd name="connsiteY240" fmla="*/ 2183112 h 2323145"/>
              <a:gd name="connsiteX241" fmla="*/ 1473714 w 11269336"/>
              <a:gd name="connsiteY241" fmla="*/ 2179625 h 2323145"/>
              <a:gd name="connsiteX242" fmla="*/ 1449503 w 11269336"/>
              <a:gd name="connsiteY242" fmla="*/ 2182633 h 2323145"/>
              <a:gd name="connsiteX243" fmla="*/ 1266687 w 11269336"/>
              <a:gd name="connsiteY243" fmla="*/ 2212688 h 2323145"/>
              <a:gd name="connsiteX244" fmla="*/ 1239614 w 11269336"/>
              <a:gd name="connsiteY244" fmla="*/ 2209727 h 2323145"/>
              <a:gd name="connsiteX245" fmla="*/ 1202436 w 11269336"/>
              <a:gd name="connsiteY245" fmla="*/ 2209817 h 2323145"/>
              <a:gd name="connsiteX246" fmla="*/ 1136097 w 11269336"/>
              <a:gd name="connsiteY246" fmla="*/ 2205112 h 2323145"/>
              <a:gd name="connsiteX247" fmla="*/ 988232 w 11269336"/>
              <a:gd name="connsiteY247" fmla="*/ 2235635 h 2323145"/>
              <a:gd name="connsiteX248" fmla="*/ 981959 w 11269336"/>
              <a:gd name="connsiteY248" fmla="*/ 2231607 h 2323145"/>
              <a:gd name="connsiteX249" fmla="*/ 938600 w 11269336"/>
              <a:gd name="connsiteY249" fmla="*/ 2238113 h 2323145"/>
              <a:gd name="connsiteX250" fmla="*/ 791788 w 11269336"/>
              <a:gd name="connsiteY250" fmla="*/ 2293224 h 2323145"/>
              <a:gd name="connsiteX251" fmla="*/ 706914 w 11269336"/>
              <a:gd name="connsiteY251" fmla="*/ 2305046 h 2323145"/>
              <a:gd name="connsiteX252" fmla="*/ 675971 w 11269336"/>
              <a:gd name="connsiteY252" fmla="*/ 2304030 h 2323145"/>
              <a:gd name="connsiteX253" fmla="*/ 624180 w 11269336"/>
              <a:gd name="connsiteY253" fmla="*/ 2302650 h 2323145"/>
              <a:gd name="connsiteX254" fmla="*/ 583453 w 11269336"/>
              <a:gd name="connsiteY254" fmla="*/ 2288788 h 2323145"/>
              <a:gd name="connsiteX255" fmla="*/ 540946 w 11269336"/>
              <a:gd name="connsiteY255" fmla="*/ 2292721 h 2323145"/>
              <a:gd name="connsiteX256" fmla="*/ 533680 w 11269336"/>
              <a:gd name="connsiteY256" fmla="*/ 2310233 h 2323145"/>
              <a:gd name="connsiteX257" fmla="*/ 487366 w 11269336"/>
              <a:gd name="connsiteY257" fmla="*/ 2309053 h 2323145"/>
              <a:gd name="connsiteX258" fmla="*/ 416820 w 11269336"/>
              <a:gd name="connsiteY258" fmla="*/ 2305443 h 2323145"/>
              <a:gd name="connsiteX259" fmla="*/ 376805 w 11269336"/>
              <a:gd name="connsiteY259" fmla="*/ 2307647 h 2323145"/>
              <a:gd name="connsiteX260" fmla="*/ 266777 w 11269336"/>
              <a:gd name="connsiteY260" fmla="*/ 2309012 h 2323145"/>
              <a:gd name="connsiteX261" fmla="*/ 156013 w 11269336"/>
              <a:gd name="connsiteY261" fmla="*/ 2306832 h 2323145"/>
              <a:gd name="connsiteX262" fmla="*/ 87258 w 11269336"/>
              <a:gd name="connsiteY262" fmla="*/ 2285511 h 2323145"/>
              <a:gd name="connsiteX263" fmla="*/ 23798 w 11269336"/>
              <a:gd name="connsiteY263" fmla="*/ 2281822 h 2323145"/>
              <a:gd name="connsiteX264" fmla="*/ 0 w 11269336"/>
              <a:gd name="connsiteY264" fmla="*/ 2285369 h 2323145"/>
              <a:gd name="connsiteX265" fmla="*/ 0 w 11269336"/>
              <a:gd name="connsiteY265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380600 w 11269336"/>
              <a:gd name="connsiteY19" fmla="*/ 549821 h 2323145"/>
              <a:gd name="connsiteX20" fmla="*/ 9263254 w 11269336"/>
              <a:gd name="connsiteY20" fmla="*/ 645662 h 2323145"/>
              <a:gd name="connsiteX21" fmla="*/ 9028928 w 11269336"/>
              <a:gd name="connsiteY21" fmla="*/ 745350 h 2323145"/>
              <a:gd name="connsiteX22" fmla="*/ 8977138 w 11269336"/>
              <a:gd name="connsiteY22" fmla="*/ 774970 h 2323145"/>
              <a:gd name="connsiteX23" fmla="*/ 8947030 w 11269336"/>
              <a:gd name="connsiteY23" fmla="*/ 814934 h 2323145"/>
              <a:gd name="connsiteX24" fmla="*/ 8914746 w 11269336"/>
              <a:gd name="connsiteY24" fmla="*/ 826428 h 2323145"/>
              <a:gd name="connsiteX25" fmla="*/ 8917778 w 11269336"/>
              <a:gd name="connsiteY25" fmla="*/ 835198 h 2323145"/>
              <a:gd name="connsiteX26" fmla="*/ 8905560 w 11269336"/>
              <a:gd name="connsiteY26" fmla="*/ 838358 h 2323145"/>
              <a:gd name="connsiteX27" fmla="*/ 8897564 w 11269336"/>
              <a:gd name="connsiteY27" fmla="*/ 834287 h 2323145"/>
              <a:gd name="connsiteX28" fmla="*/ 8878040 w 11269336"/>
              <a:gd name="connsiteY28" fmla="*/ 844150 h 2323145"/>
              <a:gd name="connsiteX29" fmla="*/ 8882654 w 11269336"/>
              <a:gd name="connsiteY29" fmla="*/ 892768 h 2323145"/>
              <a:gd name="connsiteX30" fmla="*/ 8795998 w 11269336"/>
              <a:gd name="connsiteY30" fmla="*/ 863337 h 2323145"/>
              <a:gd name="connsiteX31" fmla="*/ 8776970 w 11269336"/>
              <a:gd name="connsiteY31" fmla="*/ 885177 h 2323145"/>
              <a:gd name="connsiteX32" fmla="*/ 8755719 w 11269336"/>
              <a:gd name="connsiteY32" fmla="*/ 889754 h 2323145"/>
              <a:gd name="connsiteX33" fmla="*/ 8743257 w 11269336"/>
              <a:gd name="connsiteY33" fmla="*/ 904723 h 2323145"/>
              <a:gd name="connsiteX34" fmla="*/ 8721366 w 11269336"/>
              <a:gd name="connsiteY34" fmla="*/ 904711 h 2323145"/>
              <a:gd name="connsiteX35" fmla="*/ 8678353 w 11269336"/>
              <a:gd name="connsiteY35" fmla="*/ 926318 h 2323145"/>
              <a:gd name="connsiteX36" fmla="*/ 8636849 w 11269336"/>
              <a:gd name="connsiteY36" fmla="*/ 937900 h 2323145"/>
              <a:gd name="connsiteX37" fmla="*/ 8620213 w 11269336"/>
              <a:gd name="connsiteY37" fmla="*/ 943068 h 2323145"/>
              <a:gd name="connsiteX38" fmla="*/ 8612581 w 11269336"/>
              <a:gd name="connsiteY38" fmla="*/ 952695 h 2323145"/>
              <a:gd name="connsiteX39" fmla="*/ 8589038 w 11269336"/>
              <a:gd name="connsiteY39" fmla="*/ 963892 h 2323145"/>
              <a:gd name="connsiteX40" fmla="*/ 8579950 w 11269336"/>
              <a:gd name="connsiteY40" fmla="*/ 960899 h 2323145"/>
              <a:gd name="connsiteX41" fmla="*/ 8579319 w 11269336"/>
              <a:gd name="connsiteY41" fmla="*/ 965630 h 2323145"/>
              <a:gd name="connsiteX42" fmla="*/ 8547429 w 11269336"/>
              <a:gd name="connsiteY42" fmla="*/ 984506 h 2323145"/>
              <a:gd name="connsiteX43" fmla="*/ 8478704 w 11269336"/>
              <a:gd name="connsiteY43" fmla="*/ 1025490 h 2323145"/>
              <a:gd name="connsiteX44" fmla="*/ 8461421 w 11269336"/>
              <a:gd name="connsiteY44" fmla="*/ 1035512 h 2323145"/>
              <a:gd name="connsiteX45" fmla="*/ 8445003 w 11269336"/>
              <a:gd name="connsiteY45" fmla="*/ 1036851 h 2323145"/>
              <a:gd name="connsiteX46" fmla="*/ 8357350 w 11269336"/>
              <a:gd name="connsiteY46" fmla="*/ 1060213 h 2323145"/>
              <a:gd name="connsiteX47" fmla="*/ 8335565 w 11269336"/>
              <a:gd name="connsiteY47" fmla="*/ 1061151 h 2323145"/>
              <a:gd name="connsiteX48" fmla="*/ 8325267 w 11269336"/>
              <a:gd name="connsiteY48" fmla="*/ 1055919 h 2323145"/>
              <a:gd name="connsiteX49" fmla="*/ 8293586 w 11269336"/>
              <a:gd name="connsiteY49" fmla="*/ 1076144 h 2323145"/>
              <a:gd name="connsiteX50" fmla="*/ 8242405 w 11269336"/>
              <a:gd name="connsiteY50" fmla="*/ 1095960 h 2323145"/>
              <a:gd name="connsiteX51" fmla="*/ 8197391 w 11269336"/>
              <a:gd name="connsiteY51" fmla="*/ 1107746 h 2323145"/>
              <a:gd name="connsiteX52" fmla="*/ 8081474 w 11269336"/>
              <a:gd name="connsiteY52" fmla="*/ 1130125 h 2323145"/>
              <a:gd name="connsiteX53" fmla="*/ 8053585 w 11269336"/>
              <a:gd name="connsiteY53" fmla="*/ 1129169 h 2323145"/>
              <a:gd name="connsiteX54" fmla="*/ 8038422 w 11269336"/>
              <a:gd name="connsiteY54" fmla="*/ 1119092 h 2323145"/>
              <a:gd name="connsiteX55" fmla="*/ 8029450 w 11269336"/>
              <a:gd name="connsiteY55" fmla="*/ 1125592 h 2323145"/>
              <a:gd name="connsiteX56" fmla="*/ 7959552 w 11269336"/>
              <a:gd name="connsiteY56" fmla="*/ 1140188 h 2323145"/>
              <a:gd name="connsiteX57" fmla="*/ 7914188 w 11269336"/>
              <a:gd name="connsiteY57" fmla="*/ 1150862 h 2323145"/>
              <a:gd name="connsiteX58" fmla="*/ 7914918 w 11269336"/>
              <a:gd name="connsiteY58" fmla="*/ 1168758 h 2323145"/>
              <a:gd name="connsiteX59" fmla="*/ 7875510 w 11269336"/>
              <a:gd name="connsiteY59" fmla="*/ 1183153 h 2323145"/>
              <a:gd name="connsiteX60" fmla="*/ 7829932 w 11269336"/>
              <a:gd name="connsiteY60" fmla="*/ 1180782 h 2323145"/>
              <a:gd name="connsiteX61" fmla="*/ 7779182 w 11269336"/>
              <a:gd name="connsiteY61" fmla="*/ 1192665 h 2323145"/>
              <a:gd name="connsiteX62" fmla="*/ 7748774 w 11269336"/>
              <a:gd name="connsiteY62" fmla="*/ 1199586 h 2323145"/>
              <a:gd name="connsiteX63" fmla="*/ 7671846 w 11269336"/>
              <a:gd name="connsiteY63" fmla="*/ 1231966 h 2323145"/>
              <a:gd name="connsiteX64" fmla="*/ 7554146 w 11269336"/>
              <a:gd name="connsiteY64" fmla="*/ 1319748 h 2323145"/>
              <a:gd name="connsiteX65" fmla="*/ 7515052 w 11269336"/>
              <a:gd name="connsiteY65" fmla="*/ 1336718 h 2323145"/>
              <a:gd name="connsiteX66" fmla="*/ 7507193 w 11269336"/>
              <a:gd name="connsiteY66" fmla="*/ 1334617 h 2323145"/>
              <a:gd name="connsiteX67" fmla="*/ 7461694 w 11269336"/>
              <a:gd name="connsiteY67" fmla="*/ 1375866 h 2323145"/>
              <a:gd name="connsiteX68" fmla="*/ 7377571 w 11269336"/>
              <a:gd name="connsiteY68" fmla="*/ 1400128 h 2323145"/>
              <a:gd name="connsiteX69" fmla="*/ 7311261 w 11269336"/>
              <a:gd name="connsiteY69" fmla="*/ 1412652 h 2323145"/>
              <a:gd name="connsiteX70" fmla="*/ 7275307 w 11269336"/>
              <a:gd name="connsiteY70" fmla="*/ 1422171 h 2323145"/>
              <a:gd name="connsiteX71" fmla="*/ 7247783 w 11269336"/>
              <a:gd name="connsiteY71" fmla="*/ 1426330 h 2323145"/>
              <a:gd name="connsiteX72" fmla="*/ 7185047 w 11269336"/>
              <a:gd name="connsiteY72" fmla="*/ 1451812 h 2323145"/>
              <a:gd name="connsiteX73" fmla="*/ 7084117 w 11269336"/>
              <a:gd name="connsiteY73" fmla="*/ 1500281 h 2323145"/>
              <a:gd name="connsiteX74" fmla="*/ 7062011 w 11269336"/>
              <a:gd name="connsiteY74" fmla="*/ 1509183 h 2323145"/>
              <a:gd name="connsiteX75" fmla="*/ 7040555 w 11269336"/>
              <a:gd name="connsiteY75" fmla="*/ 1511207 h 2323145"/>
              <a:gd name="connsiteX76" fmla="*/ 7033438 w 11269336"/>
              <a:gd name="connsiteY76" fmla="*/ 1506772 h 2323145"/>
              <a:gd name="connsiteX77" fmla="*/ 7020886 w 11269336"/>
              <a:gd name="connsiteY77" fmla="*/ 1510764 h 2323145"/>
              <a:gd name="connsiteX78" fmla="*/ 7017033 w 11269336"/>
              <a:gd name="connsiteY78" fmla="*/ 1510650 h 2323145"/>
              <a:gd name="connsiteX79" fmla="*/ 6995460 w 11269336"/>
              <a:gd name="connsiteY79" fmla="*/ 1511173 h 2323145"/>
              <a:gd name="connsiteX80" fmla="*/ 6962144 w 11269336"/>
              <a:gd name="connsiteY80" fmla="*/ 1541508 h 2323145"/>
              <a:gd name="connsiteX81" fmla="*/ 6910674 w 11269336"/>
              <a:gd name="connsiteY81" fmla="*/ 1554793 h 2323145"/>
              <a:gd name="connsiteX82" fmla="*/ 6732152 w 11269336"/>
              <a:gd name="connsiteY82" fmla="*/ 1642538 h 2323145"/>
              <a:gd name="connsiteX83" fmla="*/ 6694106 w 11269336"/>
              <a:gd name="connsiteY83" fmla="*/ 1632377 h 2323145"/>
              <a:gd name="connsiteX84" fmla="*/ 6617223 w 11269336"/>
              <a:gd name="connsiteY84" fmla="*/ 1659889 h 2323145"/>
              <a:gd name="connsiteX85" fmla="*/ 6521138 w 11269336"/>
              <a:gd name="connsiteY85" fmla="*/ 1744340 h 2323145"/>
              <a:gd name="connsiteX86" fmla="*/ 6380677 w 11269336"/>
              <a:gd name="connsiteY86" fmla="*/ 1796883 h 2323145"/>
              <a:gd name="connsiteX87" fmla="*/ 6374897 w 11269336"/>
              <a:gd name="connsiteY87" fmla="*/ 1809910 h 2323145"/>
              <a:gd name="connsiteX88" fmla="*/ 6364545 w 11269336"/>
              <a:gd name="connsiteY88" fmla="*/ 1820090 h 2323145"/>
              <a:gd name="connsiteX89" fmla="*/ 6362126 w 11269336"/>
              <a:gd name="connsiteY89" fmla="*/ 1819991 h 2323145"/>
              <a:gd name="connsiteX90" fmla="*/ 6346673 w 11269336"/>
              <a:gd name="connsiteY90" fmla="*/ 1827824 h 2323145"/>
              <a:gd name="connsiteX91" fmla="*/ 6345588 w 11269336"/>
              <a:gd name="connsiteY91" fmla="*/ 1832232 h 2323145"/>
              <a:gd name="connsiteX92" fmla="*/ 6335708 w 11269336"/>
              <a:gd name="connsiteY92" fmla="*/ 1838451 h 2323145"/>
              <a:gd name="connsiteX93" fmla="*/ 6318182 w 11269336"/>
              <a:gd name="connsiteY93" fmla="*/ 1852975 h 2323145"/>
              <a:gd name="connsiteX94" fmla="*/ 6313084 w 11269336"/>
              <a:gd name="connsiteY94" fmla="*/ 1853561 h 2323145"/>
              <a:gd name="connsiteX95" fmla="*/ 6283816 w 11269336"/>
              <a:gd name="connsiteY95" fmla="*/ 1872148 h 2323145"/>
              <a:gd name="connsiteX96" fmla="*/ 6282550 w 11269336"/>
              <a:gd name="connsiteY96" fmla="*/ 1871392 h 2323145"/>
              <a:gd name="connsiteX97" fmla="*/ 6270527 w 11269336"/>
              <a:gd name="connsiteY97" fmla="*/ 1872208 h 2323145"/>
              <a:gd name="connsiteX98" fmla="*/ 6249518 w 11269336"/>
              <a:gd name="connsiteY98" fmla="*/ 1876079 h 2323145"/>
              <a:gd name="connsiteX99" fmla="*/ 6190386 w 11269336"/>
              <a:gd name="connsiteY99" fmla="*/ 1872478 h 2323145"/>
              <a:gd name="connsiteX100" fmla="*/ 6159777 w 11269336"/>
              <a:gd name="connsiteY100" fmla="*/ 1891745 h 2323145"/>
              <a:gd name="connsiteX101" fmla="*/ 6153131 w 11269336"/>
              <a:gd name="connsiteY101" fmla="*/ 1895079 h 2323145"/>
              <a:gd name="connsiteX102" fmla="*/ 6152798 w 11269336"/>
              <a:gd name="connsiteY102" fmla="*/ 1894920 h 2323145"/>
              <a:gd name="connsiteX103" fmla="*/ 6145388 w 11269336"/>
              <a:gd name="connsiteY103" fmla="*/ 1897990 h 2323145"/>
              <a:gd name="connsiteX104" fmla="*/ 6141014 w 11269336"/>
              <a:gd name="connsiteY104" fmla="*/ 1901155 h 2323145"/>
              <a:gd name="connsiteX105" fmla="*/ 6128122 w 11269336"/>
              <a:gd name="connsiteY105" fmla="*/ 1907623 h 2323145"/>
              <a:gd name="connsiteX106" fmla="*/ 6122351 w 11269336"/>
              <a:gd name="connsiteY106" fmla="*/ 1908359 h 2323145"/>
              <a:gd name="connsiteX107" fmla="*/ 6064750 w 11269336"/>
              <a:gd name="connsiteY107" fmla="*/ 1896394 h 2323145"/>
              <a:gd name="connsiteX108" fmla="*/ 5964230 w 11269336"/>
              <a:gd name="connsiteY108" fmla="*/ 1910038 h 2323145"/>
              <a:gd name="connsiteX109" fmla="*/ 5865399 w 11269336"/>
              <a:gd name="connsiteY109" fmla="*/ 1926966 h 2323145"/>
              <a:gd name="connsiteX110" fmla="*/ 5829951 w 11269336"/>
              <a:gd name="connsiteY110" fmla="*/ 1934755 h 2323145"/>
              <a:gd name="connsiteX111" fmla="*/ 5765285 w 11269336"/>
              <a:gd name="connsiteY111" fmla="*/ 1941322 h 2323145"/>
              <a:gd name="connsiteX112" fmla="*/ 5734750 w 11269336"/>
              <a:gd name="connsiteY112" fmla="*/ 1939793 h 2323145"/>
              <a:gd name="connsiteX113" fmla="*/ 5733569 w 11269336"/>
              <a:gd name="connsiteY113" fmla="*/ 1940505 h 2323145"/>
              <a:gd name="connsiteX114" fmla="*/ 5730329 w 11269336"/>
              <a:gd name="connsiteY114" fmla="*/ 1937845 h 2323145"/>
              <a:gd name="connsiteX115" fmla="*/ 5724661 w 11269336"/>
              <a:gd name="connsiteY115" fmla="*/ 1937455 h 2323145"/>
              <a:gd name="connsiteX116" fmla="*/ 5710186 w 11269336"/>
              <a:gd name="connsiteY116" fmla="*/ 1941370 h 2323145"/>
              <a:gd name="connsiteX117" fmla="*/ 5704910 w 11269336"/>
              <a:gd name="connsiteY117" fmla="*/ 1943663 h 2323145"/>
              <a:gd name="connsiteX118" fmla="*/ 5696836 w 11269336"/>
              <a:gd name="connsiteY118" fmla="*/ 1945271 h 2323145"/>
              <a:gd name="connsiteX119" fmla="*/ 5696583 w 11269336"/>
              <a:gd name="connsiteY119" fmla="*/ 1945050 h 2323145"/>
              <a:gd name="connsiteX120" fmla="*/ 5689123 w 11269336"/>
              <a:gd name="connsiteY120" fmla="*/ 1947067 h 2323145"/>
              <a:gd name="connsiteX121" fmla="*/ 5653291 w 11269336"/>
              <a:gd name="connsiteY121" fmla="*/ 1960245 h 2323145"/>
              <a:gd name="connsiteX122" fmla="*/ 5599385 w 11269336"/>
              <a:gd name="connsiteY122" fmla="*/ 1945198 h 2323145"/>
              <a:gd name="connsiteX123" fmla="*/ 5578300 w 11269336"/>
              <a:gd name="connsiteY123" fmla="*/ 1944963 h 2323145"/>
              <a:gd name="connsiteX124" fmla="*/ 5566758 w 11269336"/>
              <a:gd name="connsiteY124" fmla="*/ 1943441 h 2323145"/>
              <a:gd name="connsiteX125" fmla="*/ 5565857 w 11269336"/>
              <a:gd name="connsiteY125" fmla="*/ 1942445 h 2323145"/>
              <a:gd name="connsiteX126" fmla="*/ 5531534 w 11269336"/>
              <a:gd name="connsiteY126" fmla="*/ 1955208 h 2323145"/>
              <a:gd name="connsiteX127" fmla="*/ 5526552 w 11269336"/>
              <a:gd name="connsiteY127" fmla="*/ 1954799 h 2323145"/>
              <a:gd name="connsiteX128" fmla="*/ 5504723 w 11269336"/>
              <a:gd name="connsiteY128" fmla="*/ 1965811 h 2323145"/>
              <a:gd name="connsiteX129" fmla="*/ 5493156 w 11269336"/>
              <a:gd name="connsiteY129" fmla="*/ 1970063 h 2323145"/>
              <a:gd name="connsiteX130" fmla="*/ 5490486 w 11269336"/>
              <a:gd name="connsiteY130" fmla="*/ 1974227 h 2323145"/>
              <a:gd name="connsiteX131" fmla="*/ 5473107 w 11269336"/>
              <a:gd name="connsiteY131" fmla="*/ 1979001 h 2323145"/>
              <a:gd name="connsiteX132" fmla="*/ 5470885 w 11269336"/>
              <a:gd name="connsiteY132" fmla="*/ 1978432 h 2323145"/>
              <a:gd name="connsiteX133" fmla="*/ 5457393 w 11269336"/>
              <a:gd name="connsiteY133" fmla="*/ 1986525 h 2323145"/>
              <a:gd name="connsiteX134" fmla="*/ 5447102 w 11269336"/>
              <a:gd name="connsiteY134" fmla="*/ 1998329 h 2323145"/>
              <a:gd name="connsiteX135" fmla="*/ 5159151 w 11269336"/>
              <a:gd name="connsiteY135" fmla="*/ 2029640 h 2323145"/>
              <a:gd name="connsiteX136" fmla="*/ 5041688 w 11269336"/>
              <a:gd name="connsiteY136" fmla="*/ 2022334 h 2323145"/>
              <a:gd name="connsiteX137" fmla="*/ 4860988 w 11269336"/>
              <a:gd name="connsiteY137" fmla="*/ 2135698 h 2323145"/>
              <a:gd name="connsiteX138" fmla="*/ 4807902 w 11269336"/>
              <a:gd name="connsiteY138" fmla="*/ 2138894 h 2323145"/>
              <a:gd name="connsiteX139" fmla="*/ 4765388 w 11269336"/>
              <a:gd name="connsiteY139" fmla="*/ 2162525 h 2323145"/>
              <a:gd name="connsiteX140" fmla="*/ 4745033 w 11269336"/>
              <a:gd name="connsiteY140" fmla="*/ 2158859 h 2323145"/>
              <a:gd name="connsiteX141" fmla="*/ 4741475 w 11269336"/>
              <a:gd name="connsiteY141" fmla="*/ 2157998 h 2323145"/>
              <a:gd name="connsiteX142" fmla="*/ 4728247 w 11269336"/>
              <a:gd name="connsiteY142" fmla="*/ 2159526 h 2323145"/>
              <a:gd name="connsiteX143" fmla="*/ 4723263 w 11269336"/>
              <a:gd name="connsiteY143" fmla="*/ 2153742 h 2323145"/>
              <a:gd name="connsiteX144" fmla="*/ 4702453 w 11269336"/>
              <a:gd name="connsiteY144" fmla="*/ 2151586 h 2323145"/>
              <a:gd name="connsiteX145" fmla="*/ 4678455 w 11269336"/>
              <a:gd name="connsiteY145" fmla="*/ 2156131 h 2323145"/>
              <a:gd name="connsiteX146" fmla="*/ 4593061 w 11269336"/>
              <a:gd name="connsiteY146" fmla="*/ 2171597 h 2323145"/>
              <a:gd name="connsiteX147" fmla="*/ 4579902 w 11269336"/>
              <a:gd name="connsiteY147" fmla="*/ 2177927 h 2323145"/>
              <a:gd name="connsiteX148" fmla="*/ 4533444 w 11269336"/>
              <a:gd name="connsiteY148" fmla="*/ 2181200 h 2323145"/>
              <a:gd name="connsiteX149" fmla="*/ 4492832 w 11269336"/>
              <a:gd name="connsiteY149" fmla="*/ 2188033 h 2323145"/>
              <a:gd name="connsiteX150" fmla="*/ 4467257 w 11269336"/>
              <a:gd name="connsiteY150" fmla="*/ 2196121 h 2323145"/>
              <a:gd name="connsiteX151" fmla="*/ 4459937 w 11269336"/>
              <a:gd name="connsiteY151" fmla="*/ 2195182 h 2323145"/>
              <a:gd name="connsiteX152" fmla="*/ 4433312 w 11269336"/>
              <a:gd name="connsiteY152" fmla="*/ 2199004 h 2323145"/>
              <a:gd name="connsiteX153" fmla="*/ 4420601 w 11269336"/>
              <a:gd name="connsiteY153" fmla="*/ 2205158 h 2323145"/>
              <a:gd name="connsiteX154" fmla="*/ 4405765 w 11269336"/>
              <a:gd name="connsiteY154" fmla="*/ 2199902 h 2323145"/>
              <a:gd name="connsiteX155" fmla="*/ 4401354 w 11269336"/>
              <a:gd name="connsiteY155" fmla="*/ 2194745 h 2323145"/>
              <a:gd name="connsiteX156" fmla="*/ 4383151 w 11269336"/>
              <a:gd name="connsiteY156" fmla="*/ 2201140 h 2323145"/>
              <a:gd name="connsiteX157" fmla="*/ 4366646 w 11269336"/>
              <a:gd name="connsiteY157" fmla="*/ 2198564 h 2323145"/>
              <a:gd name="connsiteX158" fmla="*/ 4354009 w 11269336"/>
              <a:gd name="connsiteY158" fmla="*/ 2204984 h 2323145"/>
              <a:gd name="connsiteX159" fmla="*/ 4348284 w 11269336"/>
              <a:gd name="connsiteY159" fmla="*/ 2205270 h 2323145"/>
              <a:gd name="connsiteX160" fmla="*/ 4333906 w 11269336"/>
              <a:gd name="connsiteY160" fmla="*/ 2205251 h 2323145"/>
              <a:gd name="connsiteX161" fmla="*/ 4308819 w 11269336"/>
              <a:gd name="connsiteY161" fmla="*/ 2203822 h 2323145"/>
              <a:gd name="connsiteX162" fmla="*/ 4301210 w 11269336"/>
              <a:gd name="connsiteY162" fmla="*/ 2204456 h 2323145"/>
              <a:gd name="connsiteX163" fmla="*/ 4283095 w 11269336"/>
              <a:gd name="connsiteY163" fmla="*/ 2198177 h 2323145"/>
              <a:gd name="connsiteX164" fmla="*/ 4250119 w 11269336"/>
              <a:gd name="connsiteY164" fmla="*/ 2196342 h 2323145"/>
              <a:gd name="connsiteX165" fmla="*/ 4189203 w 11269336"/>
              <a:gd name="connsiteY165" fmla="*/ 2178994 h 2323145"/>
              <a:gd name="connsiteX166" fmla="*/ 4154035 w 11269336"/>
              <a:gd name="connsiteY166" fmla="*/ 2171950 h 2323145"/>
              <a:gd name="connsiteX167" fmla="*/ 4129569 w 11269336"/>
              <a:gd name="connsiteY167" fmla="*/ 2163850 h 2323145"/>
              <a:gd name="connsiteX168" fmla="*/ 4061250 w 11269336"/>
              <a:gd name="connsiteY168" fmla="*/ 2159236 h 2323145"/>
              <a:gd name="connsiteX169" fmla="*/ 3945480 w 11269336"/>
              <a:gd name="connsiteY169" fmla="*/ 2158279 h 2323145"/>
              <a:gd name="connsiteX170" fmla="*/ 3921468 w 11269336"/>
              <a:gd name="connsiteY170" fmla="*/ 2156588 h 2323145"/>
              <a:gd name="connsiteX171" fmla="*/ 3903348 w 11269336"/>
              <a:gd name="connsiteY171" fmla="*/ 2149220 h 2323145"/>
              <a:gd name="connsiteX172" fmla="*/ 3901342 w 11269336"/>
              <a:gd name="connsiteY172" fmla="*/ 2142355 h 2323145"/>
              <a:gd name="connsiteX173" fmla="*/ 3888539 w 11269336"/>
              <a:gd name="connsiteY173" fmla="*/ 2140476 h 2323145"/>
              <a:gd name="connsiteX174" fmla="*/ 3885662 w 11269336"/>
              <a:gd name="connsiteY174" fmla="*/ 2138740 h 2323145"/>
              <a:gd name="connsiteX175" fmla="*/ 3868627 w 11269336"/>
              <a:gd name="connsiteY175" fmla="*/ 2130023 h 2323145"/>
              <a:gd name="connsiteX176" fmla="*/ 3819177 w 11269336"/>
              <a:gd name="connsiteY176" fmla="*/ 2142111 h 2323145"/>
              <a:gd name="connsiteX177" fmla="*/ 3769100 w 11269336"/>
              <a:gd name="connsiteY177" fmla="*/ 2131731 h 2323145"/>
              <a:gd name="connsiteX178" fmla="*/ 3562752 w 11269336"/>
              <a:gd name="connsiteY178" fmla="*/ 2131785 h 2323145"/>
              <a:gd name="connsiteX179" fmla="*/ 3541402 w 11269336"/>
              <a:gd name="connsiteY179" fmla="*/ 2106821 h 2323145"/>
              <a:gd name="connsiteX180" fmla="*/ 3365341 w 11269336"/>
              <a:gd name="connsiteY180" fmla="*/ 2077638 h 2323145"/>
              <a:gd name="connsiteX181" fmla="*/ 3170922 w 11269336"/>
              <a:gd name="connsiteY181" fmla="*/ 2115957 h 2323145"/>
              <a:gd name="connsiteX182" fmla="*/ 3156256 w 11269336"/>
              <a:gd name="connsiteY182" fmla="*/ 2124773 h 2323145"/>
              <a:gd name="connsiteX183" fmla="*/ 3140298 w 11269336"/>
              <a:gd name="connsiteY183" fmla="*/ 2129182 h 2323145"/>
              <a:gd name="connsiteX184" fmla="*/ 3138514 w 11269336"/>
              <a:gd name="connsiteY184" fmla="*/ 2128069 h 2323145"/>
              <a:gd name="connsiteX185" fmla="*/ 3120467 w 11269336"/>
              <a:gd name="connsiteY185" fmla="*/ 2128281 h 2323145"/>
              <a:gd name="connsiteX186" fmla="*/ 3116175 w 11269336"/>
              <a:gd name="connsiteY186" fmla="*/ 2131633 h 2323145"/>
              <a:gd name="connsiteX187" fmla="*/ 3103685 w 11269336"/>
              <a:gd name="connsiteY187" fmla="*/ 2132814 h 2323145"/>
              <a:gd name="connsiteX188" fmla="*/ 3078794 w 11269336"/>
              <a:gd name="connsiteY188" fmla="*/ 2137935 h 2323145"/>
              <a:gd name="connsiteX189" fmla="*/ 3074407 w 11269336"/>
              <a:gd name="connsiteY189" fmla="*/ 2136274 h 2323145"/>
              <a:gd name="connsiteX190" fmla="*/ 3037285 w 11269336"/>
              <a:gd name="connsiteY190" fmla="*/ 2139919 h 2323145"/>
              <a:gd name="connsiteX191" fmla="*/ 3036901 w 11269336"/>
              <a:gd name="connsiteY191" fmla="*/ 2138726 h 2323145"/>
              <a:gd name="connsiteX192" fmla="*/ 3026996 w 11269336"/>
              <a:gd name="connsiteY192" fmla="*/ 2134322 h 2323145"/>
              <a:gd name="connsiteX193" fmla="*/ 3007772 w 11269336"/>
              <a:gd name="connsiteY193" fmla="*/ 2128742 h 2323145"/>
              <a:gd name="connsiteX194" fmla="*/ 2965030 w 11269336"/>
              <a:gd name="connsiteY194" fmla="*/ 2100494 h 2323145"/>
              <a:gd name="connsiteX195" fmla="*/ 2926342 w 11269336"/>
              <a:gd name="connsiteY195" fmla="*/ 2104155 h 2323145"/>
              <a:gd name="connsiteX196" fmla="*/ 2918608 w 11269336"/>
              <a:gd name="connsiteY196" fmla="*/ 2104215 h 2323145"/>
              <a:gd name="connsiteX197" fmla="*/ 2918475 w 11269336"/>
              <a:gd name="connsiteY197" fmla="*/ 2103937 h 2323145"/>
              <a:gd name="connsiteX198" fmla="*/ 2910360 w 11269336"/>
              <a:gd name="connsiteY198" fmla="*/ 2103444 h 2323145"/>
              <a:gd name="connsiteX199" fmla="*/ 2904507 w 11269336"/>
              <a:gd name="connsiteY199" fmla="*/ 2104326 h 2323145"/>
              <a:gd name="connsiteX200" fmla="*/ 2889503 w 11269336"/>
              <a:gd name="connsiteY200" fmla="*/ 2104443 h 2323145"/>
              <a:gd name="connsiteX201" fmla="*/ 2884480 w 11269336"/>
              <a:gd name="connsiteY201" fmla="*/ 2102626 h 2323145"/>
              <a:gd name="connsiteX202" fmla="*/ 2882689 w 11269336"/>
              <a:gd name="connsiteY202" fmla="*/ 2099228 h 2323145"/>
              <a:gd name="connsiteX203" fmla="*/ 2881291 w 11269336"/>
              <a:gd name="connsiteY203" fmla="*/ 2099618 h 2323145"/>
              <a:gd name="connsiteX204" fmla="*/ 2853979 w 11269336"/>
              <a:gd name="connsiteY204" fmla="*/ 2090388 h 2323145"/>
              <a:gd name="connsiteX205" fmla="*/ 2791790 w 11269336"/>
              <a:gd name="connsiteY205" fmla="*/ 2080332 h 2323145"/>
              <a:gd name="connsiteX206" fmla="*/ 2755844 w 11269336"/>
              <a:gd name="connsiteY206" fmla="*/ 2078874 h 2323145"/>
              <a:gd name="connsiteX207" fmla="*/ 2657742 w 11269336"/>
              <a:gd name="connsiteY207" fmla="*/ 2070179 h 2323145"/>
              <a:gd name="connsiteX208" fmla="*/ 2559549 w 11269336"/>
              <a:gd name="connsiteY208" fmla="*/ 2057873 h 2323145"/>
              <a:gd name="connsiteX209" fmla="*/ 2512054 w 11269336"/>
              <a:gd name="connsiteY209" fmla="*/ 2031671 h 2323145"/>
              <a:gd name="connsiteX210" fmla="*/ 2506437 w 11269336"/>
              <a:gd name="connsiteY210" fmla="*/ 2030918 h 2323145"/>
              <a:gd name="connsiteX211" fmla="*/ 2491752 w 11269336"/>
              <a:gd name="connsiteY211" fmla="*/ 2033906 h 2323145"/>
              <a:gd name="connsiteX212" fmla="*/ 2486338 w 11269336"/>
              <a:gd name="connsiteY212" fmla="*/ 2035862 h 2323145"/>
              <a:gd name="connsiteX213" fmla="*/ 2478186 w 11269336"/>
              <a:gd name="connsiteY213" fmla="*/ 2036953 h 2323145"/>
              <a:gd name="connsiteX214" fmla="*/ 2477950 w 11269336"/>
              <a:gd name="connsiteY214" fmla="*/ 2036715 h 2323145"/>
              <a:gd name="connsiteX215" fmla="*/ 2470381 w 11269336"/>
              <a:gd name="connsiteY215" fmla="*/ 2038256 h 2323145"/>
              <a:gd name="connsiteX216" fmla="*/ 2433781 w 11269336"/>
              <a:gd name="connsiteY216" fmla="*/ 2049140 h 2323145"/>
              <a:gd name="connsiteX217" fmla="*/ 2381172 w 11269336"/>
              <a:gd name="connsiteY217" fmla="*/ 2030645 h 2323145"/>
              <a:gd name="connsiteX218" fmla="*/ 2360198 w 11269336"/>
              <a:gd name="connsiteY218" fmla="*/ 2029059 h 2323145"/>
              <a:gd name="connsiteX219" fmla="*/ 2348815 w 11269336"/>
              <a:gd name="connsiteY219" fmla="*/ 2026798 h 2323145"/>
              <a:gd name="connsiteX220" fmla="*/ 2347988 w 11269336"/>
              <a:gd name="connsiteY220" fmla="*/ 2025745 h 2323145"/>
              <a:gd name="connsiteX221" fmla="*/ 2312920 w 11269336"/>
              <a:gd name="connsiteY221" fmla="*/ 2036311 h 2323145"/>
              <a:gd name="connsiteX222" fmla="*/ 2307986 w 11269336"/>
              <a:gd name="connsiteY222" fmla="*/ 2035583 h 2323145"/>
              <a:gd name="connsiteX223" fmla="*/ 2285481 w 11269336"/>
              <a:gd name="connsiteY223" fmla="*/ 2045197 h 2323145"/>
              <a:gd name="connsiteX224" fmla="*/ 2273666 w 11269336"/>
              <a:gd name="connsiteY224" fmla="*/ 2048710 h 2323145"/>
              <a:gd name="connsiteX225" fmla="*/ 2270719 w 11269336"/>
              <a:gd name="connsiteY225" fmla="*/ 2052702 h 2323145"/>
              <a:gd name="connsiteX226" fmla="*/ 2253080 w 11269336"/>
              <a:gd name="connsiteY226" fmla="*/ 2056363 h 2323145"/>
              <a:gd name="connsiteX227" fmla="*/ 2250906 w 11269336"/>
              <a:gd name="connsiteY227" fmla="*/ 2055654 h 2323145"/>
              <a:gd name="connsiteX228" fmla="*/ 2236905 w 11269336"/>
              <a:gd name="connsiteY228" fmla="*/ 2062882 h 2323145"/>
              <a:gd name="connsiteX229" fmla="*/ 2225830 w 11269336"/>
              <a:gd name="connsiteY229" fmla="*/ 2074027 h 2323145"/>
              <a:gd name="connsiteX230" fmla="*/ 2073776 w 11269336"/>
              <a:gd name="connsiteY230" fmla="*/ 2089244 h 2323145"/>
              <a:gd name="connsiteX231" fmla="*/ 1948256 w 11269336"/>
              <a:gd name="connsiteY231" fmla="*/ 2146616 h 2323145"/>
              <a:gd name="connsiteX232" fmla="*/ 1865582 w 11269336"/>
              <a:gd name="connsiteY232" fmla="*/ 2153738 h 2323145"/>
              <a:gd name="connsiteX233" fmla="*/ 1835210 w 11269336"/>
              <a:gd name="connsiteY233" fmla="*/ 2134244 h 2323145"/>
              <a:gd name="connsiteX234" fmla="*/ 1632661 w 11269336"/>
              <a:gd name="connsiteY234" fmla="*/ 2173882 h 2323145"/>
              <a:gd name="connsiteX235" fmla="*/ 1579590 w 11269336"/>
              <a:gd name="connsiteY235" fmla="*/ 2173680 h 2323145"/>
              <a:gd name="connsiteX236" fmla="*/ 1535601 w 11269336"/>
              <a:gd name="connsiteY236" fmla="*/ 2194590 h 2323145"/>
              <a:gd name="connsiteX237" fmla="*/ 1515594 w 11269336"/>
              <a:gd name="connsiteY237" fmla="*/ 2189622 h 2323145"/>
              <a:gd name="connsiteX238" fmla="*/ 1512113 w 11269336"/>
              <a:gd name="connsiteY238" fmla="*/ 2188534 h 2323145"/>
              <a:gd name="connsiteX239" fmla="*/ 1498838 w 11269336"/>
              <a:gd name="connsiteY239" fmla="*/ 2189213 h 2323145"/>
              <a:gd name="connsiteX240" fmla="*/ 1494279 w 11269336"/>
              <a:gd name="connsiteY240" fmla="*/ 2183112 h 2323145"/>
              <a:gd name="connsiteX241" fmla="*/ 1473714 w 11269336"/>
              <a:gd name="connsiteY241" fmla="*/ 2179625 h 2323145"/>
              <a:gd name="connsiteX242" fmla="*/ 1449503 w 11269336"/>
              <a:gd name="connsiteY242" fmla="*/ 2182633 h 2323145"/>
              <a:gd name="connsiteX243" fmla="*/ 1266687 w 11269336"/>
              <a:gd name="connsiteY243" fmla="*/ 2212688 h 2323145"/>
              <a:gd name="connsiteX244" fmla="*/ 1239614 w 11269336"/>
              <a:gd name="connsiteY244" fmla="*/ 2209727 h 2323145"/>
              <a:gd name="connsiteX245" fmla="*/ 1202436 w 11269336"/>
              <a:gd name="connsiteY245" fmla="*/ 2209817 h 2323145"/>
              <a:gd name="connsiteX246" fmla="*/ 1136097 w 11269336"/>
              <a:gd name="connsiteY246" fmla="*/ 2205112 h 2323145"/>
              <a:gd name="connsiteX247" fmla="*/ 988232 w 11269336"/>
              <a:gd name="connsiteY247" fmla="*/ 2235635 h 2323145"/>
              <a:gd name="connsiteX248" fmla="*/ 981959 w 11269336"/>
              <a:gd name="connsiteY248" fmla="*/ 2231607 h 2323145"/>
              <a:gd name="connsiteX249" fmla="*/ 938600 w 11269336"/>
              <a:gd name="connsiteY249" fmla="*/ 2238113 h 2323145"/>
              <a:gd name="connsiteX250" fmla="*/ 791788 w 11269336"/>
              <a:gd name="connsiteY250" fmla="*/ 2293224 h 2323145"/>
              <a:gd name="connsiteX251" fmla="*/ 706914 w 11269336"/>
              <a:gd name="connsiteY251" fmla="*/ 2305046 h 2323145"/>
              <a:gd name="connsiteX252" fmla="*/ 675971 w 11269336"/>
              <a:gd name="connsiteY252" fmla="*/ 2304030 h 2323145"/>
              <a:gd name="connsiteX253" fmla="*/ 624180 w 11269336"/>
              <a:gd name="connsiteY253" fmla="*/ 2302650 h 2323145"/>
              <a:gd name="connsiteX254" fmla="*/ 583453 w 11269336"/>
              <a:gd name="connsiteY254" fmla="*/ 2288788 h 2323145"/>
              <a:gd name="connsiteX255" fmla="*/ 540946 w 11269336"/>
              <a:gd name="connsiteY255" fmla="*/ 2292721 h 2323145"/>
              <a:gd name="connsiteX256" fmla="*/ 533680 w 11269336"/>
              <a:gd name="connsiteY256" fmla="*/ 2310233 h 2323145"/>
              <a:gd name="connsiteX257" fmla="*/ 487366 w 11269336"/>
              <a:gd name="connsiteY257" fmla="*/ 2309053 h 2323145"/>
              <a:gd name="connsiteX258" fmla="*/ 416820 w 11269336"/>
              <a:gd name="connsiteY258" fmla="*/ 2305443 h 2323145"/>
              <a:gd name="connsiteX259" fmla="*/ 376805 w 11269336"/>
              <a:gd name="connsiteY259" fmla="*/ 2307647 h 2323145"/>
              <a:gd name="connsiteX260" fmla="*/ 266777 w 11269336"/>
              <a:gd name="connsiteY260" fmla="*/ 2309012 h 2323145"/>
              <a:gd name="connsiteX261" fmla="*/ 156013 w 11269336"/>
              <a:gd name="connsiteY261" fmla="*/ 2306832 h 2323145"/>
              <a:gd name="connsiteX262" fmla="*/ 87258 w 11269336"/>
              <a:gd name="connsiteY262" fmla="*/ 2285511 h 2323145"/>
              <a:gd name="connsiteX263" fmla="*/ 23798 w 11269336"/>
              <a:gd name="connsiteY263" fmla="*/ 2281822 h 2323145"/>
              <a:gd name="connsiteX264" fmla="*/ 0 w 11269336"/>
              <a:gd name="connsiteY264" fmla="*/ 2285369 h 2323145"/>
              <a:gd name="connsiteX265" fmla="*/ 0 w 11269336"/>
              <a:gd name="connsiteY265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380600 w 11269336"/>
              <a:gd name="connsiteY19" fmla="*/ 549821 h 2323145"/>
              <a:gd name="connsiteX20" fmla="*/ 9263254 w 11269336"/>
              <a:gd name="connsiteY20" fmla="*/ 645662 h 2323145"/>
              <a:gd name="connsiteX21" fmla="*/ 9162278 w 11269336"/>
              <a:gd name="connsiteY21" fmla="*/ 704724 h 2323145"/>
              <a:gd name="connsiteX22" fmla="*/ 8977138 w 11269336"/>
              <a:gd name="connsiteY22" fmla="*/ 774970 h 2323145"/>
              <a:gd name="connsiteX23" fmla="*/ 8947030 w 11269336"/>
              <a:gd name="connsiteY23" fmla="*/ 814934 h 2323145"/>
              <a:gd name="connsiteX24" fmla="*/ 8914746 w 11269336"/>
              <a:gd name="connsiteY24" fmla="*/ 826428 h 2323145"/>
              <a:gd name="connsiteX25" fmla="*/ 8917778 w 11269336"/>
              <a:gd name="connsiteY25" fmla="*/ 835198 h 2323145"/>
              <a:gd name="connsiteX26" fmla="*/ 8905560 w 11269336"/>
              <a:gd name="connsiteY26" fmla="*/ 838358 h 2323145"/>
              <a:gd name="connsiteX27" fmla="*/ 8897564 w 11269336"/>
              <a:gd name="connsiteY27" fmla="*/ 834287 h 2323145"/>
              <a:gd name="connsiteX28" fmla="*/ 8878040 w 11269336"/>
              <a:gd name="connsiteY28" fmla="*/ 844150 h 2323145"/>
              <a:gd name="connsiteX29" fmla="*/ 8882654 w 11269336"/>
              <a:gd name="connsiteY29" fmla="*/ 892768 h 2323145"/>
              <a:gd name="connsiteX30" fmla="*/ 8795998 w 11269336"/>
              <a:gd name="connsiteY30" fmla="*/ 863337 h 2323145"/>
              <a:gd name="connsiteX31" fmla="*/ 8776970 w 11269336"/>
              <a:gd name="connsiteY31" fmla="*/ 885177 h 2323145"/>
              <a:gd name="connsiteX32" fmla="*/ 8755719 w 11269336"/>
              <a:gd name="connsiteY32" fmla="*/ 889754 h 2323145"/>
              <a:gd name="connsiteX33" fmla="*/ 8743257 w 11269336"/>
              <a:gd name="connsiteY33" fmla="*/ 904723 h 2323145"/>
              <a:gd name="connsiteX34" fmla="*/ 8721366 w 11269336"/>
              <a:gd name="connsiteY34" fmla="*/ 904711 h 2323145"/>
              <a:gd name="connsiteX35" fmla="*/ 8678353 w 11269336"/>
              <a:gd name="connsiteY35" fmla="*/ 926318 h 2323145"/>
              <a:gd name="connsiteX36" fmla="*/ 8636849 w 11269336"/>
              <a:gd name="connsiteY36" fmla="*/ 937900 h 2323145"/>
              <a:gd name="connsiteX37" fmla="*/ 8620213 w 11269336"/>
              <a:gd name="connsiteY37" fmla="*/ 943068 h 2323145"/>
              <a:gd name="connsiteX38" fmla="*/ 8612581 w 11269336"/>
              <a:gd name="connsiteY38" fmla="*/ 952695 h 2323145"/>
              <a:gd name="connsiteX39" fmla="*/ 8589038 w 11269336"/>
              <a:gd name="connsiteY39" fmla="*/ 963892 h 2323145"/>
              <a:gd name="connsiteX40" fmla="*/ 8579950 w 11269336"/>
              <a:gd name="connsiteY40" fmla="*/ 960899 h 2323145"/>
              <a:gd name="connsiteX41" fmla="*/ 8579319 w 11269336"/>
              <a:gd name="connsiteY41" fmla="*/ 965630 h 2323145"/>
              <a:gd name="connsiteX42" fmla="*/ 8547429 w 11269336"/>
              <a:gd name="connsiteY42" fmla="*/ 984506 h 2323145"/>
              <a:gd name="connsiteX43" fmla="*/ 8478704 w 11269336"/>
              <a:gd name="connsiteY43" fmla="*/ 1025490 h 2323145"/>
              <a:gd name="connsiteX44" fmla="*/ 8461421 w 11269336"/>
              <a:gd name="connsiteY44" fmla="*/ 1035512 h 2323145"/>
              <a:gd name="connsiteX45" fmla="*/ 8445003 w 11269336"/>
              <a:gd name="connsiteY45" fmla="*/ 1036851 h 2323145"/>
              <a:gd name="connsiteX46" fmla="*/ 8357350 w 11269336"/>
              <a:gd name="connsiteY46" fmla="*/ 1060213 h 2323145"/>
              <a:gd name="connsiteX47" fmla="*/ 8335565 w 11269336"/>
              <a:gd name="connsiteY47" fmla="*/ 1061151 h 2323145"/>
              <a:gd name="connsiteX48" fmla="*/ 8325267 w 11269336"/>
              <a:gd name="connsiteY48" fmla="*/ 1055919 h 2323145"/>
              <a:gd name="connsiteX49" fmla="*/ 8293586 w 11269336"/>
              <a:gd name="connsiteY49" fmla="*/ 1076144 h 2323145"/>
              <a:gd name="connsiteX50" fmla="*/ 8242405 w 11269336"/>
              <a:gd name="connsiteY50" fmla="*/ 1095960 h 2323145"/>
              <a:gd name="connsiteX51" fmla="*/ 8197391 w 11269336"/>
              <a:gd name="connsiteY51" fmla="*/ 1107746 h 2323145"/>
              <a:gd name="connsiteX52" fmla="*/ 8081474 w 11269336"/>
              <a:gd name="connsiteY52" fmla="*/ 1130125 h 2323145"/>
              <a:gd name="connsiteX53" fmla="*/ 8053585 w 11269336"/>
              <a:gd name="connsiteY53" fmla="*/ 1129169 h 2323145"/>
              <a:gd name="connsiteX54" fmla="*/ 8038422 w 11269336"/>
              <a:gd name="connsiteY54" fmla="*/ 1119092 h 2323145"/>
              <a:gd name="connsiteX55" fmla="*/ 8029450 w 11269336"/>
              <a:gd name="connsiteY55" fmla="*/ 1125592 h 2323145"/>
              <a:gd name="connsiteX56" fmla="*/ 7959552 w 11269336"/>
              <a:gd name="connsiteY56" fmla="*/ 1140188 h 2323145"/>
              <a:gd name="connsiteX57" fmla="*/ 7914188 w 11269336"/>
              <a:gd name="connsiteY57" fmla="*/ 1150862 h 2323145"/>
              <a:gd name="connsiteX58" fmla="*/ 7914918 w 11269336"/>
              <a:gd name="connsiteY58" fmla="*/ 1168758 h 2323145"/>
              <a:gd name="connsiteX59" fmla="*/ 7875510 w 11269336"/>
              <a:gd name="connsiteY59" fmla="*/ 1183153 h 2323145"/>
              <a:gd name="connsiteX60" fmla="*/ 7829932 w 11269336"/>
              <a:gd name="connsiteY60" fmla="*/ 1180782 h 2323145"/>
              <a:gd name="connsiteX61" fmla="*/ 7779182 w 11269336"/>
              <a:gd name="connsiteY61" fmla="*/ 1192665 h 2323145"/>
              <a:gd name="connsiteX62" fmla="*/ 7748774 w 11269336"/>
              <a:gd name="connsiteY62" fmla="*/ 1199586 h 2323145"/>
              <a:gd name="connsiteX63" fmla="*/ 7671846 w 11269336"/>
              <a:gd name="connsiteY63" fmla="*/ 1231966 h 2323145"/>
              <a:gd name="connsiteX64" fmla="*/ 7554146 w 11269336"/>
              <a:gd name="connsiteY64" fmla="*/ 1319748 h 2323145"/>
              <a:gd name="connsiteX65" fmla="*/ 7515052 w 11269336"/>
              <a:gd name="connsiteY65" fmla="*/ 1336718 h 2323145"/>
              <a:gd name="connsiteX66" fmla="*/ 7507193 w 11269336"/>
              <a:gd name="connsiteY66" fmla="*/ 1334617 h 2323145"/>
              <a:gd name="connsiteX67" fmla="*/ 7461694 w 11269336"/>
              <a:gd name="connsiteY67" fmla="*/ 1375866 h 2323145"/>
              <a:gd name="connsiteX68" fmla="*/ 7377571 w 11269336"/>
              <a:gd name="connsiteY68" fmla="*/ 1400128 h 2323145"/>
              <a:gd name="connsiteX69" fmla="*/ 7311261 w 11269336"/>
              <a:gd name="connsiteY69" fmla="*/ 1412652 h 2323145"/>
              <a:gd name="connsiteX70" fmla="*/ 7275307 w 11269336"/>
              <a:gd name="connsiteY70" fmla="*/ 1422171 h 2323145"/>
              <a:gd name="connsiteX71" fmla="*/ 7247783 w 11269336"/>
              <a:gd name="connsiteY71" fmla="*/ 1426330 h 2323145"/>
              <a:gd name="connsiteX72" fmla="*/ 7185047 w 11269336"/>
              <a:gd name="connsiteY72" fmla="*/ 1451812 h 2323145"/>
              <a:gd name="connsiteX73" fmla="*/ 7084117 w 11269336"/>
              <a:gd name="connsiteY73" fmla="*/ 1500281 h 2323145"/>
              <a:gd name="connsiteX74" fmla="*/ 7062011 w 11269336"/>
              <a:gd name="connsiteY74" fmla="*/ 1509183 h 2323145"/>
              <a:gd name="connsiteX75" fmla="*/ 7040555 w 11269336"/>
              <a:gd name="connsiteY75" fmla="*/ 1511207 h 2323145"/>
              <a:gd name="connsiteX76" fmla="*/ 7033438 w 11269336"/>
              <a:gd name="connsiteY76" fmla="*/ 1506772 h 2323145"/>
              <a:gd name="connsiteX77" fmla="*/ 7020886 w 11269336"/>
              <a:gd name="connsiteY77" fmla="*/ 1510764 h 2323145"/>
              <a:gd name="connsiteX78" fmla="*/ 7017033 w 11269336"/>
              <a:gd name="connsiteY78" fmla="*/ 1510650 h 2323145"/>
              <a:gd name="connsiteX79" fmla="*/ 6995460 w 11269336"/>
              <a:gd name="connsiteY79" fmla="*/ 1511173 h 2323145"/>
              <a:gd name="connsiteX80" fmla="*/ 6962144 w 11269336"/>
              <a:gd name="connsiteY80" fmla="*/ 1541508 h 2323145"/>
              <a:gd name="connsiteX81" fmla="*/ 6910674 w 11269336"/>
              <a:gd name="connsiteY81" fmla="*/ 1554793 h 2323145"/>
              <a:gd name="connsiteX82" fmla="*/ 6732152 w 11269336"/>
              <a:gd name="connsiteY82" fmla="*/ 1642538 h 2323145"/>
              <a:gd name="connsiteX83" fmla="*/ 6694106 w 11269336"/>
              <a:gd name="connsiteY83" fmla="*/ 1632377 h 2323145"/>
              <a:gd name="connsiteX84" fmla="*/ 6617223 w 11269336"/>
              <a:gd name="connsiteY84" fmla="*/ 1659889 h 2323145"/>
              <a:gd name="connsiteX85" fmla="*/ 6521138 w 11269336"/>
              <a:gd name="connsiteY85" fmla="*/ 1744340 h 2323145"/>
              <a:gd name="connsiteX86" fmla="*/ 6380677 w 11269336"/>
              <a:gd name="connsiteY86" fmla="*/ 1796883 h 2323145"/>
              <a:gd name="connsiteX87" fmla="*/ 6374897 w 11269336"/>
              <a:gd name="connsiteY87" fmla="*/ 1809910 h 2323145"/>
              <a:gd name="connsiteX88" fmla="*/ 6364545 w 11269336"/>
              <a:gd name="connsiteY88" fmla="*/ 1820090 h 2323145"/>
              <a:gd name="connsiteX89" fmla="*/ 6362126 w 11269336"/>
              <a:gd name="connsiteY89" fmla="*/ 1819991 h 2323145"/>
              <a:gd name="connsiteX90" fmla="*/ 6346673 w 11269336"/>
              <a:gd name="connsiteY90" fmla="*/ 1827824 h 2323145"/>
              <a:gd name="connsiteX91" fmla="*/ 6345588 w 11269336"/>
              <a:gd name="connsiteY91" fmla="*/ 1832232 h 2323145"/>
              <a:gd name="connsiteX92" fmla="*/ 6335708 w 11269336"/>
              <a:gd name="connsiteY92" fmla="*/ 1838451 h 2323145"/>
              <a:gd name="connsiteX93" fmla="*/ 6318182 w 11269336"/>
              <a:gd name="connsiteY93" fmla="*/ 1852975 h 2323145"/>
              <a:gd name="connsiteX94" fmla="*/ 6313084 w 11269336"/>
              <a:gd name="connsiteY94" fmla="*/ 1853561 h 2323145"/>
              <a:gd name="connsiteX95" fmla="*/ 6283816 w 11269336"/>
              <a:gd name="connsiteY95" fmla="*/ 1872148 h 2323145"/>
              <a:gd name="connsiteX96" fmla="*/ 6282550 w 11269336"/>
              <a:gd name="connsiteY96" fmla="*/ 1871392 h 2323145"/>
              <a:gd name="connsiteX97" fmla="*/ 6270527 w 11269336"/>
              <a:gd name="connsiteY97" fmla="*/ 1872208 h 2323145"/>
              <a:gd name="connsiteX98" fmla="*/ 6249518 w 11269336"/>
              <a:gd name="connsiteY98" fmla="*/ 1876079 h 2323145"/>
              <a:gd name="connsiteX99" fmla="*/ 6190386 w 11269336"/>
              <a:gd name="connsiteY99" fmla="*/ 1872478 h 2323145"/>
              <a:gd name="connsiteX100" fmla="*/ 6159777 w 11269336"/>
              <a:gd name="connsiteY100" fmla="*/ 1891745 h 2323145"/>
              <a:gd name="connsiteX101" fmla="*/ 6153131 w 11269336"/>
              <a:gd name="connsiteY101" fmla="*/ 1895079 h 2323145"/>
              <a:gd name="connsiteX102" fmla="*/ 6152798 w 11269336"/>
              <a:gd name="connsiteY102" fmla="*/ 1894920 h 2323145"/>
              <a:gd name="connsiteX103" fmla="*/ 6145388 w 11269336"/>
              <a:gd name="connsiteY103" fmla="*/ 1897990 h 2323145"/>
              <a:gd name="connsiteX104" fmla="*/ 6141014 w 11269336"/>
              <a:gd name="connsiteY104" fmla="*/ 1901155 h 2323145"/>
              <a:gd name="connsiteX105" fmla="*/ 6128122 w 11269336"/>
              <a:gd name="connsiteY105" fmla="*/ 1907623 h 2323145"/>
              <a:gd name="connsiteX106" fmla="*/ 6122351 w 11269336"/>
              <a:gd name="connsiteY106" fmla="*/ 1908359 h 2323145"/>
              <a:gd name="connsiteX107" fmla="*/ 6064750 w 11269336"/>
              <a:gd name="connsiteY107" fmla="*/ 1896394 h 2323145"/>
              <a:gd name="connsiteX108" fmla="*/ 5964230 w 11269336"/>
              <a:gd name="connsiteY108" fmla="*/ 1910038 h 2323145"/>
              <a:gd name="connsiteX109" fmla="*/ 5865399 w 11269336"/>
              <a:gd name="connsiteY109" fmla="*/ 1926966 h 2323145"/>
              <a:gd name="connsiteX110" fmla="*/ 5829951 w 11269336"/>
              <a:gd name="connsiteY110" fmla="*/ 1934755 h 2323145"/>
              <a:gd name="connsiteX111" fmla="*/ 5765285 w 11269336"/>
              <a:gd name="connsiteY111" fmla="*/ 1941322 h 2323145"/>
              <a:gd name="connsiteX112" fmla="*/ 5734750 w 11269336"/>
              <a:gd name="connsiteY112" fmla="*/ 1939793 h 2323145"/>
              <a:gd name="connsiteX113" fmla="*/ 5733569 w 11269336"/>
              <a:gd name="connsiteY113" fmla="*/ 1940505 h 2323145"/>
              <a:gd name="connsiteX114" fmla="*/ 5730329 w 11269336"/>
              <a:gd name="connsiteY114" fmla="*/ 1937845 h 2323145"/>
              <a:gd name="connsiteX115" fmla="*/ 5724661 w 11269336"/>
              <a:gd name="connsiteY115" fmla="*/ 1937455 h 2323145"/>
              <a:gd name="connsiteX116" fmla="*/ 5710186 w 11269336"/>
              <a:gd name="connsiteY116" fmla="*/ 1941370 h 2323145"/>
              <a:gd name="connsiteX117" fmla="*/ 5704910 w 11269336"/>
              <a:gd name="connsiteY117" fmla="*/ 1943663 h 2323145"/>
              <a:gd name="connsiteX118" fmla="*/ 5696836 w 11269336"/>
              <a:gd name="connsiteY118" fmla="*/ 1945271 h 2323145"/>
              <a:gd name="connsiteX119" fmla="*/ 5696583 w 11269336"/>
              <a:gd name="connsiteY119" fmla="*/ 1945050 h 2323145"/>
              <a:gd name="connsiteX120" fmla="*/ 5689123 w 11269336"/>
              <a:gd name="connsiteY120" fmla="*/ 1947067 h 2323145"/>
              <a:gd name="connsiteX121" fmla="*/ 5653291 w 11269336"/>
              <a:gd name="connsiteY121" fmla="*/ 1960245 h 2323145"/>
              <a:gd name="connsiteX122" fmla="*/ 5599385 w 11269336"/>
              <a:gd name="connsiteY122" fmla="*/ 1945198 h 2323145"/>
              <a:gd name="connsiteX123" fmla="*/ 5578300 w 11269336"/>
              <a:gd name="connsiteY123" fmla="*/ 1944963 h 2323145"/>
              <a:gd name="connsiteX124" fmla="*/ 5566758 w 11269336"/>
              <a:gd name="connsiteY124" fmla="*/ 1943441 h 2323145"/>
              <a:gd name="connsiteX125" fmla="*/ 5565857 w 11269336"/>
              <a:gd name="connsiteY125" fmla="*/ 1942445 h 2323145"/>
              <a:gd name="connsiteX126" fmla="*/ 5531534 w 11269336"/>
              <a:gd name="connsiteY126" fmla="*/ 1955208 h 2323145"/>
              <a:gd name="connsiteX127" fmla="*/ 5526552 w 11269336"/>
              <a:gd name="connsiteY127" fmla="*/ 1954799 h 2323145"/>
              <a:gd name="connsiteX128" fmla="*/ 5504723 w 11269336"/>
              <a:gd name="connsiteY128" fmla="*/ 1965811 h 2323145"/>
              <a:gd name="connsiteX129" fmla="*/ 5493156 w 11269336"/>
              <a:gd name="connsiteY129" fmla="*/ 1970063 h 2323145"/>
              <a:gd name="connsiteX130" fmla="*/ 5490486 w 11269336"/>
              <a:gd name="connsiteY130" fmla="*/ 1974227 h 2323145"/>
              <a:gd name="connsiteX131" fmla="*/ 5473107 w 11269336"/>
              <a:gd name="connsiteY131" fmla="*/ 1979001 h 2323145"/>
              <a:gd name="connsiteX132" fmla="*/ 5470885 w 11269336"/>
              <a:gd name="connsiteY132" fmla="*/ 1978432 h 2323145"/>
              <a:gd name="connsiteX133" fmla="*/ 5457393 w 11269336"/>
              <a:gd name="connsiteY133" fmla="*/ 1986525 h 2323145"/>
              <a:gd name="connsiteX134" fmla="*/ 5447102 w 11269336"/>
              <a:gd name="connsiteY134" fmla="*/ 1998329 h 2323145"/>
              <a:gd name="connsiteX135" fmla="*/ 5159151 w 11269336"/>
              <a:gd name="connsiteY135" fmla="*/ 2029640 h 2323145"/>
              <a:gd name="connsiteX136" fmla="*/ 5041688 w 11269336"/>
              <a:gd name="connsiteY136" fmla="*/ 2022334 h 2323145"/>
              <a:gd name="connsiteX137" fmla="*/ 4860988 w 11269336"/>
              <a:gd name="connsiteY137" fmla="*/ 2135698 h 2323145"/>
              <a:gd name="connsiteX138" fmla="*/ 4807902 w 11269336"/>
              <a:gd name="connsiteY138" fmla="*/ 2138894 h 2323145"/>
              <a:gd name="connsiteX139" fmla="*/ 4765388 w 11269336"/>
              <a:gd name="connsiteY139" fmla="*/ 2162525 h 2323145"/>
              <a:gd name="connsiteX140" fmla="*/ 4745033 w 11269336"/>
              <a:gd name="connsiteY140" fmla="*/ 2158859 h 2323145"/>
              <a:gd name="connsiteX141" fmla="*/ 4741475 w 11269336"/>
              <a:gd name="connsiteY141" fmla="*/ 2157998 h 2323145"/>
              <a:gd name="connsiteX142" fmla="*/ 4728247 w 11269336"/>
              <a:gd name="connsiteY142" fmla="*/ 2159526 h 2323145"/>
              <a:gd name="connsiteX143" fmla="*/ 4723263 w 11269336"/>
              <a:gd name="connsiteY143" fmla="*/ 2153742 h 2323145"/>
              <a:gd name="connsiteX144" fmla="*/ 4702453 w 11269336"/>
              <a:gd name="connsiteY144" fmla="*/ 2151586 h 2323145"/>
              <a:gd name="connsiteX145" fmla="*/ 4678455 w 11269336"/>
              <a:gd name="connsiteY145" fmla="*/ 2156131 h 2323145"/>
              <a:gd name="connsiteX146" fmla="*/ 4593061 w 11269336"/>
              <a:gd name="connsiteY146" fmla="*/ 2171597 h 2323145"/>
              <a:gd name="connsiteX147" fmla="*/ 4579902 w 11269336"/>
              <a:gd name="connsiteY147" fmla="*/ 2177927 h 2323145"/>
              <a:gd name="connsiteX148" fmla="*/ 4533444 w 11269336"/>
              <a:gd name="connsiteY148" fmla="*/ 2181200 h 2323145"/>
              <a:gd name="connsiteX149" fmla="*/ 4492832 w 11269336"/>
              <a:gd name="connsiteY149" fmla="*/ 2188033 h 2323145"/>
              <a:gd name="connsiteX150" fmla="*/ 4467257 w 11269336"/>
              <a:gd name="connsiteY150" fmla="*/ 2196121 h 2323145"/>
              <a:gd name="connsiteX151" fmla="*/ 4459937 w 11269336"/>
              <a:gd name="connsiteY151" fmla="*/ 2195182 h 2323145"/>
              <a:gd name="connsiteX152" fmla="*/ 4433312 w 11269336"/>
              <a:gd name="connsiteY152" fmla="*/ 2199004 h 2323145"/>
              <a:gd name="connsiteX153" fmla="*/ 4420601 w 11269336"/>
              <a:gd name="connsiteY153" fmla="*/ 2205158 h 2323145"/>
              <a:gd name="connsiteX154" fmla="*/ 4405765 w 11269336"/>
              <a:gd name="connsiteY154" fmla="*/ 2199902 h 2323145"/>
              <a:gd name="connsiteX155" fmla="*/ 4401354 w 11269336"/>
              <a:gd name="connsiteY155" fmla="*/ 2194745 h 2323145"/>
              <a:gd name="connsiteX156" fmla="*/ 4383151 w 11269336"/>
              <a:gd name="connsiteY156" fmla="*/ 2201140 h 2323145"/>
              <a:gd name="connsiteX157" fmla="*/ 4366646 w 11269336"/>
              <a:gd name="connsiteY157" fmla="*/ 2198564 h 2323145"/>
              <a:gd name="connsiteX158" fmla="*/ 4354009 w 11269336"/>
              <a:gd name="connsiteY158" fmla="*/ 2204984 h 2323145"/>
              <a:gd name="connsiteX159" fmla="*/ 4348284 w 11269336"/>
              <a:gd name="connsiteY159" fmla="*/ 2205270 h 2323145"/>
              <a:gd name="connsiteX160" fmla="*/ 4333906 w 11269336"/>
              <a:gd name="connsiteY160" fmla="*/ 2205251 h 2323145"/>
              <a:gd name="connsiteX161" fmla="*/ 4308819 w 11269336"/>
              <a:gd name="connsiteY161" fmla="*/ 2203822 h 2323145"/>
              <a:gd name="connsiteX162" fmla="*/ 4301210 w 11269336"/>
              <a:gd name="connsiteY162" fmla="*/ 2204456 h 2323145"/>
              <a:gd name="connsiteX163" fmla="*/ 4283095 w 11269336"/>
              <a:gd name="connsiteY163" fmla="*/ 2198177 h 2323145"/>
              <a:gd name="connsiteX164" fmla="*/ 4250119 w 11269336"/>
              <a:gd name="connsiteY164" fmla="*/ 2196342 h 2323145"/>
              <a:gd name="connsiteX165" fmla="*/ 4189203 w 11269336"/>
              <a:gd name="connsiteY165" fmla="*/ 2178994 h 2323145"/>
              <a:gd name="connsiteX166" fmla="*/ 4154035 w 11269336"/>
              <a:gd name="connsiteY166" fmla="*/ 2171950 h 2323145"/>
              <a:gd name="connsiteX167" fmla="*/ 4129569 w 11269336"/>
              <a:gd name="connsiteY167" fmla="*/ 2163850 h 2323145"/>
              <a:gd name="connsiteX168" fmla="*/ 4061250 w 11269336"/>
              <a:gd name="connsiteY168" fmla="*/ 2159236 h 2323145"/>
              <a:gd name="connsiteX169" fmla="*/ 3945480 w 11269336"/>
              <a:gd name="connsiteY169" fmla="*/ 2158279 h 2323145"/>
              <a:gd name="connsiteX170" fmla="*/ 3921468 w 11269336"/>
              <a:gd name="connsiteY170" fmla="*/ 2156588 h 2323145"/>
              <a:gd name="connsiteX171" fmla="*/ 3903348 w 11269336"/>
              <a:gd name="connsiteY171" fmla="*/ 2149220 h 2323145"/>
              <a:gd name="connsiteX172" fmla="*/ 3901342 w 11269336"/>
              <a:gd name="connsiteY172" fmla="*/ 2142355 h 2323145"/>
              <a:gd name="connsiteX173" fmla="*/ 3888539 w 11269336"/>
              <a:gd name="connsiteY173" fmla="*/ 2140476 h 2323145"/>
              <a:gd name="connsiteX174" fmla="*/ 3885662 w 11269336"/>
              <a:gd name="connsiteY174" fmla="*/ 2138740 h 2323145"/>
              <a:gd name="connsiteX175" fmla="*/ 3868627 w 11269336"/>
              <a:gd name="connsiteY175" fmla="*/ 2130023 h 2323145"/>
              <a:gd name="connsiteX176" fmla="*/ 3819177 w 11269336"/>
              <a:gd name="connsiteY176" fmla="*/ 2142111 h 2323145"/>
              <a:gd name="connsiteX177" fmla="*/ 3769100 w 11269336"/>
              <a:gd name="connsiteY177" fmla="*/ 2131731 h 2323145"/>
              <a:gd name="connsiteX178" fmla="*/ 3562752 w 11269336"/>
              <a:gd name="connsiteY178" fmla="*/ 2131785 h 2323145"/>
              <a:gd name="connsiteX179" fmla="*/ 3541402 w 11269336"/>
              <a:gd name="connsiteY179" fmla="*/ 2106821 h 2323145"/>
              <a:gd name="connsiteX180" fmla="*/ 3365341 w 11269336"/>
              <a:gd name="connsiteY180" fmla="*/ 2077638 h 2323145"/>
              <a:gd name="connsiteX181" fmla="*/ 3170922 w 11269336"/>
              <a:gd name="connsiteY181" fmla="*/ 2115957 h 2323145"/>
              <a:gd name="connsiteX182" fmla="*/ 3156256 w 11269336"/>
              <a:gd name="connsiteY182" fmla="*/ 2124773 h 2323145"/>
              <a:gd name="connsiteX183" fmla="*/ 3140298 w 11269336"/>
              <a:gd name="connsiteY183" fmla="*/ 2129182 h 2323145"/>
              <a:gd name="connsiteX184" fmla="*/ 3138514 w 11269336"/>
              <a:gd name="connsiteY184" fmla="*/ 2128069 h 2323145"/>
              <a:gd name="connsiteX185" fmla="*/ 3120467 w 11269336"/>
              <a:gd name="connsiteY185" fmla="*/ 2128281 h 2323145"/>
              <a:gd name="connsiteX186" fmla="*/ 3116175 w 11269336"/>
              <a:gd name="connsiteY186" fmla="*/ 2131633 h 2323145"/>
              <a:gd name="connsiteX187" fmla="*/ 3103685 w 11269336"/>
              <a:gd name="connsiteY187" fmla="*/ 2132814 h 2323145"/>
              <a:gd name="connsiteX188" fmla="*/ 3078794 w 11269336"/>
              <a:gd name="connsiteY188" fmla="*/ 2137935 h 2323145"/>
              <a:gd name="connsiteX189" fmla="*/ 3074407 w 11269336"/>
              <a:gd name="connsiteY189" fmla="*/ 2136274 h 2323145"/>
              <a:gd name="connsiteX190" fmla="*/ 3037285 w 11269336"/>
              <a:gd name="connsiteY190" fmla="*/ 2139919 h 2323145"/>
              <a:gd name="connsiteX191" fmla="*/ 3036901 w 11269336"/>
              <a:gd name="connsiteY191" fmla="*/ 2138726 h 2323145"/>
              <a:gd name="connsiteX192" fmla="*/ 3026996 w 11269336"/>
              <a:gd name="connsiteY192" fmla="*/ 2134322 h 2323145"/>
              <a:gd name="connsiteX193" fmla="*/ 3007772 w 11269336"/>
              <a:gd name="connsiteY193" fmla="*/ 2128742 h 2323145"/>
              <a:gd name="connsiteX194" fmla="*/ 2965030 w 11269336"/>
              <a:gd name="connsiteY194" fmla="*/ 2100494 h 2323145"/>
              <a:gd name="connsiteX195" fmla="*/ 2926342 w 11269336"/>
              <a:gd name="connsiteY195" fmla="*/ 2104155 h 2323145"/>
              <a:gd name="connsiteX196" fmla="*/ 2918608 w 11269336"/>
              <a:gd name="connsiteY196" fmla="*/ 2104215 h 2323145"/>
              <a:gd name="connsiteX197" fmla="*/ 2918475 w 11269336"/>
              <a:gd name="connsiteY197" fmla="*/ 2103937 h 2323145"/>
              <a:gd name="connsiteX198" fmla="*/ 2910360 w 11269336"/>
              <a:gd name="connsiteY198" fmla="*/ 2103444 h 2323145"/>
              <a:gd name="connsiteX199" fmla="*/ 2904507 w 11269336"/>
              <a:gd name="connsiteY199" fmla="*/ 2104326 h 2323145"/>
              <a:gd name="connsiteX200" fmla="*/ 2889503 w 11269336"/>
              <a:gd name="connsiteY200" fmla="*/ 2104443 h 2323145"/>
              <a:gd name="connsiteX201" fmla="*/ 2884480 w 11269336"/>
              <a:gd name="connsiteY201" fmla="*/ 2102626 h 2323145"/>
              <a:gd name="connsiteX202" fmla="*/ 2882689 w 11269336"/>
              <a:gd name="connsiteY202" fmla="*/ 2099228 h 2323145"/>
              <a:gd name="connsiteX203" fmla="*/ 2881291 w 11269336"/>
              <a:gd name="connsiteY203" fmla="*/ 2099618 h 2323145"/>
              <a:gd name="connsiteX204" fmla="*/ 2853979 w 11269336"/>
              <a:gd name="connsiteY204" fmla="*/ 2090388 h 2323145"/>
              <a:gd name="connsiteX205" fmla="*/ 2791790 w 11269336"/>
              <a:gd name="connsiteY205" fmla="*/ 2080332 h 2323145"/>
              <a:gd name="connsiteX206" fmla="*/ 2755844 w 11269336"/>
              <a:gd name="connsiteY206" fmla="*/ 2078874 h 2323145"/>
              <a:gd name="connsiteX207" fmla="*/ 2657742 w 11269336"/>
              <a:gd name="connsiteY207" fmla="*/ 2070179 h 2323145"/>
              <a:gd name="connsiteX208" fmla="*/ 2559549 w 11269336"/>
              <a:gd name="connsiteY208" fmla="*/ 2057873 h 2323145"/>
              <a:gd name="connsiteX209" fmla="*/ 2512054 w 11269336"/>
              <a:gd name="connsiteY209" fmla="*/ 2031671 h 2323145"/>
              <a:gd name="connsiteX210" fmla="*/ 2506437 w 11269336"/>
              <a:gd name="connsiteY210" fmla="*/ 2030918 h 2323145"/>
              <a:gd name="connsiteX211" fmla="*/ 2491752 w 11269336"/>
              <a:gd name="connsiteY211" fmla="*/ 2033906 h 2323145"/>
              <a:gd name="connsiteX212" fmla="*/ 2486338 w 11269336"/>
              <a:gd name="connsiteY212" fmla="*/ 2035862 h 2323145"/>
              <a:gd name="connsiteX213" fmla="*/ 2478186 w 11269336"/>
              <a:gd name="connsiteY213" fmla="*/ 2036953 h 2323145"/>
              <a:gd name="connsiteX214" fmla="*/ 2477950 w 11269336"/>
              <a:gd name="connsiteY214" fmla="*/ 2036715 h 2323145"/>
              <a:gd name="connsiteX215" fmla="*/ 2470381 w 11269336"/>
              <a:gd name="connsiteY215" fmla="*/ 2038256 h 2323145"/>
              <a:gd name="connsiteX216" fmla="*/ 2433781 w 11269336"/>
              <a:gd name="connsiteY216" fmla="*/ 2049140 h 2323145"/>
              <a:gd name="connsiteX217" fmla="*/ 2381172 w 11269336"/>
              <a:gd name="connsiteY217" fmla="*/ 2030645 h 2323145"/>
              <a:gd name="connsiteX218" fmla="*/ 2360198 w 11269336"/>
              <a:gd name="connsiteY218" fmla="*/ 2029059 h 2323145"/>
              <a:gd name="connsiteX219" fmla="*/ 2348815 w 11269336"/>
              <a:gd name="connsiteY219" fmla="*/ 2026798 h 2323145"/>
              <a:gd name="connsiteX220" fmla="*/ 2347988 w 11269336"/>
              <a:gd name="connsiteY220" fmla="*/ 2025745 h 2323145"/>
              <a:gd name="connsiteX221" fmla="*/ 2312920 w 11269336"/>
              <a:gd name="connsiteY221" fmla="*/ 2036311 h 2323145"/>
              <a:gd name="connsiteX222" fmla="*/ 2307986 w 11269336"/>
              <a:gd name="connsiteY222" fmla="*/ 2035583 h 2323145"/>
              <a:gd name="connsiteX223" fmla="*/ 2285481 w 11269336"/>
              <a:gd name="connsiteY223" fmla="*/ 2045197 h 2323145"/>
              <a:gd name="connsiteX224" fmla="*/ 2273666 w 11269336"/>
              <a:gd name="connsiteY224" fmla="*/ 2048710 h 2323145"/>
              <a:gd name="connsiteX225" fmla="*/ 2270719 w 11269336"/>
              <a:gd name="connsiteY225" fmla="*/ 2052702 h 2323145"/>
              <a:gd name="connsiteX226" fmla="*/ 2253080 w 11269336"/>
              <a:gd name="connsiteY226" fmla="*/ 2056363 h 2323145"/>
              <a:gd name="connsiteX227" fmla="*/ 2250906 w 11269336"/>
              <a:gd name="connsiteY227" fmla="*/ 2055654 h 2323145"/>
              <a:gd name="connsiteX228" fmla="*/ 2236905 w 11269336"/>
              <a:gd name="connsiteY228" fmla="*/ 2062882 h 2323145"/>
              <a:gd name="connsiteX229" fmla="*/ 2225830 w 11269336"/>
              <a:gd name="connsiteY229" fmla="*/ 2074027 h 2323145"/>
              <a:gd name="connsiteX230" fmla="*/ 2073776 w 11269336"/>
              <a:gd name="connsiteY230" fmla="*/ 2089244 h 2323145"/>
              <a:gd name="connsiteX231" fmla="*/ 1948256 w 11269336"/>
              <a:gd name="connsiteY231" fmla="*/ 2146616 h 2323145"/>
              <a:gd name="connsiteX232" fmla="*/ 1865582 w 11269336"/>
              <a:gd name="connsiteY232" fmla="*/ 2153738 h 2323145"/>
              <a:gd name="connsiteX233" fmla="*/ 1835210 w 11269336"/>
              <a:gd name="connsiteY233" fmla="*/ 2134244 h 2323145"/>
              <a:gd name="connsiteX234" fmla="*/ 1632661 w 11269336"/>
              <a:gd name="connsiteY234" fmla="*/ 2173882 h 2323145"/>
              <a:gd name="connsiteX235" fmla="*/ 1579590 w 11269336"/>
              <a:gd name="connsiteY235" fmla="*/ 2173680 h 2323145"/>
              <a:gd name="connsiteX236" fmla="*/ 1535601 w 11269336"/>
              <a:gd name="connsiteY236" fmla="*/ 2194590 h 2323145"/>
              <a:gd name="connsiteX237" fmla="*/ 1515594 w 11269336"/>
              <a:gd name="connsiteY237" fmla="*/ 2189622 h 2323145"/>
              <a:gd name="connsiteX238" fmla="*/ 1512113 w 11269336"/>
              <a:gd name="connsiteY238" fmla="*/ 2188534 h 2323145"/>
              <a:gd name="connsiteX239" fmla="*/ 1498838 w 11269336"/>
              <a:gd name="connsiteY239" fmla="*/ 2189213 h 2323145"/>
              <a:gd name="connsiteX240" fmla="*/ 1494279 w 11269336"/>
              <a:gd name="connsiteY240" fmla="*/ 2183112 h 2323145"/>
              <a:gd name="connsiteX241" fmla="*/ 1473714 w 11269336"/>
              <a:gd name="connsiteY241" fmla="*/ 2179625 h 2323145"/>
              <a:gd name="connsiteX242" fmla="*/ 1449503 w 11269336"/>
              <a:gd name="connsiteY242" fmla="*/ 2182633 h 2323145"/>
              <a:gd name="connsiteX243" fmla="*/ 1266687 w 11269336"/>
              <a:gd name="connsiteY243" fmla="*/ 2212688 h 2323145"/>
              <a:gd name="connsiteX244" fmla="*/ 1239614 w 11269336"/>
              <a:gd name="connsiteY244" fmla="*/ 2209727 h 2323145"/>
              <a:gd name="connsiteX245" fmla="*/ 1202436 w 11269336"/>
              <a:gd name="connsiteY245" fmla="*/ 2209817 h 2323145"/>
              <a:gd name="connsiteX246" fmla="*/ 1136097 w 11269336"/>
              <a:gd name="connsiteY246" fmla="*/ 2205112 h 2323145"/>
              <a:gd name="connsiteX247" fmla="*/ 988232 w 11269336"/>
              <a:gd name="connsiteY247" fmla="*/ 2235635 h 2323145"/>
              <a:gd name="connsiteX248" fmla="*/ 981959 w 11269336"/>
              <a:gd name="connsiteY248" fmla="*/ 2231607 h 2323145"/>
              <a:gd name="connsiteX249" fmla="*/ 938600 w 11269336"/>
              <a:gd name="connsiteY249" fmla="*/ 2238113 h 2323145"/>
              <a:gd name="connsiteX250" fmla="*/ 791788 w 11269336"/>
              <a:gd name="connsiteY250" fmla="*/ 2293224 h 2323145"/>
              <a:gd name="connsiteX251" fmla="*/ 706914 w 11269336"/>
              <a:gd name="connsiteY251" fmla="*/ 2305046 h 2323145"/>
              <a:gd name="connsiteX252" fmla="*/ 675971 w 11269336"/>
              <a:gd name="connsiteY252" fmla="*/ 2304030 h 2323145"/>
              <a:gd name="connsiteX253" fmla="*/ 624180 w 11269336"/>
              <a:gd name="connsiteY253" fmla="*/ 2302650 h 2323145"/>
              <a:gd name="connsiteX254" fmla="*/ 583453 w 11269336"/>
              <a:gd name="connsiteY254" fmla="*/ 2288788 h 2323145"/>
              <a:gd name="connsiteX255" fmla="*/ 540946 w 11269336"/>
              <a:gd name="connsiteY255" fmla="*/ 2292721 h 2323145"/>
              <a:gd name="connsiteX256" fmla="*/ 533680 w 11269336"/>
              <a:gd name="connsiteY256" fmla="*/ 2310233 h 2323145"/>
              <a:gd name="connsiteX257" fmla="*/ 487366 w 11269336"/>
              <a:gd name="connsiteY257" fmla="*/ 2309053 h 2323145"/>
              <a:gd name="connsiteX258" fmla="*/ 416820 w 11269336"/>
              <a:gd name="connsiteY258" fmla="*/ 2305443 h 2323145"/>
              <a:gd name="connsiteX259" fmla="*/ 376805 w 11269336"/>
              <a:gd name="connsiteY259" fmla="*/ 2307647 h 2323145"/>
              <a:gd name="connsiteX260" fmla="*/ 266777 w 11269336"/>
              <a:gd name="connsiteY260" fmla="*/ 2309012 h 2323145"/>
              <a:gd name="connsiteX261" fmla="*/ 156013 w 11269336"/>
              <a:gd name="connsiteY261" fmla="*/ 2306832 h 2323145"/>
              <a:gd name="connsiteX262" fmla="*/ 87258 w 11269336"/>
              <a:gd name="connsiteY262" fmla="*/ 2285511 h 2323145"/>
              <a:gd name="connsiteX263" fmla="*/ 23798 w 11269336"/>
              <a:gd name="connsiteY263" fmla="*/ 2281822 h 2323145"/>
              <a:gd name="connsiteX264" fmla="*/ 0 w 11269336"/>
              <a:gd name="connsiteY264" fmla="*/ 2285369 h 2323145"/>
              <a:gd name="connsiteX265" fmla="*/ 0 w 11269336"/>
              <a:gd name="connsiteY265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380600 w 11269336"/>
              <a:gd name="connsiteY19" fmla="*/ 549821 h 2323145"/>
              <a:gd name="connsiteX20" fmla="*/ 9263254 w 11269336"/>
              <a:gd name="connsiteY20" fmla="*/ 645662 h 2323145"/>
              <a:gd name="connsiteX21" fmla="*/ 9162278 w 11269336"/>
              <a:gd name="connsiteY21" fmla="*/ 704724 h 2323145"/>
              <a:gd name="connsiteX22" fmla="*/ 8977138 w 11269336"/>
              <a:gd name="connsiteY22" fmla="*/ 774970 h 2323145"/>
              <a:gd name="connsiteX23" fmla="*/ 9070855 w 11269336"/>
              <a:gd name="connsiteY23" fmla="*/ 794621 h 2323145"/>
              <a:gd name="connsiteX24" fmla="*/ 8914746 w 11269336"/>
              <a:gd name="connsiteY24" fmla="*/ 826428 h 2323145"/>
              <a:gd name="connsiteX25" fmla="*/ 8917778 w 11269336"/>
              <a:gd name="connsiteY25" fmla="*/ 835198 h 2323145"/>
              <a:gd name="connsiteX26" fmla="*/ 8905560 w 11269336"/>
              <a:gd name="connsiteY26" fmla="*/ 838358 h 2323145"/>
              <a:gd name="connsiteX27" fmla="*/ 8897564 w 11269336"/>
              <a:gd name="connsiteY27" fmla="*/ 834287 h 2323145"/>
              <a:gd name="connsiteX28" fmla="*/ 8878040 w 11269336"/>
              <a:gd name="connsiteY28" fmla="*/ 844150 h 2323145"/>
              <a:gd name="connsiteX29" fmla="*/ 8882654 w 11269336"/>
              <a:gd name="connsiteY29" fmla="*/ 892768 h 2323145"/>
              <a:gd name="connsiteX30" fmla="*/ 8795998 w 11269336"/>
              <a:gd name="connsiteY30" fmla="*/ 863337 h 2323145"/>
              <a:gd name="connsiteX31" fmla="*/ 8776970 w 11269336"/>
              <a:gd name="connsiteY31" fmla="*/ 885177 h 2323145"/>
              <a:gd name="connsiteX32" fmla="*/ 8755719 w 11269336"/>
              <a:gd name="connsiteY32" fmla="*/ 889754 h 2323145"/>
              <a:gd name="connsiteX33" fmla="*/ 8743257 w 11269336"/>
              <a:gd name="connsiteY33" fmla="*/ 904723 h 2323145"/>
              <a:gd name="connsiteX34" fmla="*/ 8721366 w 11269336"/>
              <a:gd name="connsiteY34" fmla="*/ 904711 h 2323145"/>
              <a:gd name="connsiteX35" fmla="*/ 8678353 w 11269336"/>
              <a:gd name="connsiteY35" fmla="*/ 926318 h 2323145"/>
              <a:gd name="connsiteX36" fmla="*/ 8636849 w 11269336"/>
              <a:gd name="connsiteY36" fmla="*/ 937900 h 2323145"/>
              <a:gd name="connsiteX37" fmla="*/ 8620213 w 11269336"/>
              <a:gd name="connsiteY37" fmla="*/ 943068 h 2323145"/>
              <a:gd name="connsiteX38" fmla="*/ 8612581 w 11269336"/>
              <a:gd name="connsiteY38" fmla="*/ 952695 h 2323145"/>
              <a:gd name="connsiteX39" fmla="*/ 8589038 w 11269336"/>
              <a:gd name="connsiteY39" fmla="*/ 963892 h 2323145"/>
              <a:gd name="connsiteX40" fmla="*/ 8579950 w 11269336"/>
              <a:gd name="connsiteY40" fmla="*/ 960899 h 2323145"/>
              <a:gd name="connsiteX41" fmla="*/ 8579319 w 11269336"/>
              <a:gd name="connsiteY41" fmla="*/ 965630 h 2323145"/>
              <a:gd name="connsiteX42" fmla="*/ 8547429 w 11269336"/>
              <a:gd name="connsiteY42" fmla="*/ 984506 h 2323145"/>
              <a:gd name="connsiteX43" fmla="*/ 8478704 w 11269336"/>
              <a:gd name="connsiteY43" fmla="*/ 1025490 h 2323145"/>
              <a:gd name="connsiteX44" fmla="*/ 8461421 w 11269336"/>
              <a:gd name="connsiteY44" fmla="*/ 1035512 h 2323145"/>
              <a:gd name="connsiteX45" fmla="*/ 8445003 w 11269336"/>
              <a:gd name="connsiteY45" fmla="*/ 1036851 h 2323145"/>
              <a:gd name="connsiteX46" fmla="*/ 8357350 w 11269336"/>
              <a:gd name="connsiteY46" fmla="*/ 1060213 h 2323145"/>
              <a:gd name="connsiteX47" fmla="*/ 8335565 w 11269336"/>
              <a:gd name="connsiteY47" fmla="*/ 1061151 h 2323145"/>
              <a:gd name="connsiteX48" fmla="*/ 8325267 w 11269336"/>
              <a:gd name="connsiteY48" fmla="*/ 1055919 h 2323145"/>
              <a:gd name="connsiteX49" fmla="*/ 8293586 w 11269336"/>
              <a:gd name="connsiteY49" fmla="*/ 1076144 h 2323145"/>
              <a:gd name="connsiteX50" fmla="*/ 8242405 w 11269336"/>
              <a:gd name="connsiteY50" fmla="*/ 1095960 h 2323145"/>
              <a:gd name="connsiteX51" fmla="*/ 8197391 w 11269336"/>
              <a:gd name="connsiteY51" fmla="*/ 1107746 h 2323145"/>
              <a:gd name="connsiteX52" fmla="*/ 8081474 w 11269336"/>
              <a:gd name="connsiteY52" fmla="*/ 1130125 h 2323145"/>
              <a:gd name="connsiteX53" fmla="*/ 8053585 w 11269336"/>
              <a:gd name="connsiteY53" fmla="*/ 1129169 h 2323145"/>
              <a:gd name="connsiteX54" fmla="*/ 8038422 w 11269336"/>
              <a:gd name="connsiteY54" fmla="*/ 1119092 h 2323145"/>
              <a:gd name="connsiteX55" fmla="*/ 8029450 w 11269336"/>
              <a:gd name="connsiteY55" fmla="*/ 1125592 h 2323145"/>
              <a:gd name="connsiteX56" fmla="*/ 7959552 w 11269336"/>
              <a:gd name="connsiteY56" fmla="*/ 1140188 h 2323145"/>
              <a:gd name="connsiteX57" fmla="*/ 7914188 w 11269336"/>
              <a:gd name="connsiteY57" fmla="*/ 1150862 h 2323145"/>
              <a:gd name="connsiteX58" fmla="*/ 7914918 w 11269336"/>
              <a:gd name="connsiteY58" fmla="*/ 1168758 h 2323145"/>
              <a:gd name="connsiteX59" fmla="*/ 7875510 w 11269336"/>
              <a:gd name="connsiteY59" fmla="*/ 1183153 h 2323145"/>
              <a:gd name="connsiteX60" fmla="*/ 7829932 w 11269336"/>
              <a:gd name="connsiteY60" fmla="*/ 1180782 h 2323145"/>
              <a:gd name="connsiteX61" fmla="*/ 7779182 w 11269336"/>
              <a:gd name="connsiteY61" fmla="*/ 1192665 h 2323145"/>
              <a:gd name="connsiteX62" fmla="*/ 7748774 w 11269336"/>
              <a:gd name="connsiteY62" fmla="*/ 1199586 h 2323145"/>
              <a:gd name="connsiteX63" fmla="*/ 7671846 w 11269336"/>
              <a:gd name="connsiteY63" fmla="*/ 1231966 h 2323145"/>
              <a:gd name="connsiteX64" fmla="*/ 7554146 w 11269336"/>
              <a:gd name="connsiteY64" fmla="*/ 1319748 h 2323145"/>
              <a:gd name="connsiteX65" fmla="*/ 7515052 w 11269336"/>
              <a:gd name="connsiteY65" fmla="*/ 1336718 h 2323145"/>
              <a:gd name="connsiteX66" fmla="*/ 7507193 w 11269336"/>
              <a:gd name="connsiteY66" fmla="*/ 1334617 h 2323145"/>
              <a:gd name="connsiteX67" fmla="*/ 7461694 w 11269336"/>
              <a:gd name="connsiteY67" fmla="*/ 1375866 h 2323145"/>
              <a:gd name="connsiteX68" fmla="*/ 7377571 w 11269336"/>
              <a:gd name="connsiteY68" fmla="*/ 1400128 h 2323145"/>
              <a:gd name="connsiteX69" fmla="*/ 7311261 w 11269336"/>
              <a:gd name="connsiteY69" fmla="*/ 1412652 h 2323145"/>
              <a:gd name="connsiteX70" fmla="*/ 7275307 w 11269336"/>
              <a:gd name="connsiteY70" fmla="*/ 1422171 h 2323145"/>
              <a:gd name="connsiteX71" fmla="*/ 7247783 w 11269336"/>
              <a:gd name="connsiteY71" fmla="*/ 1426330 h 2323145"/>
              <a:gd name="connsiteX72" fmla="*/ 7185047 w 11269336"/>
              <a:gd name="connsiteY72" fmla="*/ 1451812 h 2323145"/>
              <a:gd name="connsiteX73" fmla="*/ 7084117 w 11269336"/>
              <a:gd name="connsiteY73" fmla="*/ 1500281 h 2323145"/>
              <a:gd name="connsiteX74" fmla="*/ 7062011 w 11269336"/>
              <a:gd name="connsiteY74" fmla="*/ 1509183 h 2323145"/>
              <a:gd name="connsiteX75" fmla="*/ 7040555 w 11269336"/>
              <a:gd name="connsiteY75" fmla="*/ 1511207 h 2323145"/>
              <a:gd name="connsiteX76" fmla="*/ 7033438 w 11269336"/>
              <a:gd name="connsiteY76" fmla="*/ 1506772 h 2323145"/>
              <a:gd name="connsiteX77" fmla="*/ 7020886 w 11269336"/>
              <a:gd name="connsiteY77" fmla="*/ 1510764 h 2323145"/>
              <a:gd name="connsiteX78" fmla="*/ 7017033 w 11269336"/>
              <a:gd name="connsiteY78" fmla="*/ 1510650 h 2323145"/>
              <a:gd name="connsiteX79" fmla="*/ 6995460 w 11269336"/>
              <a:gd name="connsiteY79" fmla="*/ 1511173 h 2323145"/>
              <a:gd name="connsiteX80" fmla="*/ 6962144 w 11269336"/>
              <a:gd name="connsiteY80" fmla="*/ 1541508 h 2323145"/>
              <a:gd name="connsiteX81" fmla="*/ 6910674 w 11269336"/>
              <a:gd name="connsiteY81" fmla="*/ 1554793 h 2323145"/>
              <a:gd name="connsiteX82" fmla="*/ 6732152 w 11269336"/>
              <a:gd name="connsiteY82" fmla="*/ 1642538 h 2323145"/>
              <a:gd name="connsiteX83" fmla="*/ 6694106 w 11269336"/>
              <a:gd name="connsiteY83" fmla="*/ 1632377 h 2323145"/>
              <a:gd name="connsiteX84" fmla="*/ 6617223 w 11269336"/>
              <a:gd name="connsiteY84" fmla="*/ 1659889 h 2323145"/>
              <a:gd name="connsiteX85" fmla="*/ 6521138 w 11269336"/>
              <a:gd name="connsiteY85" fmla="*/ 1744340 h 2323145"/>
              <a:gd name="connsiteX86" fmla="*/ 6380677 w 11269336"/>
              <a:gd name="connsiteY86" fmla="*/ 1796883 h 2323145"/>
              <a:gd name="connsiteX87" fmla="*/ 6374897 w 11269336"/>
              <a:gd name="connsiteY87" fmla="*/ 1809910 h 2323145"/>
              <a:gd name="connsiteX88" fmla="*/ 6364545 w 11269336"/>
              <a:gd name="connsiteY88" fmla="*/ 1820090 h 2323145"/>
              <a:gd name="connsiteX89" fmla="*/ 6362126 w 11269336"/>
              <a:gd name="connsiteY89" fmla="*/ 1819991 h 2323145"/>
              <a:gd name="connsiteX90" fmla="*/ 6346673 w 11269336"/>
              <a:gd name="connsiteY90" fmla="*/ 1827824 h 2323145"/>
              <a:gd name="connsiteX91" fmla="*/ 6345588 w 11269336"/>
              <a:gd name="connsiteY91" fmla="*/ 1832232 h 2323145"/>
              <a:gd name="connsiteX92" fmla="*/ 6335708 w 11269336"/>
              <a:gd name="connsiteY92" fmla="*/ 1838451 h 2323145"/>
              <a:gd name="connsiteX93" fmla="*/ 6318182 w 11269336"/>
              <a:gd name="connsiteY93" fmla="*/ 1852975 h 2323145"/>
              <a:gd name="connsiteX94" fmla="*/ 6313084 w 11269336"/>
              <a:gd name="connsiteY94" fmla="*/ 1853561 h 2323145"/>
              <a:gd name="connsiteX95" fmla="*/ 6283816 w 11269336"/>
              <a:gd name="connsiteY95" fmla="*/ 1872148 h 2323145"/>
              <a:gd name="connsiteX96" fmla="*/ 6282550 w 11269336"/>
              <a:gd name="connsiteY96" fmla="*/ 1871392 h 2323145"/>
              <a:gd name="connsiteX97" fmla="*/ 6270527 w 11269336"/>
              <a:gd name="connsiteY97" fmla="*/ 1872208 h 2323145"/>
              <a:gd name="connsiteX98" fmla="*/ 6249518 w 11269336"/>
              <a:gd name="connsiteY98" fmla="*/ 1876079 h 2323145"/>
              <a:gd name="connsiteX99" fmla="*/ 6190386 w 11269336"/>
              <a:gd name="connsiteY99" fmla="*/ 1872478 h 2323145"/>
              <a:gd name="connsiteX100" fmla="*/ 6159777 w 11269336"/>
              <a:gd name="connsiteY100" fmla="*/ 1891745 h 2323145"/>
              <a:gd name="connsiteX101" fmla="*/ 6153131 w 11269336"/>
              <a:gd name="connsiteY101" fmla="*/ 1895079 h 2323145"/>
              <a:gd name="connsiteX102" fmla="*/ 6152798 w 11269336"/>
              <a:gd name="connsiteY102" fmla="*/ 1894920 h 2323145"/>
              <a:gd name="connsiteX103" fmla="*/ 6145388 w 11269336"/>
              <a:gd name="connsiteY103" fmla="*/ 1897990 h 2323145"/>
              <a:gd name="connsiteX104" fmla="*/ 6141014 w 11269336"/>
              <a:gd name="connsiteY104" fmla="*/ 1901155 h 2323145"/>
              <a:gd name="connsiteX105" fmla="*/ 6128122 w 11269336"/>
              <a:gd name="connsiteY105" fmla="*/ 1907623 h 2323145"/>
              <a:gd name="connsiteX106" fmla="*/ 6122351 w 11269336"/>
              <a:gd name="connsiteY106" fmla="*/ 1908359 h 2323145"/>
              <a:gd name="connsiteX107" fmla="*/ 6064750 w 11269336"/>
              <a:gd name="connsiteY107" fmla="*/ 1896394 h 2323145"/>
              <a:gd name="connsiteX108" fmla="*/ 5964230 w 11269336"/>
              <a:gd name="connsiteY108" fmla="*/ 1910038 h 2323145"/>
              <a:gd name="connsiteX109" fmla="*/ 5865399 w 11269336"/>
              <a:gd name="connsiteY109" fmla="*/ 1926966 h 2323145"/>
              <a:gd name="connsiteX110" fmla="*/ 5829951 w 11269336"/>
              <a:gd name="connsiteY110" fmla="*/ 1934755 h 2323145"/>
              <a:gd name="connsiteX111" fmla="*/ 5765285 w 11269336"/>
              <a:gd name="connsiteY111" fmla="*/ 1941322 h 2323145"/>
              <a:gd name="connsiteX112" fmla="*/ 5734750 w 11269336"/>
              <a:gd name="connsiteY112" fmla="*/ 1939793 h 2323145"/>
              <a:gd name="connsiteX113" fmla="*/ 5733569 w 11269336"/>
              <a:gd name="connsiteY113" fmla="*/ 1940505 h 2323145"/>
              <a:gd name="connsiteX114" fmla="*/ 5730329 w 11269336"/>
              <a:gd name="connsiteY114" fmla="*/ 1937845 h 2323145"/>
              <a:gd name="connsiteX115" fmla="*/ 5724661 w 11269336"/>
              <a:gd name="connsiteY115" fmla="*/ 1937455 h 2323145"/>
              <a:gd name="connsiteX116" fmla="*/ 5710186 w 11269336"/>
              <a:gd name="connsiteY116" fmla="*/ 1941370 h 2323145"/>
              <a:gd name="connsiteX117" fmla="*/ 5704910 w 11269336"/>
              <a:gd name="connsiteY117" fmla="*/ 1943663 h 2323145"/>
              <a:gd name="connsiteX118" fmla="*/ 5696836 w 11269336"/>
              <a:gd name="connsiteY118" fmla="*/ 1945271 h 2323145"/>
              <a:gd name="connsiteX119" fmla="*/ 5696583 w 11269336"/>
              <a:gd name="connsiteY119" fmla="*/ 1945050 h 2323145"/>
              <a:gd name="connsiteX120" fmla="*/ 5689123 w 11269336"/>
              <a:gd name="connsiteY120" fmla="*/ 1947067 h 2323145"/>
              <a:gd name="connsiteX121" fmla="*/ 5653291 w 11269336"/>
              <a:gd name="connsiteY121" fmla="*/ 1960245 h 2323145"/>
              <a:gd name="connsiteX122" fmla="*/ 5599385 w 11269336"/>
              <a:gd name="connsiteY122" fmla="*/ 1945198 h 2323145"/>
              <a:gd name="connsiteX123" fmla="*/ 5578300 w 11269336"/>
              <a:gd name="connsiteY123" fmla="*/ 1944963 h 2323145"/>
              <a:gd name="connsiteX124" fmla="*/ 5566758 w 11269336"/>
              <a:gd name="connsiteY124" fmla="*/ 1943441 h 2323145"/>
              <a:gd name="connsiteX125" fmla="*/ 5565857 w 11269336"/>
              <a:gd name="connsiteY125" fmla="*/ 1942445 h 2323145"/>
              <a:gd name="connsiteX126" fmla="*/ 5531534 w 11269336"/>
              <a:gd name="connsiteY126" fmla="*/ 1955208 h 2323145"/>
              <a:gd name="connsiteX127" fmla="*/ 5526552 w 11269336"/>
              <a:gd name="connsiteY127" fmla="*/ 1954799 h 2323145"/>
              <a:gd name="connsiteX128" fmla="*/ 5504723 w 11269336"/>
              <a:gd name="connsiteY128" fmla="*/ 1965811 h 2323145"/>
              <a:gd name="connsiteX129" fmla="*/ 5493156 w 11269336"/>
              <a:gd name="connsiteY129" fmla="*/ 1970063 h 2323145"/>
              <a:gd name="connsiteX130" fmla="*/ 5490486 w 11269336"/>
              <a:gd name="connsiteY130" fmla="*/ 1974227 h 2323145"/>
              <a:gd name="connsiteX131" fmla="*/ 5473107 w 11269336"/>
              <a:gd name="connsiteY131" fmla="*/ 1979001 h 2323145"/>
              <a:gd name="connsiteX132" fmla="*/ 5470885 w 11269336"/>
              <a:gd name="connsiteY132" fmla="*/ 1978432 h 2323145"/>
              <a:gd name="connsiteX133" fmla="*/ 5457393 w 11269336"/>
              <a:gd name="connsiteY133" fmla="*/ 1986525 h 2323145"/>
              <a:gd name="connsiteX134" fmla="*/ 5447102 w 11269336"/>
              <a:gd name="connsiteY134" fmla="*/ 1998329 h 2323145"/>
              <a:gd name="connsiteX135" fmla="*/ 5159151 w 11269336"/>
              <a:gd name="connsiteY135" fmla="*/ 2029640 h 2323145"/>
              <a:gd name="connsiteX136" fmla="*/ 5041688 w 11269336"/>
              <a:gd name="connsiteY136" fmla="*/ 2022334 h 2323145"/>
              <a:gd name="connsiteX137" fmla="*/ 4860988 w 11269336"/>
              <a:gd name="connsiteY137" fmla="*/ 2135698 h 2323145"/>
              <a:gd name="connsiteX138" fmla="*/ 4807902 w 11269336"/>
              <a:gd name="connsiteY138" fmla="*/ 2138894 h 2323145"/>
              <a:gd name="connsiteX139" fmla="*/ 4765388 w 11269336"/>
              <a:gd name="connsiteY139" fmla="*/ 2162525 h 2323145"/>
              <a:gd name="connsiteX140" fmla="*/ 4745033 w 11269336"/>
              <a:gd name="connsiteY140" fmla="*/ 2158859 h 2323145"/>
              <a:gd name="connsiteX141" fmla="*/ 4741475 w 11269336"/>
              <a:gd name="connsiteY141" fmla="*/ 2157998 h 2323145"/>
              <a:gd name="connsiteX142" fmla="*/ 4728247 w 11269336"/>
              <a:gd name="connsiteY142" fmla="*/ 2159526 h 2323145"/>
              <a:gd name="connsiteX143" fmla="*/ 4723263 w 11269336"/>
              <a:gd name="connsiteY143" fmla="*/ 2153742 h 2323145"/>
              <a:gd name="connsiteX144" fmla="*/ 4702453 w 11269336"/>
              <a:gd name="connsiteY144" fmla="*/ 2151586 h 2323145"/>
              <a:gd name="connsiteX145" fmla="*/ 4678455 w 11269336"/>
              <a:gd name="connsiteY145" fmla="*/ 2156131 h 2323145"/>
              <a:gd name="connsiteX146" fmla="*/ 4593061 w 11269336"/>
              <a:gd name="connsiteY146" fmla="*/ 2171597 h 2323145"/>
              <a:gd name="connsiteX147" fmla="*/ 4579902 w 11269336"/>
              <a:gd name="connsiteY147" fmla="*/ 2177927 h 2323145"/>
              <a:gd name="connsiteX148" fmla="*/ 4533444 w 11269336"/>
              <a:gd name="connsiteY148" fmla="*/ 2181200 h 2323145"/>
              <a:gd name="connsiteX149" fmla="*/ 4492832 w 11269336"/>
              <a:gd name="connsiteY149" fmla="*/ 2188033 h 2323145"/>
              <a:gd name="connsiteX150" fmla="*/ 4467257 w 11269336"/>
              <a:gd name="connsiteY150" fmla="*/ 2196121 h 2323145"/>
              <a:gd name="connsiteX151" fmla="*/ 4459937 w 11269336"/>
              <a:gd name="connsiteY151" fmla="*/ 2195182 h 2323145"/>
              <a:gd name="connsiteX152" fmla="*/ 4433312 w 11269336"/>
              <a:gd name="connsiteY152" fmla="*/ 2199004 h 2323145"/>
              <a:gd name="connsiteX153" fmla="*/ 4420601 w 11269336"/>
              <a:gd name="connsiteY153" fmla="*/ 2205158 h 2323145"/>
              <a:gd name="connsiteX154" fmla="*/ 4405765 w 11269336"/>
              <a:gd name="connsiteY154" fmla="*/ 2199902 h 2323145"/>
              <a:gd name="connsiteX155" fmla="*/ 4401354 w 11269336"/>
              <a:gd name="connsiteY155" fmla="*/ 2194745 h 2323145"/>
              <a:gd name="connsiteX156" fmla="*/ 4383151 w 11269336"/>
              <a:gd name="connsiteY156" fmla="*/ 2201140 h 2323145"/>
              <a:gd name="connsiteX157" fmla="*/ 4366646 w 11269336"/>
              <a:gd name="connsiteY157" fmla="*/ 2198564 h 2323145"/>
              <a:gd name="connsiteX158" fmla="*/ 4354009 w 11269336"/>
              <a:gd name="connsiteY158" fmla="*/ 2204984 h 2323145"/>
              <a:gd name="connsiteX159" fmla="*/ 4348284 w 11269336"/>
              <a:gd name="connsiteY159" fmla="*/ 2205270 h 2323145"/>
              <a:gd name="connsiteX160" fmla="*/ 4333906 w 11269336"/>
              <a:gd name="connsiteY160" fmla="*/ 2205251 h 2323145"/>
              <a:gd name="connsiteX161" fmla="*/ 4308819 w 11269336"/>
              <a:gd name="connsiteY161" fmla="*/ 2203822 h 2323145"/>
              <a:gd name="connsiteX162" fmla="*/ 4301210 w 11269336"/>
              <a:gd name="connsiteY162" fmla="*/ 2204456 h 2323145"/>
              <a:gd name="connsiteX163" fmla="*/ 4283095 w 11269336"/>
              <a:gd name="connsiteY163" fmla="*/ 2198177 h 2323145"/>
              <a:gd name="connsiteX164" fmla="*/ 4250119 w 11269336"/>
              <a:gd name="connsiteY164" fmla="*/ 2196342 h 2323145"/>
              <a:gd name="connsiteX165" fmla="*/ 4189203 w 11269336"/>
              <a:gd name="connsiteY165" fmla="*/ 2178994 h 2323145"/>
              <a:gd name="connsiteX166" fmla="*/ 4154035 w 11269336"/>
              <a:gd name="connsiteY166" fmla="*/ 2171950 h 2323145"/>
              <a:gd name="connsiteX167" fmla="*/ 4129569 w 11269336"/>
              <a:gd name="connsiteY167" fmla="*/ 2163850 h 2323145"/>
              <a:gd name="connsiteX168" fmla="*/ 4061250 w 11269336"/>
              <a:gd name="connsiteY168" fmla="*/ 2159236 h 2323145"/>
              <a:gd name="connsiteX169" fmla="*/ 3945480 w 11269336"/>
              <a:gd name="connsiteY169" fmla="*/ 2158279 h 2323145"/>
              <a:gd name="connsiteX170" fmla="*/ 3921468 w 11269336"/>
              <a:gd name="connsiteY170" fmla="*/ 2156588 h 2323145"/>
              <a:gd name="connsiteX171" fmla="*/ 3903348 w 11269336"/>
              <a:gd name="connsiteY171" fmla="*/ 2149220 h 2323145"/>
              <a:gd name="connsiteX172" fmla="*/ 3901342 w 11269336"/>
              <a:gd name="connsiteY172" fmla="*/ 2142355 h 2323145"/>
              <a:gd name="connsiteX173" fmla="*/ 3888539 w 11269336"/>
              <a:gd name="connsiteY173" fmla="*/ 2140476 h 2323145"/>
              <a:gd name="connsiteX174" fmla="*/ 3885662 w 11269336"/>
              <a:gd name="connsiteY174" fmla="*/ 2138740 h 2323145"/>
              <a:gd name="connsiteX175" fmla="*/ 3868627 w 11269336"/>
              <a:gd name="connsiteY175" fmla="*/ 2130023 h 2323145"/>
              <a:gd name="connsiteX176" fmla="*/ 3819177 w 11269336"/>
              <a:gd name="connsiteY176" fmla="*/ 2142111 h 2323145"/>
              <a:gd name="connsiteX177" fmla="*/ 3769100 w 11269336"/>
              <a:gd name="connsiteY177" fmla="*/ 2131731 h 2323145"/>
              <a:gd name="connsiteX178" fmla="*/ 3562752 w 11269336"/>
              <a:gd name="connsiteY178" fmla="*/ 2131785 h 2323145"/>
              <a:gd name="connsiteX179" fmla="*/ 3541402 w 11269336"/>
              <a:gd name="connsiteY179" fmla="*/ 2106821 h 2323145"/>
              <a:gd name="connsiteX180" fmla="*/ 3365341 w 11269336"/>
              <a:gd name="connsiteY180" fmla="*/ 2077638 h 2323145"/>
              <a:gd name="connsiteX181" fmla="*/ 3170922 w 11269336"/>
              <a:gd name="connsiteY181" fmla="*/ 2115957 h 2323145"/>
              <a:gd name="connsiteX182" fmla="*/ 3156256 w 11269336"/>
              <a:gd name="connsiteY182" fmla="*/ 2124773 h 2323145"/>
              <a:gd name="connsiteX183" fmla="*/ 3140298 w 11269336"/>
              <a:gd name="connsiteY183" fmla="*/ 2129182 h 2323145"/>
              <a:gd name="connsiteX184" fmla="*/ 3138514 w 11269336"/>
              <a:gd name="connsiteY184" fmla="*/ 2128069 h 2323145"/>
              <a:gd name="connsiteX185" fmla="*/ 3120467 w 11269336"/>
              <a:gd name="connsiteY185" fmla="*/ 2128281 h 2323145"/>
              <a:gd name="connsiteX186" fmla="*/ 3116175 w 11269336"/>
              <a:gd name="connsiteY186" fmla="*/ 2131633 h 2323145"/>
              <a:gd name="connsiteX187" fmla="*/ 3103685 w 11269336"/>
              <a:gd name="connsiteY187" fmla="*/ 2132814 h 2323145"/>
              <a:gd name="connsiteX188" fmla="*/ 3078794 w 11269336"/>
              <a:gd name="connsiteY188" fmla="*/ 2137935 h 2323145"/>
              <a:gd name="connsiteX189" fmla="*/ 3074407 w 11269336"/>
              <a:gd name="connsiteY189" fmla="*/ 2136274 h 2323145"/>
              <a:gd name="connsiteX190" fmla="*/ 3037285 w 11269336"/>
              <a:gd name="connsiteY190" fmla="*/ 2139919 h 2323145"/>
              <a:gd name="connsiteX191" fmla="*/ 3036901 w 11269336"/>
              <a:gd name="connsiteY191" fmla="*/ 2138726 h 2323145"/>
              <a:gd name="connsiteX192" fmla="*/ 3026996 w 11269336"/>
              <a:gd name="connsiteY192" fmla="*/ 2134322 h 2323145"/>
              <a:gd name="connsiteX193" fmla="*/ 3007772 w 11269336"/>
              <a:gd name="connsiteY193" fmla="*/ 2128742 h 2323145"/>
              <a:gd name="connsiteX194" fmla="*/ 2965030 w 11269336"/>
              <a:gd name="connsiteY194" fmla="*/ 2100494 h 2323145"/>
              <a:gd name="connsiteX195" fmla="*/ 2926342 w 11269336"/>
              <a:gd name="connsiteY195" fmla="*/ 2104155 h 2323145"/>
              <a:gd name="connsiteX196" fmla="*/ 2918608 w 11269336"/>
              <a:gd name="connsiteY196" fmla="*/ 2104215 h 2323145"/>
              <a:gd name="connsiteX197" fmla="*/ 2918475 w 11269336"/>
              <a:gd name="connsiteY197" fmla="*/ 2103937 h 2323145"/>
              <a:gd name="connsiteX198" fmla="*/ 2910360 w 11269336"/>
              <a:gd name="connsiteY198" fmla="*/ 2103444 h 2323145"/>
              <a:gd name="connsiteX199" fmla="*/ 2904507 w 11269336"/>
              <a:gd name="connsiteY199" fmla="*/ 2104326 h 2323145"/>
              <a:gd name="connsiteX200" fmla="*/ 2889503 w 11269336"/>
              <a:gd name="connsiteY200" fmla="*/ 2104443 h 2323145"/>
              <a:gd name="connsiteX201" fmla="*/ 2884480 w 11269336"/>
              <a:gd name="connsiteY201" fmla="*/ 2102626 h 2323145"/>
              <a:gd name="connsiteX202" fmla="*/ 2882689 w 11269336"/>
              <a:gd name="connsiteY202" fmla="*/ 2099228 h 2323145"/>
              <a:gd name="connsiteX203" fmla="*/ 2881291 w 11269336"/>
              <a:gd name="connsiteY203" fmla="*/ 2099618 h 2323145"/>
              <a:gd name="connsiteX204" fmla="*/ 2853979 w 11269336"/>
              <a:gd name="connsiteY204" fmla="*/ 2090388 h 2323145"/>
              <a:gd name="connsiteX205" fmla="*/ 2791790 w 11269336"/>
              <a:gd name="connsiteY205" fmla="*/ 2080332 h 2323145"/>
              <a:gd name="connsiteX206" fmla="*/ 2755844 w 11269336"/>
              <a:gd name="connsiteY206" fmla="*/ 2078874 h 2323145"/>
              <a:gd name="connsiteX207" fmla="*/ 2657742 w 11269336"/>
              <a:gd name="connsiteY207" fmla="*/ 2070179 h 2323145"/>
              <a:gd name="connsiteX208" fmla="*/ 2559549 w 11269336"/>
              <a:gd name="connsiteY208" fmla="*/ 2057873 h 2323145"/>
              <a:gd name="connsiteX209" fmla="*/ 2512054 w 11269336"/>
              <a:gd name="connsiteY209" fmla="*/ 2031671 h 2323145"/>
              <a:gd name="connsiteX210" fmla="*/ 2506437 w 11269336"/>
              <a:gd name="connsiteY210" fmla="*/ 2030918 h 2323145"/>
              <a:gd name="connsiteX211" fmla="*/ 2491752 w 11269336"/>
              <a:gd name="connsiteY211" fmla="*/ 2033906 h 2323145"/>
              <a:gd name="connsiteX212" fmla="*/ 2486338 w 11269336"/>
              <a:gd name="connsiteY212" fmla="*/ 2035862 h 2323145"/>
              <a:gd name="connsiteX213" fmla="*/ 2478186 w 11269336"/>
              <a:gd name="connsiteY213" fmla="*/ 2036953 h 2323145"/>
              <a:gd name="connsiteX214" fmla="*/ 2477950 w 11269336"/>
              <a:gd name="connsiteY214" fmla="*/ 2036715 h 2323145"/>
              <a:gd name="connsiteX215" fmla="*/ 2470381 w 11269336"/>
              <a:gd name="connsiteY215" fmla="*/ 2038256 h 2323145"/>
              <a:gd name="connsiteX216" fmla="*/ 2433781 w 11269336"/>
              <a:gd name="connsiteY216" fmla="*/ 2049140 h 2323145"/>
              <a:gd name="connsiteX217" fmla="*/ 2381172 w 11269336"/>
              <a:gd name="connsiteY217" fmla="*/ 2030645 h 2323145"/>
              <a:gd name="connsiteX218" fmla="*/ 2360198 w 11269336"/>
              <a:gd name="connsiteY218" fmla="*/ 2029059 h 2323145"/>
              <a:gd name="connsiteX219" fmla="*/ 2348815 w 11269336"/>
              <a:gd name="connsiteY219" fmla="*/ 2026798 h 2323145"/>
              <a:gd name="connsiteX220" fmla="*/ 2347988 w 11269336"/>
              <a:gd name="connsiteY220" fmla="*/ 2025745 h 2323145"/>
              <a:gd name="connsiteX221" fmla="*/ 2312920 w 11269336"/>
              <a:gd name="connsiteY221" fmla="*/ 2036311 h 2323145"/>
              <a:gd name="connsiteX222" fmla="*/ 2307986 w 11269336"/>
              <a:gd name="connsiteY222" fmla="*/ 2035583 h 2323145"/>
              <a:gd name="connsiteX223" fmla="*/ 2285481 w 11269336"/>
              <a:gd name="connsiteY223" fmla="*/ 2045197 h 2323145"/>
              <a:gd name="connsiteX224" fmla="*/ 2273666 w 11269336"/>
              <a:gd name="connsiteY224" fmla="*/ 2048710 h 2323145"/>
              <a:gd name="connsiteX225" fmla="*/ 2270719 w 11269336"/>
              <a:gd name="connsiteY225" fmla="*/ 2052702 h 2323145"/>
              <a:gd name="connsiteX226" fmla="*/ 2253080 w 11269336"/>
              <a:gd name="connsiteY226" fmla="*/ 2056363 h 2323145"/>
              <a:gd name="connsiteX227" fmla="*/ 2250906 w 11269336"/>
              <a:gd name="connsiteY227" fmla="*/ 2055654 h 2323145"/>
              <a:gd name="connsiteX228" fmla="*/ 2236905 w 11269336"/>
              <a:gd name="connsiteY228" fmla="*/ 2062882 h 2323145"/>
              <a:gd name="connsiteX229" fmla="*/ 2225830 w 11269336"/>
              <a:gd name="connsiteY229" fmla="*/ 2074027 h 2323145"/>
              <a:gd name="connsiteX230" fmla="*/ 2073776 w 11269336"/>
              <a:gd name="connsiteY230" fmla="*/ 2089244 h 2323145"/>
              <a:gd name="connsiteX231" fmla="*/ 1948256 w 11269336"/>
              <a:gd name="connsiteY231" fmla="*/ 2146616 h 2323145"/>
              <a:gd name="connsiteX232" fmla="*/ 1865582 w 11269336"/>
              <a:gd name="connsiteY232" fmla="*/ 2153738 h 2323145"/>
              <a:gd name="connsiteX233" fmla="*/ 1835210 w 11269336"/>
              <a:gd name="connsiteY233" fmla="*/ 2134244 h 2323145"/>
              <a:gd name="connsiteX234" fmla="*/ 1632661 w 11269336"/>
              <a:gd name="connsiteY234" fmla="*/ 2173882 h 2323145"/>
              <a:gd name="connsiteX235" fmla="*/ 1579590 w 11269336"/>
              <a:gd name="connsiteY235" fmla="*/ 2173680 h 2323145"/>
              <a:gd name="connsiteX236" fmla="*/ 1535601 w 11269336"/>
              <a:gd name="connsiteY236" fmla="*/ 2194590 h 2323145"/>
              <a:gd name="connsiteX237" fmla="*/ 1515594 w 11269336"/>
              <a:gd name="connsiteY237" fmla="*/ 2189622 h 2323145"/>
              <a:gd name="connsiteX238" fmla="*/ 1512113 w 11269336"/>
              <a:gd name="connsiteY238" fmla="*/ 2188534 h 2323145"/>
              <a:gd name="connsiteX239" fmla="*/ 1498838 w 11269336"/>
              <a:gd name="connsiteY239" fmla="*/ 2189213 h 2323145"/>
              <a:gd name="connsiteX240" fmla="*/ 1494279 w 11269336"/>
              <a:gd name="connsiteY240" fmla="*/ 2183112 h 2323145"/>
              <a:gd name="connsiteX241" fmla="*/ 1473714 w 11269336"/>
              <a:gd name="connsiteY241" fmla="*/ 2179625 h 2323145"/>
              <a:gd name="connsiteX242" fmla="*/ 1449503 w 11269336"/>
              <a:gd name="connsiteY242" fmla="*/ 2182633 h 2323145"/>
              <a:gd name="connsiteX243" fmla="*/ 1266687 w 11269336"/>
              <a:gd name="connsiteY243" fmla="*/ 2212688 h 2323145"/>
              <a:gd name="connsiteX244" fmla="*/ 1239614 w 11269336"/>
              <a:gd name="connsiteY244" fmla="*/ 2209727 h 2323145"/>
              <a:gd name="connsiteX245" fmla="*/ 1202436 w 11269336"/>
              <a:gd name="connsiteY245" fmla="*/ 2209817 h 2323145"/>
              <a:gd name="connsiteX246" fmla="*/ 1136097 w 11269336"/>
              <a:gd name="connsiteY246" fmla="*/ 2205112 h 2323145"/>
              <a:gd name="connsiteX247" fmla="*/ 988232 w 11269336"/>
              <a:gd name="connsiteY247" fmla="*/ 2235635 h 2323145"/>
              <a:gd name="connsiteX248" fmla="*/ 981959 w 11269336"/>
              <a:gd name="connsiteY248" fmla="*/ 2231607 h 2323145"/>
              <a:gd name="connsiteX249" fmla="*/ 938600 w 11269336"/>
              <a:gd name="connsiteY249" fmla="*/ 2238113 h 2323145"/>
              <a:gd name="connsiteX250" fmla="*/ 791788 w 11269336"/>
              <a:gd name="connsiteY250" fmla="*/ 2293224 h 2323145"/>
              <a:gd name="connsiteX251" fmla="*/ 706914 w 11269336"/>
              <a:gd name="connsiteY251" fmla="*/ 2305046 h 2323145"/>
              <a:gd name="connsiteX252" fmla="*/ 675971 w 11269336"/>
              <a:gd name="connsiteY252" fmla="*/ 2304030 h 2323145"/>
              <a:gd name="connsiteX253" fmla="*/ 624180 w 11269336"/>
              <a:gd name="connsiteY253" fmla="*/ 2302650 h 2323145"/>
              <a:gd name="connsiteX254" fmla="*/ 583453 w 11269336"/>
              <a:gd name="connsiteY254" fmla="*/ 2288788 h 2323145"/>
              <a:gd name="connsiteX255" fmla="*/ 540946 w 11269336"/>
              <a:gd name="connsiteY255" fmla="*/ 2292721 h 2323145"/>
              <a:gd name="connsiteX256" fmla="*/ 533680 w 11269336"/>
              <a:gd name="connsiteY256" fmla="*/ 2310233 h 2323145"/>
              <a:gd name="connsiteX257" fmla="*/ 487366 w 11269336"/>
              <a:gd name="connsiteY257" fmla="*/ 2309053 h 2323145"/>
              <a:gd name="connsiteX258" fmla="*/ 416820 w 11269336"/>
              <a:gd name="connsiteY258" fmla="*/ 2305443 h 2323145"/>
              <a:gd name="connsiteX259" fmla="*/ 376805 w 11269336"/>
              <a:gd name="connsiteY259" fmla="*/ 2307647 h 2323145"/>
              <a:gd name="connsiteX260" fmla="*/ 266777 w 11269336"/>
              <a:gd name="connsiteY260" fmla="*/ 2309012 h 2323145"/>
              <a:gd name="connsiteX261" fmla="*/ 156013 w 11269336"/>
              <a:gd name="connsiteY261" fmla="*/ 2306832 h 2323145"/>
              <a:gd name="connsiteX262" fmla="*/ 87258 w 11269336"/>
              <a:gd name="connsiteY262" fmla="*/ 2285511 h 2323145"/>
              <a:gd name="connsiteX263" fmla="*/ 23798 w 11269336"/>
              <a:gd name="connsiteY263" fmla="*/ 2281822 h 2323145"/>
              <a:gd name="connsiteX264" fmla="*/ 0 w 11269336"/>
              <a:gd name="connsiteY264" fmla="*/ 2285369 h 2323145"/>
              <a:gd name="connsiteX265" fmla="*/ 0 w 11269336"/>
              <a:gd name="connsiteY265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380600 w 11269336"/>
              <a:gd name="connsiteY19" fmla="*/ 549821 h 2323145"/>
              <a:gd name="connsiteX20" fmla="*/ 9263254 w 11269336"/>
              <a:gd name="connsiteY20" fmla="*/ 645662 h 2323145"/>
              <a:gd name="connsiteX21" fmla="*/ 9162278 w 11269336"/>
              <a:gd name="connsiteY21" fmla="*/ 704724 h 2323145"/>
              <a:gd name="connsiteX22" fmla="*/ 8977138 w 11269336"/>
              <a:gd name="connsiteY22" fmla="*/ 774970 h 2323145"/>
              <a:gd name="connsiteX23" fmla="*/ 9070855 w 11269336"/>
              <a:gd name="connsiteY23" fmla="*/ 794621 h 2323145"/>
              <a:gd name="connsiteX24" fmla="*/ 8914746 w 11269336"/>
              <a:gd name="connsiteY24" fmla="*/ 826428 h 2323145"/>
              <a:gd name="connsiteX25" fmla="*/ 8917778 w 11269336"/>
              <a:gd name="connsiteY25" fmla="*/ 835198 h 2323145"/>
              <a:gd name="connsiteX26" fmla="*/ 8905560 w 11269336"/>
              <a:gd name="connsiteY26" fmla="*/ 838358 h 2323145"/>
              <a:gd name="connsiteX27" fmla="*/ 8897564 w 11269336"/>
              <a:gd name="connsiteY27" fmla="*/ 834287 h 2323145"/>
              <a:gd name="connsiteX28" fmla="*/ 8878040 w 11269336"/>
              <a:gd name="connsiteY28" fmla="*/ 844150 h 2323145"/>
              <a:gd name="connsiteX29" fmla="*/ 8795998 w 11269336"/>
              <a:gd name="connsiteY29" fmla="*/ 863337 h 2323145"/>
              <a:gd name="connsiteX30" fmla="*/ 8776970 w 11269336"/>
              <a:gd name="connsiteY30" fmla="*/ 885177 h 2323145"/>
              <a:gd name="connsiteX31" fmla="*/ 8755719 w 11269336"/>
              <a:gd name="connsiteY31" fmla="*/ 889754 h 2323145"/>
              <a:gd name="connsiteX32" fmla="*/ 8743257 w 11269336"/>
              <a:gd name="connsiteY32" fmla="*/ 904723 h 2323145"/>
              <a:gd name="connsiteX33" fmla="*/ 8721366 w 11269336"/>
              <a:gd name="connsiteY33" fmla="*/ 904711 h 2323145"/>
              <a:gd name="connsiteX34" fmla="*/ 8678353 w 11269336"/>
              <a:gd name="connsiteY34" fmla="*/ 926318 h 2323145"/>
              <a:gd name="connsiteX35" fmla="*/ 8636849 w 11269336"/>
              <a:gd name="connsiteY35" fmla="*/ 937900 h 2323145"/>
              <a:gd name="connsiteX36" fmla="*/ 8620213 w 11269336"/>
              <a:gd name="connsiteY36" fmla="*/ 943068 h 2323145"/>
              <a:gd name="connsiteX37" fmla="*/ 8612581 w 11269336"/>
              <a:gd name="connsiteY37" fmla="*/ 952695 h 2323145"/>
              <a:gd name="connsiteX38" fmla="*/ 8589038 w 11269336"/>
              <a:gd name="connsiteY38" fmla="*/ 963892 h 2323145"/>
              <a:gd name="connsiteX39" fmla="*/ 8579950 w 11269336"/>
              <a:gd name="connsiteY39" fmla="*/ 960899 h 2323145"/>
              <a:gd name="connsiteX40" fmla="*/ 8579319 w 11269336"/>
              <a:gd name="connsiteY40" fmla="*/ 965630 h 2323145"/>
              <a:gd name="connsiteX41" fmla="*/ 8547429 w 11269336"/>
              <a:gd name="connsiteY41" fmla="*/ 984506 h 2323145"/>
              <a:gd name="connsiteX42" fmla="*/ 8478704 w 11269336"/>
              <a:gd name="connsiteY42" fmla="*/ 1025490 h 2323145"/>
              <a:gd name="connsiteX43" fmla="*/ 8461421 w 11269336"/>
              <a:gd name="connsiteY43" fmla="*/ 1035512 h 2323145"/>
              <a:gd name="connsiteX44" fmla="*/ 8445003 w 11269336"/>
              <a:gd name="connsiteY44" fmla="*/ 1036851 h 2323145"/>
              <a:gd name="connsiteX45" fmla="*/ 8357350 w 11269336"/>
              <a:gd name="connsiteY45" fmla="*/ 1060213 h 2323145"/>
              <a:gd name="connsiteX46" fmla="*/ 8335565 w 11269336"/>
              <a:gd name="connsiteY46" fmla="*/ 1061151 h 2323145"/>
              <a:gd name="connsiteX47" fmla="*/ 8325267 w 11269336"/>
              <a:gd name="connsiteY47" fmla="*/ 1055919 h 2323145"/>
              <a:gd name="connsiteX48" fmla="*/ 8293586 w 11269336"/>
              <a:gd name="connsiteY48" fmla="*/ 1076144 h 2323145"/>
              <a:gd name="connsiteX49" fmla="*/ 8242405 w 11269336"/>
              <a:gd name="connsiteY49" fmla="*/ 1095960 h 2323145"/>
              <a:gd name="connsiteX50" fmla="*/ 8197391 w 11269336"/>
              <a:gd name="connsiteY50" fmla="*/ 1107746 h 2323145"/>
              <a:gd name="connsiteX51" fmla="*/ 8081474 w 11269336"/>
              <a:gd name="connsiteY51" fmla="*/ 1130125 h 2323145"/>
              <a:gd name="connsiteX52" fmla="*/ 8053585 w 11269336"/>
              <a:gd name="connsiteY52" fmla="*/ 1129169 h 2323145"/>
              <a:gd name="connsiteX53" fmla="*/ 8038422 w 11269336"/>
              <a:gd name="connsiteY53" fmla="*/ 1119092 h 2323145"/>
              <a:gd name="connsiteX54" fmla="*/ 8029450 w 11269336"/>
              <a:gd name="connsiteY54" fmla="*/ 1125592 h 2323145"/>
              <a:gd name="connsiteX55" fmla="*/ 7959552 w 11269336"/>
              <a:gd name="connsiteY55" fmla="*/ 1140188 h 2323145"/>
              <a:gd name="connsiteX56" fmla="*/ 7914188 w 11269336"/>
              <a:gd name="connsiteY56" fmla="*/ 1150862 h 2323145"/>
              <a:gd name="connsiteX57" fmla="*/ 7914918 w 11269336"/>
              <a:gd name="connsiteY57" fmla="*/ 1168758 h 2323145"/>
              <a:gd name="connsiteX58" fmla="*/ 7875510 w 11269336"/>
              <a:gd name="connsiteY58" fmla="*/ 1183153 h 2323145"/>
              <a:gd name="connsiteX59" fmla="*/ 7829932 w 11269336"/>
              <a:gd name="connsiteY59" fmla="*/ 1180782 h 2323145"/>
              <a:gd name="connsiteX60" fmla="*/ 7779182 w 11269336"/>
              <a:gd name="connsiteY60" fmla="*/ 1192665 h 2323145"/>
              <a:gd name="connsiteX61" fmla="*/ 7748774 w 11269336"/>
              <a:gd name="connsiteY61" fmla="*/ 1199586 h 2323145"/>
              <a:gd name="connsiteX62" fmla="*/ 7671846 w 11269336"/>
              <a:gd name="connsiteY62" fmla="*/ 1231966 h 2323145"/>
              <a:gd name="connsiteX63" fmla="*/ 7554146 w 11269336"/>
              <a:gd name="connsiteY63" fmla="*/ 1319748 h 2323145"/>
              <a:gd name="connsiteX64" fmla="*/ 7515052 w 11269336"/>
              <a:gd name="connsiteY64" fmla="*/ 1336718 h 2323145"/>
              <a:gd name="connsiteX65" fmla="*/ 7507193 w 11269336"/>
              <a:gd name="connsiteY65" fmla="*/ 1334617 h 2323145"/>
              <a:gd name="connsiteX66" fmla="*/ 7461694 w 11269336"/>
              <a:gd name="connsiteY66" fmla="*/ 1375866 h 2323145"/>
              <a:gd name="connsiteX67" fmla="*/ 7377571 w 11269336"/>
              <a:gd name="connsiteY67" fmla="*/ 1400128 h 2323145"/>
              <a:gd name="connsiteX68" fmla="*/ 7311261 w 11269336"/>
              <a:gd name="connsiteY68" fmla="*/ 1412652 h 2323145"/>
              <a:gd name="connsiteX69" fmla="*/ 7275307 w 11269336"/>
              <a:gd name="connsiteY69" fmla="*/ 1422171 h 2323145"/>
              <a:gd name="connsiteX70" fmla="*/ 7247783 w 11269336"/>
              <a:gd name="connsiteY70" fmla="*/ 1426330 h 2323145"/>
              <a:gd name="connsiteX71" fmla="*/ 7185047 w 11269336"/>
              <a:gd name="connsiteY71" fmla="*/ 1451812 h 2323145"/>
              <a:gd name="connsiteX72" fmla="*/ 7084117 w 11269336"/>
              <a:gd name="connsiteY72" fmla="*/ 1500281 h 2323145"/>
              <a:gd name="connsiteX73" fmla="*/ 7062011 w 11269336"/>
              <a:gd name="connsiteY73" fmla="*/ 1509183 h 2323145"/>
              <a:gd name="connsiteX74" fmla="*/ 7040555 w 11269336"/>
              <a:gd name="connsiteY74" fmla="*/ 1511207 h 2323145"/>
              <a:gd name="connsiteX75" fmla="*/ 7033438 w 11269336"/>
              <a:gd name="connsiteY75" fmla="*/ 1506772 h 2323145"/>
              <a:gd name="connsiteX76" fmla="*/ 7020886 w 11269336"/>
              <a:gd name="connsiteY76" fmla="*/ 1510764 h 2323145"/>
              <a:gd name="connsiteX77" fmla="*/ 7017033 w 11269336"/>
              <a:gd name="connsiteY77" fmla="*/ 1510650 h 2323145"/>
              <a:gd name="connsiteX78" fmla="*/ 6995460 w 11269336"/>
              <a:gd name="connsiteY78" fmla="*/ 1511173 h 2323145"/>
              <a:gd name="connsiteX79" fmla="*/ 6962144 w 11269336"/>
              <a:gd name="connsiteY79" fmla="*/ 1541508 h 2323145"/>
              <a:gd name="connsiteX80" fmla="*/ 6910674 w 11269336"/>
              <a:gd name="connsiteY80" fmla="*/ 1554793 h 2323145"/>
              <a:gd name="connsiteX81" fmla="*/ 6732152 w 11269336"/>
              <a:gd name="connsiteY81" fmla="*/ 1642538 h 2323145"/>
              <a:gd name="connsiteX82" fmla="*/ 6694106 w 11269336"/>
              <a:gd name="connsiteY82" fmla="*/ 1632377 h 2323145"/>
              <a:gd name="connsiteX83" fmla="*/ 6617223 w 11269336"/>
              <a:gd name="connsiteY83" fmla="*/ 1659889 h 2323145"/>
              <a:gd name="connsiteX84" fmla="*/ 6521138 w 11269336"/>
              <a:gd name="connsiteY84" fmla="*/ 1744340 h 2323145"/>
              <a:gd name="connsiteX85" fmla="*/ 6380677 w 11269336"/>
              <a:gd name="connsiteY85" fmla="*/ 1796883 h 2323145"/>
              <a:gd name="connsiteX86" fmla="*/ 6374897 w 11269336"/>
              <a:gd name="connsiteY86" fmla="*/ 1809910 h 2323145"/>
              <a:gd name="connsiteX87" fmla="*/ 6364545 w 11269336"/>
              <a:gd name="connsiteY87" fmla="*/ 1820090 h 2323145"/>
              <a:gd name="connsiteX88" fmla="*/ 6362126 w 11269336"/>
              <a:gd name="connsiteY88" fmla="*/ 1819991 h 2323145"/>
              <a:gd name="connsiteX89" fmla="*/ 6346673 w 11269336"/>
              <a:gd name="connsiteY89" fmla="*/ 1827824 h 2323145"/>
              <a:gd name="connsiteX90" fmla="*/ 6345588 w 11269336"/>
              <a:gd name="connsiteY90" fmla="*/ 1832232 h 2323145"/>
              <a:gd name="connsiteX91" fmla="*/ 6335708 w 11269336"/>
              <a:gd name="connsiteY91" fmla="*/ 1838451 h 2323145"/>
              <a:gd name="connsiteX92" fmla="*/ 6318182 w 11269336"/>
              <a:gd name="connsiteY92" fmla="*/ 1852975 h 2323145"/>
              <a:gd name="connsiteX93" fmla="*/ 6313084 w 11269336"/>
              <a:gd name="connsiteY93" fmla="*/ 1853561 h 2323145"/>
              <a:gd name="connsiteX94" fmla="*/ 6283816 w 11269336"/>
              <a:gd name="connsiteY94" fmla="*/ 1872148 h 2323145"/>
              <a:gd name="connsiteX95" fmla="*/ 6282550 w 11269336"/>
              <a:gd name="connsiteY95" fmla="*/ 1871392 h 2323145"/>
              <a:gd name="connsiteX96" fmla="*/ 6270527 w 11269336"/>
              <a:gd name="connsiteY96" fmla="*/ 1872208 h 2323145"/>
              <a:gd name="connsiteX97" fmla="*/ 6249518 w 11269336"/>
              <a:gd name="connsiteY97" fmla="*/ 1876079 h 2323145"/>
              <a:gd name="connsiteX98" fmla="*/ 6190386 w 11269336"/>
              <a:gd name="connsiteY98" fmla="*/ 1872478 h 2323145"/>
              <a:gd name="connsiteX99" fmla="*/ 6159777 w 11269336"/>
              <a:gd name="connsiteY99" fmla="*/ 1891745 h 2323145"/>
              <a:gd name="connsiteX100" fmla="*/ 6153131 w 11269336"/>
              <a:gd name="connsiteY100" fmla="*/ 1895079 h 2323145"/>
              <a:gd name="connsiteX101" fmla="*/ 6152798 w 11269336"/>
              <a:gd name="connsiteY101" fmla="*/ 1894920 h 2323145"/>
              <a:gd name="connsiteX102" fmla="*/ 6145388 w 11269336"/>
              <a:gd name="connsiteY102" fmla="*/ 1897990 h 2323145"/>
              <a:gd name="connsiteX103" fmla="*/ 6141014 w 11269336"/>
              <a:gd name="connsiteY103" fmla="*/ 1901155 h 2323145"/>
              <a:gd name="connsiteX104" fmla="*/ 6128122 w 11269336"/>
              <a:gd name="connsiteY104" fmla="*/ 1907623 h 2323145"/>
              <a:gd name="connsiteX105" fmla="*/ 6122351 w 11269336"/>
              <a:gd name="connsiteY105" fmla="*/ 1908359 h 2323145"/>
              <a:gd name="connsiteX106" fmla="*/ 6064750 w 11269336"/>
              <a:gd name="connsiteY106" fmla="*/ 1896394 h 2323145"/>
              <a:gd name="connsiteX107" fmla="*/ 5964230 w 11269336"/>
              <a:gd name="connsiteY107" fmla="*/ 1910038 h 2323145"/>
              <a:gd name="connsiteX108" fmla="*/ 5865399 w 11269336"/>
              <a:gd name="connsiteY108" fmla="*/ 1926966 h 2323145"/>
              <a:gd name="connsiteX109" fmla="*/ 5829951 w 11269336"/>
              <a:gd name="connsiteY109" fmla="*/ 1934755 h 2323145"/>
              <a:gd name="connsiteX110" fmla="*/ 5765285 w 11269336"/>
              <a:gd name="connsiteY110" fmla="*/ 1941322 h 2323145"/>
              <a:gd name="connsiteX111" fmla="*/ 5734750 w 11269336"/>
              <a:gd name="connsiteY111" fmla="*/ 1939793 h 2323145"/>
              <a:gd name="connsiteX112" fmla="*/ 5733569 w 11269336"/>
              <a:gd name="connsiteY112" fmla="*/ 1940505 h 2323145"/>
              <a:gd name="connsiteX113" fmla="*/ 5730329 w 11269336"/>
              <a:gd name="connsiteY113" fmla="*/ 1937845 h 2323145"/>
              <a:gd name="connsiteX114" fmla="*/ 5724661 w 11269336"/>
              <a:gd name="connsiteY114" fmla="*/ 1937455 h 2323145"/>
              <a:gd name="connsiteX115" fmla="*/ 5710186 w 11269336"/>
              <a:gd name="connsiteY115" fmla="*/ 1941370 h 2323145"/>
              <a:gd name="connsiteX116" fmla="*/ 5704910 w 11269336"/>
              <a:gd name="connsiteY116" fmla="*/ 1943663 h 2323145"/>
              <a:gd name="connsiteX117" fmla="*/ 5696836 w 11269336"/>
              <a:gd name="connsiteY117" fmla="*/ 1945271 h 2323145"/>
              <a:gd name="connsiteX118" fmla="*/ 5696583 w 11269336"/>
              <a:gd name="connsiteY118" fmla="*/ 1945050 h 2323145"/>
              <a:gd name="connsiteX119" fmla="*/ 5689123 w 11269336"/>
              <a:gd name="connsiteY119" fmla="*/ 1947067 h 2323145"/>
              <a:gd name="connsiteX120" fmla="*/ 5653291 w 11269336"/>
              <a:gd name="connsiteY120" fmla="*/ 1960245 h 2323145"/>
              <a:gd name="connsiteX121" fmla="*/ 5599385 w 11269336"/>
              <a:gd name="connsiteY121" fmla="*/ 1945198 h 2323145"/>
              <a:gd name="connsiteX122" fmla="*/ 5578300 w 11269336"/>
              <a:gd name="connsiteY122" fmla="*/ 1944963 h 2323145"/>
              <a:gd name="connsiteX123" fmla="*/ 5566758 w 11269336"/>
              <a:gd name="connsiteY123" fmla="*/ 1943441 h 2323145"/>
              <a:gd name="connsiteX124" fmla="*/ 5565857 w 11269336"/>
              <a:gd name="connsiteY124" fmla="*/ 1942445 h 2323145"/>
              <a:gd name="connsiteX125" fmla="*/ 5531534 w 11269336"/>
              <a:gd name="connsiteY125" fmla="*/ 1955208 h 2323145"/>
              <a:gd name="connsiteX126" fmla="*/ 5526552 w 11269336"/>
              <a:gd name="connsiteY126" fmla="*/ 1954799 h 2323145"/>
              <a:gd name="connsiteX127" fmla="*/ 5504723 w 11269336"/>
              <a:gd name="connsiteY127" fmla="*/ 1965811 h 2323145"/>
              <a:gd name="connsiteX128" fmla="*/ 5493156 w 11269336"/>
              <a:gd name="connsiteY128" fmla="*/ 1970063 h 2323145"/>
              <a:gd name="connsiteX129" fmla="*/ 5490486 w 11269336"/>
              <a:gd name="connsiteY129" fmla="*/ 1974227 h 2323145"/>
              <a:gd name="connsiteX130" fmla="*/ 5473107 w 11269336"/>
              <a:gd name="connsiteY130" fmla="*/ 1979001 h 2323145"/>
              <a:gd name="connsiteX131" fmla="*/ 5470885 w 11269336"/>
              <a:gd name="connsiteY131" fmla="*/ 1978432 h 2323145"/>
              <a:gd name="connsiteX132" fmla="*/ 5457393 w 11269336"/>
              <a:gd name="connsiteY132" fmla="*/ 1986525 h 2323145"/>
              <a:gd name="connsiteX133" fmla="*/ 5447102 w 11269336"/>
              <a:gd name="connsiteY133" fmla="*/ 1998329 h 2323145"/>
              <a:gd name="connsiteX134" fmla="*/ 5159151 w 11269336"/>
              <a:gd name="connsiteY134" fmla="*/ 2029640 h 2323145"/>
              <a:gd name="connsiteX135" fmla="*/ 5041688 w 11269336"/>
              <a:gd name="connsiteY135" fmla="*/ 2022334 h 2323145"/>
              <a:gd name="connsiteX136" fmla="*/ 4860988 w 11269336"/>
              <a:gd name="connsiteY136" fmla="*/ 2135698 h 2323145"/>
              <a:gd name="connsiteX137" fmla="*/ 4807902 w 11269336"/>
              <a:gd name="connsiteY137" fmla="*/ 2138894 h 2323145"/>
              <a:gd name="connsiteX138" fmla="*/ 4765388 w 11269336"/>
              <a:gd name="connsiteY138" fmla="*/ 2162525 h 2323145"/>
              <a:gd name="connsiteX139" fmla="*/ 4745033 w 11269336"/>
              <a:gd name="connsiteY139" fmla="*/ 2158859 h 2323145"/>
              <a:gd name="connsiteX140" fmla="*/ 4741475 w 11269336"/>
              <a:gd name="connsiteY140" fmla="*/ 2157998 h 2323145"/>
              <a:gd name="connsiteX141" fmla="*/ 4728247 w 11269336"/>
              <a:gd name="connsiteY141" fmla="*/ 2159526 h 2323145"/>
              <a:gd name="connsiteX142" fmla="*/ 4723263 w 11269336"/>
              <a:gd name="connsiteY142" fmla="*/ 2153742 h 2323145"/>
              <a:gd name="connsiteX143" fmla="*/ 4702453 w 11269336"/>
              <a:gd name="connsiteY143" fmla="*/ 2151586 h 2323145"/>
              <a:gd name="connsiteX144" fmla="*/ 4678455 w 11269336"/>
              <a:gd name="connsiteY144" fmla="*/ 2156131 h 2323145"/>
              <a:gd name="connsiteX145" fmla="*/ 4593061 w 11269336"/>
              <a:gd name="connsiteY145" fmla="*/ 2171597 h 2323145"/>
              <a:gd name="connsiteX146" fmla="*/ 4579902 w 11269336"/>
              <a:gd name="connsiteY146" fmla="*/ 2177927 h 2323145"/>
              <a:gd name="connsiteX147" fmla="*/ 4533444 w 11269336"/>
              <a:gd name="connsiteY147" fmla="*/ 2181200 h 2323145"/>
              <a:gd name="connsiteX148" fmla="*/ 4492832 w 11269336"/>
              <a:gd name="connsiteY148" fmla="*/ 2188033 h 2323145"/>
              <a:gd name="connsiteX149" fmla="*/ 4467257 w 11269336"/>
              <a:gd name="connsiteY149" fmla="*/ 2196121 h 2323145"/>
              <a:gd name="connsiteX150" fmla="*/ 4459937 w 11269336"/>
              <a:gd name="connsiteY150" fmla="*/ 2195182 h 2323145"/>
              <a:gd name="connsiteX151" fmla="*/ 4433312 w 11269336"/>
              <a:gd name="connsiteY151" fmla="*/ 2199004 h 2323145"/>
              <a:gd name="connsiteX152" fmla="*/ 4420601 w 11269336"/>
              <a:gd name="connsiteY152" fmla="*/ 2205158 h 2323145"/>
              <a:gd name="connsiteX153" fmla="*/ 4405765 w 11269336"/>
              <a:gd name="connsiteY153" fmla="*/ 2199902 h 2323145"/>
              <a:gd name="connsiteX154" fmla="*/ 4401354 w 11269336"/>
              <a:gd name="connsiteY154" fmla="*/ 2194745 h 2323145"/>
              <a:gd name="connsiteX155" fmla="*/ 4383151 w 11269336"/>
              <a:gd name="connsiteY155" fmla="*/ 2201140 h 2323145"/>
              <a:gd name="connsiteX156" fmla="*/ 4366646 w 11269336"/>
              <a:gd name="connsiteY156" fmla="*/ 2198564 h 2323145"/>
              <a:gd name="connsiteX157" fmla="*/ 4354009 w 11269336"/>
              <a:gd name="connsiteY157" fmla="*/ 2204984 h 2323145"/>
              <a:gd name="connsiteX158" fmla="*/ 4348284 w 11269336"/>
              <a:gd name="connsiteY158" fmla="*/ 2205270 h 2323145"/>
              <a:gd name="connsiteX159" fmla="*/ 4333906 w 11269336"/>
              <a:gd name="connsiteY159" fmla="*/ 2205251 h 2323145"/>
              <a:gd name="connsiteX160" fmla="*/ 4308819 w 11269336"/>
              <a:gd name="connsiteY160" fmla="*/ 2203822 h 2323145"/>
              <a:gd name="connsiteX161" fmla="*/ 4301210 w 11269336"/>
              <a:gd name="connsiteY161" fmla="*/ 2204456 h 2323145"/>
              <a:gd name="connsiteX162" fmla="*/ 4283095 w 11269336"/>
              <a:gd name="connsiteY162" fmla="*/ 2198177 h 2323145"/>
              <a:gd name="connsiteX163" fmla="*/ 4250119 w 11269336"/>
              <a:gd name="connsiteY163" fmla="*/ 2196342 h 2323145"/>
              <a:gd name="connsiteX164" fmla="*/ 4189203 w 11269336"/>
              <a:gd name="connsiteY164" fmla="*/ 2178994 h 2323145"/>
              <a:gd name="connsiteX165" fmla="*/ 4154035 w 11269336"/>
              <a:gd name="connsiteY165" fmla="*/ 2171950 h 2323145"/>
              <a:gd name="connsiteX166" fmla="*/ 4129569 w 11269336"/>
              <a:gd name="connsiteY166" fmla="*/ 2163850 h 2323145"/>
              <a:gd name="connsiteX167" fmla="*/ 4061250 w 11269336"/>
              <a:gd name="connsiteY167" fmla="*/ 2159236 h 2323145"/>
              <a:gd name="connsiteX168" fmla="*/ 3945480 w 11269336"/>
              <a:gd name="connsiteY168" fmla="*/ 2158279 h 2323145"/>
              <a:gd name="connsiteX169" fmla="*/ 3921468 w 11269336"/>
              <a:gd name="connsiteY169" fmla="*/ 2156588 h 2323145"/>
              <a:gd name="connsiteX170" fmla="*/ 3903348 w 11269336"/>
              <a:gd name="connsiteY170" fmla="*/ 2149220 h 2323145"/>
              <a:gd name="connsiteX171" fmla="*/ 3901342 w 11269336"/>
              <a:gd name="connsiteY171" fmla="*/ 2142355 h 2323145"/>
              <a:gd name="connsiteX172" fmla="*/ 3888539 w 11269336"/>
              <a:gd name="connsiteY172" fmla="*/ 2140476 h 2323145"/>
              <a:gd name="connsiteX173" fmla="*/ 3885662 w 11269336"/>
              <a:gd name="connsiteY173" fmla="*/ 2138740 h 2323145"/>
              <a:gd name="connsiteX174" fmla="*/ 3868627 w 11269336"/>
              <a:gd name="connsiteY174" fmla="*/ 2130023 h 2323145"/>
              <a:gd name="connsiteX175" fmla="*/ 3819177 w 11269336"/>
              <a:gd name="connsiteY175" fmla="*/ 2142111 h 2323145"/>
              <a:gd name="connsiteX176" fmla="*/ 3769100 w 11269336"/>
              <a:gd name="connsiteY176" fmla="*/ 2131731 h 2323145"/>
              <a:gd name="connsiteX177" fmla="*/ 3562752 w 11269336"/>
              <a:gd name="connsiteY177" fmla="*/ 2131785 h 2323145"/>
              <a:gd name="connsiteX178" fmla="*/ 3541402 w 11269336"/>
              <a:gd name="connsiteY178" fmla="*/ 2106821 h 2323145"/>
              <a:gd name="connsiteX179" fmla="*/ 3365341 w 11269336"/>
              <a:gd name="connsiteY179" fmla="*/ 2077638 h 2323145"/>
              <a:gd name="connsiteX180" fmla="*/ 3170922 w 11269336"/>
              <a:gd name="connsiteY180" fmla="*/ 2115957 h 2323145"/>
              <a:gd name="connsiteX181" fmla="*/ 3156256 w 11269336"/>
              <a:gd name="connsiteY181" fmla="*/ 2124773 h 2323145"/>
              <a:gd name="connsiteX182" fmla="*/ 3140298 w 11269336"/>
              <a:gd name="connsiteY182" fmla="*/ 2129182 h 2323145"/>
              <a:gd name="connsiteX183" fmla="*/ 3138514 w 11269336"/>
              <a:gd name="connsiteY183" fmla="*/ 2128069 h 2323145"/>
              <a:gd name="connsiteX184" fmla="*/ 3120467 w 11269336"/>
              <a:gd name="connsiteY184" fmla="*/ 2128281 h 2323145"/>
              <a:gd name="connsiteX185" fmla="*/ 3116175 w 11269336"/>
              <a:gd name="connsiteY185" fmla="*/ 2131633 h 2323145"/>
              <a:gd name="connsiteX186" fmla="*/ 3103685 w 11269336"/>
              <a:gd name="connsiteY186" fmla="*/ 2132814 h 2323145"/>
              <a:gd name="connsiteX187" fmla="*/ 3078794 w 11269336"/>
              <a:gd name="connsiteY187" fmla="*/ 2137935 h 2323145"/>
              <a:gd name="connsiteX188" fmla="*/ 3074407 w 11269336"/>
              <a:gd name="connsiteY188" fmla="*/ 2136274 h 2323145"/>
              <a:gd name="connsiteX189" fmla="*/ 3037285 w 11269336"/>
              <a:gd name="connsiteY189" fmla="*/ 2139919 h 2323145"/>
              <a:gd name="connsiteX190" fmla="*/ 3036901 w 11269336"/>
              <a:gd name="connsiteY190" fmla="*/ 2138726 h 2323145"/>
              <a:gd name="connsiteX191" fmla="*/ 3026996 w 11269336"/>
              <a:gd name="connsiteY191" fmla="*/ 2134322 h 2323145"/>
              <a:gd name="connsiteX192" fmla="*/ 3007772 w 11269336"/>
              <a:gd name="connsiteY192" fmla="*/ 2128742 h 2323145"/>
              <a:gd name="connsiteX193" fmla="*/ 2965030 w 11269336"/>
              <a:gd name="connsiteY193" fmla="*/ 2100494 h 2323145"/>
              <a:gd name="connsiteX194" fmla="*/ 2926342 w 11269336"/>
              <a:gd name="connsiteY194" fmla="*/ 2104155 h 2323145"/>
              <a:gd name="connsiteX195" fmla="*/ 2918608 w 11269336"/>
              <a:gd name="connsiteY195" fmla="*/ 2104215 h 2323145"/>
              <a:gd name="connsiteX196" fmla="*/ 2918475 w 11269336"/>
              <a:gd name="connsiteY196" fmla="*/ 2103937 h 2323145"/>
              <a:gd name="connsiteX197" fmla="*/ 2910360 w 11269336"/>
              <a:gd name="connsiteY197" fmla="*/ 2103444 h 2323145"/>
              <a:gd name="connsiteX198" fmla="*/ 2904507 w 11269336"/>
              <a:gd name="connsiteY198" fmla="*/ 2104326 h 2323145"/>
              <a:gd name="connsiteX199" fmla="*/ 2889503 w 11269336"/>
              <a:gd name="connsiteY199" fmla="*/ 2104443 h 2323145"/>
              <a:gd name="connsiteX200" fmla="*/ 2884480 w 11269336"/>
              <a:gd name="connsiteY200" fmla="*/ 2102626 h 2323145"/>
              <a:gd name="connsiteX201" fmla="*/ 2882689 w 11269336"/>
              <a:gd name="connsiteY201" fmla="*/ 2099228 h 2323145"/>
              <a:gd name="connsiteX202" fmla="*/ 2881291 w 11269336"/>
              <a:gd name="connsiteY202" fmla="*/ 2099618 h 2323145"/>
              <a:gd name="connsiteX203" fmla="*/ 2853979 w 11269336"/>
              <a:gd name="connsiteY203" fmla="*/ 2090388 h 2323145"/>
              <a:gd name="connsiteX204" fmla="*/ 2791790 w 11269336"/>
              <a:gd name="connsiteY204" fmla="*/ 2080332 h 2323145"/>
              <a:gd name="connsiteX205" fmla="*/ 2755844 w 11269336"/>
              <a:gd name="connsiteY205" fmla="*/ 2078874 h 2323145"/>
              <a:gd name="connsiteX206" fmla="*/ 2657742 w 11269336"/>
              <a:gd name="connsiteY206" fmla="*/ 2070179 h 2323145"/>
              <a:gd name="connsiteX207" fmla="*/ 2559549 w 11269336"/>
              <a:gd name="connsiteY207" fmla="*/ 2057873 h 2323145"/>
              <a:gd name="connsiteX208" fmla="*/ 2512054 w 11269336"/>
              <a:gd name="connsiteY208" fmla="*/ 2031671 h 2323145"/>
              <a:gd name="connsiteX209" fmla="*/ 2506437 w 11269336"/>
              <a:gd name="connsiteY209" fmla="*/ 2030918 h 2323145"/>
              <a:gd name="connsiteX210" fmla="*/ 2491752 w 11269336"/>
              <a:gd name="connsiteY210" fmla="*/ 2033906 h 2323145"/>
              <a:gd name="connsiteX211" fmla="*/ 2486338 w 11269336"/>
              <a:gd name="connsiteY211" fmla="*/ 2035862 h 2323145"/>
              <a:gd name="connsiteX212" fmla="*/ 2478186 w 11269336"/>
              <a:gd name="connsiteY212" fmla="*/ 2036953 h 2323145"/>
              <a:gd name="connsiteX213" fmla="*/ 2477950 w 11269336"/>
              <a:gd name="connsiteY213" fmla="*/ 2036715 h 2323145"/>
              <a:gd name="connsiteX214" fmla="*/ 2470381 w 11269336"/>
              <a:gd name="connsiteY214" fmla="*/ 2038256 h 2323145"/>
              <a:gd name="connsiteX215" fmla="*/ 2433781 w 11269336"/>
              <a:gd name="connsiteY215" fmla="*/ 2049140 h 2323145"/>
              <a:gd name="connsiteX216" fmla="*/ 2381172 w 11269336"/>
              <a:gd name="connsiteY216" fmla="*/ 2030645 h 2323145"/>
              <a:gd name="connsiteX217" fmla="*/ 2360198 w 11269336"/>
              <a:gd name="connsiteY217" fmla="*/ 2029059 h 2323145"/>
              <a:gd name="connsiteX218" fmla="*/ 2348815 w 11269336"/>
              <a:gd name="connsiteY218" fmla="*/ 2026798 h 2323145"/>
              <a:gd name="connsiteX219" fmla="*/ 2347988 w 11269336"/>
              <a:gd name="connsiteY219" fmla="*/ 2025745 h 2323145"/>
              <a:gd name="connsiteX220" fmla="*/ 2312920 w 11269336"/>
              <a:gd name="connsiteY220" fmla="*/ 2036311 h 2323145"/>
              <a:gd name="connsiteX221" fmla="*/ 2307986 w 11269336"/>
              <a:gd name="connsiteY221" fmla="*/ 2035583 h 2323145"/>
              <a:gd name="connsiteX222" fmla="*/ 2285481 w 11269336"/>
              <a:gd name="connsiteY222" fmla="*/ 2045197 h 2323145"/>
              <a:gd name="connsiteX223" fmla="*/ 2273666 w 11269336"/>
              <a:gd name="connsiteY223" fmla="*/ 2048710 h 2323145"/>
              <a:gd name="connsiteX224" fmla="*/ 2270719 w 11269336"/>
              <a:gd name="connsiteY224" fmla="*/ 2052702 h 2323145"/>
              <a:gd name="connsiteX225" fmla="*/ 2253080 w 11269336"/>
              <a:gd name="connsiteY225" fmla="*/ 2056363 h 2323145"/>
              <a:gd name="connsiteX226" fmla="*/ 2250906 w 11269336"/>
              <a:gd name="connsiteY226" fmla="*/ 2055654 h 2323145"/>
              <a:gd name="connsiteX227" fmla="*/ 2236905 w 11269336"/>
              <a:gd name="connsiteY227" fmla="*/ 2062882 h 2323145"/>
              <a:gd name="connsiteX228" fmla="*/ 2225830 w 11269336"/>
              <a:gd name="connsiteY228" fmla="*/ 2074027 h 2323145"/>
              <a:gd name="connsiteX229" fmla="*/ 2073776 w 11269336"/>
              <a:gd name="connsiteY229" fmla="*/ 2089244 h 2323145"/>
              <a:gd name="connsiteX230" fmla="*/ 1948256 w 11269336"/>
              <a:gd name="connsiteY230" fmla="*/ 2146616 h 2323145"/>
              <a:gd name="connsiteX231" fmla="*/ 1865582 w 11269336"/>
              <a:gd name="connsiteY231" fmla="*/ 2153738 h 2323145"/>
              <a:gd name="connsiteX232" fmla="*/ 1835210 w 11269336"/>
              <a:gd name="connsiteY232" fmla="*/ 2134244 h 2323145"/>
              <a:gd name="connsiteX233" fmla="*/ 1632661 w 11269336"/>
              <a:gd name="connsiteY233" fmla="*/ 2173882 h 2323145"/>
              <a:gd name="connsiteX234" fmla="*/ 1579590 w 11269336"/>
              <a:gd name="connsiteY234" fmla="*/ 2173680 h 2323145"/>
              <a:gd name="connsiteX235" fmla="*/ 1535601 w 11269336"/>
              <a:gd name="connsiteY235" fmla="*/ 2194590 h 2323145"/>
              <a:gd name="connsiteX236" fmla="*/ 1515594 w 11269336"/>
              <a:gd name="connsiteY236" fmla="*/ 2189622 h 2323145"/>
              <a:gd name="connsiteX237" fmla="*/ 1512113 w 11269336"/>
              <a:gd name="connsiteY237" fmla="*/ 2188534 h 2323145"/>
              <a:gd name="connsiteX238" fmla="*/ 1498838 w 11269336"/>
              <a:gd name="connsiteY238" fmla="*/ 2189213 h 2323145"/>
              <a:gd name="connsiteX239" fmla="*/ 1494279 w 11269336"/>
              <a:gd name="connsiteY239" fmla="*/ 2183112 h 2323145"/>
              <a:gd name="connsiteX240" fmla="*/ 1473714 w 11269336"/>
              <a:gd name="connsiteY240" fmla="*/ 2179625 h 2323145"/>
              <a:gd name="connsiteX241" fmla="*/ 1449503 w 11269336"/>
              <a:gd name="connsiteY241" fmla="*/ 2182633 h 2323145"/>
              <a:gd name="connsiteX242" fmla="*/ 1266687 w 11269336"/>
              <a:gd name="connsiteY242" fmla="*/ 2212688 h 2323145"/>
              <a:gd name="connsiteX243" fmla="*/ 1239614 w 11269336"/>
              <a:gd name="connsiteY243" fmla="*/ 2209727 h 2323145"/>
              <a:gd name="connsiteX244" fmla="*/ 1202436 w 11269336"/>
              <a:gd name="connsiteY244" fmla="*/ 2209817 h 2323145"/>
              <a:gd name="connsiteX245" fmla="*/ 1136097 w 11269336"/>
              <a:gd name="connsiteY245" fmla="*/ 2205112 h 2323145"/>
              <a:gd name="connsiteX246" fmla="*/ 988232 w 11269336"/>
              <a:gd name="connsiteY246" fmla="*/ 2235635 h 2323145"/>
              <a:gd name="connsiteX247" fmla="*/ 981959 w 11269336"/>
              <a:gd name="connsiteY247" fmla="*/ 2231607 h 2323145"/>
              <a:gd name="connsiteX248" fmla="*/ 938600 w 11269336"/>
              <a:gd name="connsiteY248" fmla="*/ 2238113 h 2323145"/>
              <a:gd name="connsiteX249" fmla="*/ 791788 w 11269336"/>
              <a:gd name="connsiteY249" fmla="*/ 2293224 h 2323145"/>
              <a:gd name="connsiteX250" fmla="*/ 706914 w 11269336"/>
              <a:gd name="connsiteY250" fmla="*/ 2305046 h 2323145"/>
              <a:gd name="connsiteX251" fmla="*/ 675971 w 11269336"/>
              <a:gd name="connsiteY251" fmla="*/ 2304030 h 2323145"/>
              <a:gd name="connsiteX252" fmla="*/ 624180 w 11269336"/>
              <a:gd name="connsiteY252" fmla="*/ 2302650 h 2323145"/>
              <a:gd name="connsiteX253" fmla="*/ 583453 w 11269336"/>
              <a:gd name="connsiteY253" fmla="*/ 2288788 h 2323145"/>
              <a:gd name="connsiteX254" fmla="*/ 540946 w 11269336"/>
              <a:gd name="connsiteY254" fmla="*/ 2292721 h 2323145"/>
              <a:gd name="connsiteX255" fmla="*/ 533680 w 11269336"/>
              <a:gd name="connsiteY255" fmla="*/ 2310233 h 2323145"/>
              <a:gd name="connsiteX256" fmla="*/ 487366 w 11269336"/>
              <a:gd name="connsiteY256" fmla="*/ 2309053 h 2323145"/>
              <a:gd name="connsiteX257" fmla="*/ 416820 w 11269336"/>
              <a:gd name="connsiteY257" fmla="*/ 2305443 h 2323145"/>
              <a:gd name="connsiteX258" fmla="*/ 376805 w 11269336"/>
              <a:gd name="connsiteY258" fmla="*/ 2307647 h 2323145"/>
              <a:gd name="connsiteX259" fmla="*/ 266777 w 11269336"/>
              <a:gd name="connsiteY259" fmla="*/ 2309012 h 2323145"/>
              <a:gd name="connsiteX260" fmla="*/ 156013 w 11269336"/>
              <a:gd name="connsiteY260" fmla="*/ 2306832 h 2323145"/>
              <a:gd name="connsiteX261" fmla="*/ 87258 w 11269336"/>
              <a:gd name="connsiteY261" fmla="*/ 2285511 h 2323145"/>
              <a:gd name="connsiteX262" fmla="*/ 23798 w 11269336"/>
              <a:gd name="connsiteY262" fmla="*/ 2281822 h 2323145"/>
              <a:gd name="connsiteX263" fmla="*/ 0 w 11269336"/>
              <a:gd name="connsiteY263" fmla="*/ 2285369 h 2323145"/>
              <a:gd name="connsiteX264" fmla="*/ 0 w 11269336"/>
              <a:gd name="connsiteY264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380600 w 11269336"/>
              <a:gd name="connsiteY19" fmla="*/ 549821 h 2323145"/>
              <a:gd name="connsiteX20" fmla="*/ 9263254 w 11269336"/>
              <a:gd name="connsiteY20" fmla="*/ 645662 h 2323145"/>
              <a:gd name="connsiteX21" fmla="*/ 9162278 w 11269336"/>
              <a:gd name="connsiteY21" fmla="*/ 704724 h 2323145"/>
              <a:gd name="connsiteX22" fmla="*/ 8977138 w 11269336"/>
              <a:gd name="connsiteY22" fmla="*/ 774970 h 2323145"/>
              <a:gd name="connsiteX23" fmla="*/ 8914746 w 11269336"/>
              <a:gd name="connsiteY23" fmla="*/ 826428 h 2323145"/>
              <a:gd name="connsiteX24" fmla="*/ 8917778 w 11269336"/>
              <a:gd name="connsiteY24" fmla="*/ 835198 h 2323145"/>
              <a:gd name="connsiteX25" fmla="*/ 8905560 w 11269336"/>
              <a:gd name="connsiteY25" fmla="*/ 838358 h 2323145"/>
              <a:gd name="connsiteX26" fmla="*/ 8897564 w 11269336"/>
              <a:gd name="connsiteY26" fmla="*/ 834287 h 2323145"/>
              <a:gd name="connsiteX27" fmla="*/ 8878040 w 11269336"/>
              <a:gd name="connsiteY27" fmla="*/ 844150 h 2323145"/>
              <a:gd name="connsiteX28" fmla="*/ 8795998 w 11269336"/>
              <a:gd name="connsiteY28" fmla="*/ 863337 h 2323145"/>
              <a:gd name="connsiteX29" fmla="*/ 8776970 w 11269336"/>
              <a:gd name="connsiteY29" fmla="*/ 885177 h 2323145"/>
              <a:gd name="connsiteX30" fmla="*/ 8755719 w 11269336"/>
              <a:gd name="connsiteY30" fmla="*/ 889754 h 2323145"/>
              <a:gd name="connsiteX31" fmla="*/ 8743257 w 11269336"/>
              <a:gd name="connsiteY31" fmla="*/ 904723 h 2323145"/>
              <a:gd name="connsiteX32" fmla="*/ 8721366 w 11269336"/>
              <a:gd name="connsiteY32" fmla="*/ 904711 h 2323145"/>
              <a:gd name="connsiteX33" fmla="*/ 8678353 w 11269336"/>
              <a:gd name="connsiteY33" fmla="*/ 926318 h 2323145"/>
              <a:gd name="connsiteX34" fmla="*/ 8636849 w 11269336"/>
              <a:gd name="connsiteY34" fmla="*/ 937900 h 2323145"/>
              <a:gd name="connsiteX35" fmla="*/ 8620213 w 11269336"/>
              <a:gd name="connsiteY35" fmla="*/ 943068 h 2323145"/>
              <a:gd name="connsiteX36" fmla="*/ 8612581 w 11269336"/>
              <a:gd name="connsiteY36" fmla="*/ 952695 h 2323145"/>
              <a:gd name="connsiteX37" fmla="*/ 8589038 w 11269336"/>
              <a:gd name="connsiteY37" fmla="*/ 963892 h 2323145"/>
              <a:gd name="connsiteX38" fmla="*/ 8579950 w 11269336"/>
              <a:gd name="connsiteY38" fmla="*/ 960899 h 2323145"/>
              <a:gd name="connsiteX39" fmla="*/ 8579319 w 11269336"/>
              <a:gd name="connsiteY39" fmla="*/ 965630 h 2323145"/>
              <a:gd name="connsiteX40" fmla="*/ 8547429 w 11269336"/>
              <a:gd name="connsiteY40" fmla="*/ 984506 h 2323145"/>
              <a:gd name="connsiteX41" fmla="*/ 8478704 w 11269336"/>
              <a:gd name="connsiteY41" fmla="*/ 1025490 h 2323145"/>
              <a:gd name="connsiteX42" fmla="*/ 8461421 w 11269336"/>
              <a:gd name="connsiteY42" fmla="*/ 1035512 h 2323145"/>
              <a:gd name="connsiteX43" fmla="*/ 8445003 w 11269336"/>
              <a:gd name="connsiteY43" fmla="*/ 1036851 h 2323145"/>
              <a:gd name="connsiteX44" fmla="*/ 8357350 w 11269336"/>
              <a:gd name="connsiteY44" fmla="*/ 1060213 h 2323145"/>
              <a:gd name="connsiteX45" fmla="*/ 8335565 w 11269336"/>
              <a:gd name="connsiteY45" fmla="*/ 1061151 h 2323145"/>
              <a:gd name="connsiteX46" fmla="*/ 8325267 w 11269336"/>
              <a:gd name="connsiteY46" fmla="*/ 1055919 h 2323145"/>
              <a:gd name="connsiteX47" fmla="*/ 8293586 w 11269336"/>
              <a:gd name="connsiteY47" fmla="*/ 1076144 h 2323145"/>
              <a:gd name="connsiteX48" fmla="*/ 8242405 w 11269336"/>
              <a:gd name="connsiteY48" fmla="*/ 1095960 h 2323145"/>
              <a:gd name="connsiteX49" fmla="*/ 8197391 w 11269336"/>
              <a:gd name="connsiteY49" fmla="*/ 1107746 h 2323145"/>
              <a:gd name="connsiteX50" fmla="*/ 8081474 w 11269336"/>
              <a:gd name="connsiteY50" fmla="*/ 1130125 h 2323145"/>
              <a:gd name="connsiteX51" fmla="*/ 8053585 w 11269336"/>
              <a:gd name="connsiteY51" fmla="*/ 1129169 h 2323145"/>
              <a:gd name="connsiteX52" fmla="*/ 8038422 w 11269336"/>
              <a:gd name="connsiteY52" fmla="*/ 1119092 h 2323145"/>
              <a:gd name="connsiteX53" fmla="*/ 8029450 w 11269336"/>
              <a:gd name="connsiteY53" fmla="*/ 1125592 h 2323145"/>
              <a:gd name="connsiteX54" fmla="*/ 7959552 w 11269336"/>
              <a:gd name="connsiteY54" fmla="*/ 1140188 h 2323145"/>
              <a:gd name="connsiteX55" fmla="*/ 7914188 w 11269336"/>
              <a:gd name="connsiteY55" fmla="*/ 1150862 h 2323145"/>
              <a:gd name="connsiteX56" fmla="*/ 7914918 w 11269336"/>
              <a:gd name="connsiteY56" fmla="*/ 1168758 h 2323145"/>
              <a:gd name="connsiteX57" fmla="*/ 7875510 w 11269336"/>
              <a:gd name="connsiteY57" fmla="*/ 1183153 h 2323145"/>
              <a:gd name="connsiteX58" fmla="*/ 7829932 w 11269336"/>
              <a:gd name="connsiteY58" fmla="*/ 1180782 h 2323145"/>
              <a:gd name="connsiteX59" fmla="*/ 7779182 w 11269336"/>
              <a:gd name="connsiteY59" fmla="*/ 1192665 h 2323145"/>
              <a:gd name="connsiteX60" fmla="*/ 7748774 w 11269336"/>
              <a:gd name="connsiteY60" fmla="*/ 1199586 h 2323145"/>
              <a:gd name="connsiteX61" fmla="*/ 7671846 w 11269336"/>
              <a:gd name="connsiteY61" fmla="*/ 1231966 h 2323145"/>
              <a:gd name="connsiteX62" fmla="*/ 7554146 w 11269336"/>
              <a:gd name="connsiteY62" fmla="*/ 1319748 h 2323145"/>
              <a:gd name="connsiteX63" fmla="*/ 7515052 w 11269336"/>
              <a:gd name="connsiteY63" fmla="*/ 1336718 h 2323145"/>
              <a:gd name="connsiteX64" fmla="*/ 7507193 w 11269336"/>
              <a:gd name="connsiteY64" fmla="*/ 1334617 h 2323145"/>
              <a:gd name="connsiteX65" fmla="*/ 7461694 w 11269336"/>
              <a:gd name="connsiteY65" fmla="*/ 1375866 h 2323145"/>
              <a:gd name="connsiteX66" fmla="*/ 7377571 w 11269336"/>
              <a:gd name="connsiteY66" fmla="*/ 1400128 h 2323145"/>
              <a:gd name="connsiteX67" fmla="*/ 7311261 w 11269336"/>
              <a:gd name="connsiteY67" fmla="*/ 1412652 h 2323145"/>
              <a:gd name="connsiteX68" fmla="*/ 7275307 w 11269336"/>
              <a:gd name="connsiteY68" fmla="*/ 1422171 h 2323145"/>
              <a:gd name="connsiteX69" fmla="*/ 7247783 w 11269336"/>
              <a:gd name="connsiteY69" fmla="*/ 1426330 h 2323145"/>
              <a:gd name="connsiteX70" fmla="*/ 7185047 w 11269336"/>
              <a:gd name="connsiteY70" fmla="*/ 1451812 h 2323145"/>
              <a:gd name="connsiteX71" fmla="*/ 7084117 w 11269336"/>
              <a:gd name="connsiteY71" fmla="*/ 1500281 h 2323145"/>
              <a:gd name="connsiteX72" fmla="*/ 7062011 w 11269336"/>
              <a:gd name="connsiteY72" fmla="*/ 1509183 h 2323145"/>
              <a:gd name="connsiteX73" fmla="*/ 7040555 w 11269336"/>
              <a:gd name="connsiteY73" fmla="*/ 1511207 h 2323145"/>
              <a:gd name="connsiteX74" fmla="*/ 7033438 w 11269336"/>
              <a:gd name="connsiteY74" fmla="*/ 1506772 h 2323145"/>
              <a:gd name="connsiteX75" fmla="*/ 7020886 w 11269336"/>
              <a:gd name="connsiteY75" fmla="*/ 1510764 h 2323145"/>
              <a:gd name="connsiteX76" fmla="*/ 7017033 w 11269336"/>
              <a:gd name="connsiteY76" fmla="*/ 1510650 h 2323145"/>
              <a:gd name="connsiteX77" fmla="*/ 6995460 w 11269336"/>
              <a:gd name="connsiteY77" fmla="*/ 1511173 h 2323145"/>
              <a:gd name="connsiteX78" fmla="*/ 6962144 w 11269336"/>
              <a:gd name="connsiteY78" fmla="*/ 1541508 h 2323145"/>
              <a:gd name="connsiteX79" fmla="*/ 6910674 w 11269336"/>
              <a:gd name="connsiteY79" fmla="*/ 1554793 h 2323145"/>
              <a:gd name="connsiteX80" fmla="*/ 6732152 w 11269336"/>
              <a:gd name="connsiteY80" fmla="*/ 1642538 h 2323145"/>
              <a:gd name="connsiteX81" fmla="*/ 6694106 w 11269336"/>
              <a:gd name="connsiteY81" fmla="*/ 1632377 h 2323145"/>
              <a:gd name="connsiteX82" fmla="*/ 6617223 w 11269336"/>
              <a:gd name="connsiteY82" fmla="*/ 1659889 h 2323145"/>
              <a:gd name="connsiteX83" fmla="*/ 6521138 w 11269336"/>
              <a:gd name="connsiteY83" fmla="*/ 1744340 h 2323145"/>
              <a:gd name="connsiteX84" fmla="*/ 6380677 w 11269336"/>
              <a:gd name="connsiteY84" fmla="*/ 1796883 h 2323145"/>
              <a:gd name="connsiteX85" fmla="*/ 6374897 w 11269336"/>
              <a:gd name="connsiteY85" fmla="*/ 1809910 h 2323145"/>
              <a:gd name="connsiteX86" fmla="*/ 6364545 w 11269336"/>
              <a:gd name="connsiteY86" fmla="*/ 1820090 h 2323145"/>
              <a:gd name="connsiteX87" fmla="*/ 6362126 w 11269336"/>
              <a:gd name="connsiteY87" fmla="*/ 1819991 h 2323145"/>
              <a:gd name="connsiteX88" fmla="*/ 6346673 w 11269336"/>
              <a:gd name="connsiteY88" fmla="*/ 1827824 h 2323145"/>
              <a:gd name="connsiteX89" fmla="*/ 6345588 w 11269336"/>
              <a:gd name="connsiteY89" fmla="*/ 1832232 h 2323145"/>
              <a:gd name="connsiteX90" fmla="*/ 6335708 w 11269336"/>
              <a:gd name="connsiteY90" fmla="*/ 1838451 h 2323145"/>
              <a:gd name="connsiteX91" fmla="*/ 6318182 w 11269336"/>
              <a:gd name="connsiteY91" fmla="*/ 1852975 h 2323145"/>
              <a:gd name="connsiteX92" fmla="*/ 6313084 w 11269336"/>
              <a:gd name="connsiteY92" fmla="*/ 1853561 h 2323145"/>
              <a:gd name="connsiteX93" fmla="*/ 6283816 w 11269336"/>
              <a:gd name="connsiteY93" fmla="*/ 1872148 h 2323145"/>
              <a:gd name="connsiteX94" fmla="*/ 6282550 w 11269336"/>
              <a:gd name="connsiteY94" fmla="*/ 1871392 h 2323145"/>
              <a:gd name="connsiteX95" fmla="*/ 6270527 w 11269336"/>
              <a:gd name="connsiteY95" fmla="*/ 1872208 h 2323145"/>
              <a:gd name="connsiteX96" fmla="*/ 6249518 w 11269336"/>
              <a:gd name="connsiteY96" fmla="*/ 1876079 h 2323145"/>
              <a:gd name="connsiteX97" fmla="*/ 6190386 w 11269336"/>
              <a:gd name="connsiteY97" fmla="*/ 1872478 h 2323145"/>
              <a:gd name="connsiteX98" fmla="*/ 6159777 w 11269336"/>
              <a:gd name="connsiteY98" fmla="*/ 1891745 h 2323145"/>
              <a:gd name="connsiteX99" fmla="*/ 6153131 w 11269336"/>
              <a:gd name="connsiteY99" fmla="*/ 1895079 h 2323145"/>
              <a:gd name="connsiteX100" fmla="*/ 6152798 w 11269336"/>
              <a:gd name="connsiteY100" fmla="*/ 1894920 h 2323145"/>
              <a:gd name="connsiteX101" fmla="*/ 6145388 w 11269336"/>
              <a:gd name="connsiteY101" fmla="*/ 1897990 h 2323145"/>
              <a:gd name="connsiteX102" fmla="*/ 6141014 w 11269336"/>
              <a:gd name="connsiteY102" fmla="*/ 1901155 h 2323145"/>
              <a:gd name="connsiteX103" fmla="*/ 6128122 w 11269336"/>
              <a:gd name="connsiteY103" fmla="*/ 1907623 h 2323145"/>
              <a:gd name="connsiteX104" fmla="*/ 6122351 w 11269336"/>
              <a:gd name="connsiteY104" fmla="*/ 1908359 h 2323145"/>
              <a:gd name="connsiteX105" fmla="*/ 6064750 w 11269336"/>
              <a:gd name="connsiteY105" fmla="*/ 1896394 h 2323145"/>
              <a:gd name="connsiteX106" fmla="*/ 5964230 w 11269336"/>
              <a:gd name="connsiteY106" fmla="*/ 1910038 h 2323145"/>
              <a:gd name="connsiteX107" fmla="*/ 5865399 w 11269336"/>
              <a:gd name="connsiteY107" fmla="*/ 1926966 h 2323145"/>
              <a:gd name="connsiteX108" fmla="*/ 5829951 w 11269336"/>
              <a:gd name="connsiteY108" fmla="*/ 1934755 h 2323145"/>
              <a:gd name="connsiteX109" fmla="*/ 5765285 w 11269336"/>
              <a:gd name="connsiteY109" fmla="*/ 1941322 h 2323145"/>
              <a:gd name="connsiteX110" fmla="*/ 5734750 w 11269336"/>
              <a:gd name="connsiteY110" fmla="*/ 1939793 h 2323145"/>
              <a:gd name="connsiteX111" fmla="*/ 5733569 w 11269336"/>
              <a:gd name="connsiteY111" fmla="*/ 1940505 h 2323145"/>
              <a:gd name="connsiteX112" fmla="*/ 5730329 w 11269336"/>
              <a:gd name="connsiteY112" fmla="*/ 1937845 h 2323145"/>
              <a:gd name="connsiteX113" fmla="*/ 5724661 w 11269336"/>
              <a:gd name="connsiteY113" fmla="*/ 1937455 h 2323145"/>
              <a:gd name="connsiteX114" fmla="*/ 5710186 w 11269336"/>
              <a:gd name="connsiteY114" fmla="*/ 1941370 h 2323145"/>
              <a:gd name="connsiteX115" fmla="*/ 5704910 w 11269336"/>
              <a:gd name="connsiteY115" fmla="*/ 1943663 h 2323145"/>
              <a:gd name="connsiteX116" fmla="*/ 5696836 w 11269336"/>
              <a:gd name="connsiteY116" fmla="*/ 1945271 h 2323145"/>
              <a:gd name="connsiteX117" fmla="*/ 5696583 w 11269336"/>
              <a:gd name="connsiteY117" fmla="*/ 1945050 h 2323145"/>
              <a:gd name="connsiteX118" fmla="*/ 5689123 w 11269336"/>
              <a:gd name="connsiteY118" fmla="*/ 1947067 h 2323145"/>
              <a:gd name="connsiteX119" fmla="*/ 5653291 w 11269336"/>
              <a:gd name="connsiteY119" fmla="*/ 1960245 h 2323145"/>
              <a:gd name="connsiteX120" fmla="*/ 5599385 w 11269336"/>
              <a:gd name="connsiteY120" fmla="*/ 1945198 h 2323145"/>
              <a:gd name="connsiteX121" fmla="*/ 5578300 w 11269336"/>
              <a:gd name="connsiteY121" fmla="*/ 1944963 h 2323145"/>
              <a:gd name="connsiteX122" fmla="*/ 5566758 w 11269336"/>
              <a:gd name="connsiteY122" fmla="*/ 1943441 h 2323145"/>
              <a:gd name="connsiteX123" fmla="*/ 5565857 w 11269336"/>
              <a:gd name="connsiteY123" fmla="*/ 1942445 h 2323145"/>
              <a:gd name="connsiteX124" fmla="*/ 5531534 w 11269336"/>
              <a:gd name="connsiteY124" fmla="*/ 1955208 h 2323145"/>
              <a:gd name="connsiteX125" fmla="*/ 5526552 w 11269336"/>
              <a:gd name="connsiteY125" fmla="*/ 1954799 h 2323145"/>
              <a:gd name="connsiteX126" fmla="*/ 5504723 w 11269336"/>
              <a:gd name="connsiteY126" fmla="*/ 1965811 h 2323145"/>
              <a:gd name="connsiteX127" fmla="*/ 5493156 w 11269336"/>
              <a:gd name="connsiteY127" fmla="*/ 1970063 h 2323145"/>
              <a:gd name="connsiteX128" fmla="*/ 5490486 w 11269336"/>
              <a:gd name="connsiteY128" fmla="*/ 1974227 h 2323145"/>
              <a:gd name="connsiteX129" fmla="*/ 5473107 w 11269336"/>
              <a:gd name="connsiteY129" fmla="*/ 1979001 h 2323145"/>
              <a:gd name="connsiteX130" fmla="*/ 5470885 w 11269336"/>
              <a:gd name="connsiteY130" fmla="*/ 1978432 h 2323145"/>
              <a:gd name="connsiteX131" fmla="*/ 5457393 w 11269336"/>
              <a:gd name="connsiteY131" fmla="*/ 1986525 h 2323145"/>
              <a:gd name="connsiteX132" fmla="*/ 5447102 w 11269336"/>
              <a:gd name="connsiteY132" fmla="*/ 1998329 h 2323145"/>
              <a:gd name="connsiteX133" fmla="*/ 5159151 w 11269336"/>
              <a:gd name="connsiteY133" fmla="*/ 2029640 h 2323145"/>
              <a:gd name="connsiteX134" fmla="*/ 5041688 w 11269336"/>
              <a:gd name="connsiteY134" fmla="*/ 2022334 h 2323145"/>
              <a:gd name="connsiteX135" fmla="*/ 4860988 w 11269336"/>
              <a:gd name="connsiteY135" fmla="*/ 2135698 h 2323145"/>
              <a:gd name="connsiteX136" fmla="*/ 4807902 w 11269336"/>
              <a:gd name="connsiteY136" fmla="*/ 2138894 h 2323145"/>
              <a:gd name="connsiteX137" fmla="*/ 4765388 w 11269336"/>
              <a:gd name="connsiteY137" fmla="*/ 2162525 h 2323145"/>
              <a:gd name="connsiteX138" fmla="*/ 4745033 w 11269336"/>
              <a:gd name="connsiteY138" fmla="*/ 2158859 h 2323145"/>
              <a:gd name="connsiteX139" fmla="*/ 4741475 w 11269336"/>
              <a:gd name="connsiteY139" fmla="*/ 2157998 h 2323145"/>
              <a:gd name="connsiteX140" fmla="*/ 4728247 w 11269336"/>
              <a:gd name="connsiteY140" fmla="*/ 2159526 h 2323145"/>
              <a:gd name="connsiteX141" fmla="*/ 4723263 w 11269336"/>
              <a:gd name="connsiteY141" fmla="*/ 2153742 h 2323145"/>
              <a:gd name="connsiteX142" fmla="*/ 4702453 w 11269336"/>
              <a:gd name="connsiteY142" fmla="*/ 2151586 h 2323145"/>
              <a:gd name="connsiteX143" fmla="*/ 4678455 w 11269336"/>
              <a:gd name="connsiteY143" fmla="*/ 2156131 h 2323145"/>
              <a:gd name="connsiteX144" fmla="*/ 4593061 w 11269336"/>
              <a:gd name="connsiteY144" fmla="*/ 2171597 h 2323145"/>
              <a:gd name="connsiteX145" fmla="*/ 4579902 w 11269336"/>
              <a:gd name="connsiteY145" fmla="*/ 2177927 h 2323145"/>
              <a:gd name="connsiteX146" fmla="*/ 4533444 w 11269336"/>
              <a:gd name="connsiteY146" fmla="*/ 2181200 h 2323145"/>
              <a:gd name="connsiteX147" fmla="*/ 4492832 w 11269336"/>
              <a:gd name="connsiteY147" fmla="*/ 2188033 h 2323145"/>
              <a:gd name="connsiteX148" fmla="*/ 4467257 w 11269336"/>
              <a:gd name="connsiteY148" fmla="*/ 2196121 h 2323145"/>
              <a:gd name="connsiteX149" fmla="*/ 4459937 w 11269336"/>
              <a:gd name="connsiteY149" fmla="*/ 2195182 h 2323145"/>
              <a:gd name="connsiteX150" fmla="*/ 4433312 w 11269336"/>
              <a:gd name="connsiteY150" fmla="*/ 2199004 h 2323145"/>
              <a:gd name="connsiteX151" fmla="*/ 4420601 w 11269336"/>
              <a:gd name="connsiteY151" fmla="*/ 2205158 h 2323145"/>
              <a:gd name="connsiteX152" fmla="*/ 4405765 w 11269336"/>
              <a:gd name="connsiteY152" fmla="*/ 2199902 h 2323145"/>
              <a:gd name="connsiteX153" fmla="*/ 4401354 w 11269336"/>
              <a:gd name="connsiteY153" fmla="*/ 2194745 h 2323145"/>
              <a:gd name="connsiteX154" fmla="*/ 4383151 w 11269336"/>
              <a:gd name="connsiteY154" fmla="*/ 2201140 h 2323145"/>
              <a:gd name="connsiteX155" fmla="*/ 4366646 w 11269336"/>
              <a:gd name="connsiteY155" fmla="*/ 2198564 h 2323145"/>
              <a:gd name="connsiteX156" fmla="*/ 4354009 w 11269336"/>
              <a:gd name="connsiteY156" fmla="*/ 2204984 h 2323145"/>
              <a:gd name="connsiteX157" fmla="*/ 4348284 w 11269336"/>
              <a:gd name="connsiteY157" fmla="*/ 2205270 h 2323145"/>
              <a:gd name="connsiteX158" fmla="*/ 4333906 w 11269336"/>
              <a:gd name="connsiteY158" fmla="*/ 2205251 h 2323145"/>
              <a:gd name="connsiteX159" fmla="*/ 4308819 w 11269336"/>
              <a:gd name="connsiteY159" fmla="*/ 2203822 h 2323145"/>
              <a:gd name="connsiteX160" fmla="*/ 4301210 w 11269336"/>
              <a:gd name="connsiteY160" fmla="*/ 2204456 h 2323145"/>
              <a:gd name="connsiteX161" fmla="*/ 4283095 w 11269336"/>
              <a:gd name="connsiteY161" fmla="*/ 2198177 h 2323145"/>
              <a:gd name="connsiteX162" fmla="*/ 4250119 w 11269336"/>
              <a:gd name="connsiteY162" fmla="*/ 2196342 h 2323145"/>
              <a:gd name="connsiteX163" fmla="*/ 4189203 w 11269336"/>
              <a:gd name="connsiteY163" fmla="*/ 2178994 h 2323145"/>
              <a:gd name="connsiteX164" fmla="*/ 4154035 w 11269336"/>
              <a:gd name="connsiteY164" fmla="*/ 2171950 h 2323145"/>
              <a:gd name="connsiteX165" fmla="*/ 4129569 w 11269336"/>
              <a:gd name="connsiteY165" fmla="*/ 2163850 h 2323145"/>
              <a:gd name="connsiteX166" fmla="*/ 4061250 w 11269336"/>
              <a:gd name="connsiteY166" fmla="*/ 2159236 h 2323145"/>
              <a:gd name="connsiteX167" fmla="*/ 3945480 w 11269336"/>
              <a:gd name="connsiteY167" fmla="*/ 2158279 h 2323145"/>
              <a:gd name="connsiteX168" fmla="*/ 3921468 w 11269336"/>
              <a:gd name="connsiteY168" fmla="*/ 2156588 h 2323145"/>
              <a:gd name="connsiteX169" fmla="*/ 3903348 w 11269336"/>
              <a:gd name="connsiteY169" fmla="*/ 2149220 h 2323145"/>
              <a:gd name="connsiteX170" fmla="*/ 3901342 w 11269336"/>
              <a:gd name="connsiteY170" fmla="*/ 2142355 h 2323145"/>
              <a:gd name="connsiteX171" fmla="*/ 3888539 w 11269336"/>
              <a:gd name="connsiteY171" fmla="*/ 2140476 h 2323145"/>
              <a:gd name="connsiteX172" fmla="*/ 3885662 w 11269336"/>
              <a:gd name="connsiteY172" fmla="*/ 2138740 h 2323145"/>
              <a:gd name="connsiteX173" fmla="*/ 3868627 w 11269336"/>
              <a:gd name="connsiteY173" fmla="*/ 2130023 h 2323145"/>
              <a:gd name="connsiteX174" fmla="*/ 3819177 w 11269336"/>
              <a:gd name="connsiteY174" fmla="*/ 2142111 h 2323145"/>
              <a:gd name="connsiteX175" fmla="*/ 3769100 w 11269336"/>
              <a:gd name="connsiteY175" fmla="*/ 2131731 h 2323145"/>
              <a:gd name="connsiteX176" fmla="*/ 3562752 w 11269336"/>
              <a:gd name="connsiteY176" fmla="*/ 2131785 h 2323145"/>
              <a:gd name="connsiteX177" fmla="*/ 3541402 w 11269336"/>
              <a:gd name="connsiteY177" fmla="*/ 2106821 h 2323145"/>
              <a:gd name="connsiteX178" fmla="*/ 3365341 w 11269336"/>
              <a:gd name="connsiteY178" fmla="*/ 2077638 h 2323145"/>
              <a:gd name="connsiteX179" fmla="*/ 3170922 w 11269336"/>
              <a:gd name="connsiteY179" fmla="*/ 2115957 h 2323145"/>
              <a:gd name="connsiteX180" fmla="*/ 3156256 w 11269336"/>
              <a:gd name="connsiteY180" fmla="*/ 2124773 h 2323145"/>
              <a:gd name="connsiteX181" fmla="*/ 3140298 w 11269336"/>
              <a:gd name="connsiteY181" fmla="*/ 2129182 h 2323145"/>
              <a:gd name="connsiteX182" fmla="*/ 3138514 w 11269336"/>
              <a:gd name="connsiteY182" fmla="*/ 2128069 h 2323145"/>
              <a:gd name="connsiteX183" fmla="*/ 3120467 w 11269336"/>
              <a:gd name="connsiteY183" fmla="*/ 2128281 h 2323145"/>
              <a:gd name="connsiteX184" fmla="*/ 3116175 w 11269336"/>
              <a:gd name="connsiteY184" fmla="*/ 2131633 h 2323145"/>
              <a:gd name="connsiteX185" fmla="*/ 3103685 w 11269336"/>
              <a:gd name="connsiteY185" fmla="*/ 2132814 h 2323145"/>
              <a:gd name="connsiteX186" fmla="*/ 3078794 w 11269336"/>
              <a:gd name="connsiteY186" fmla="*/ 2137935 h 2323145"/>
              <a:gd name="connsiteX187" fmla="*/ 3074407 w 11269336"/>
              <a:gd name="connsiteY187" fmla="*/ 2136274 h 2323145"/>
              <a:gd name="connsiteX188" fmla="*/ 3037285 w 11269336"/>
              <a:gd name="connsiteY188" fmla="*/ 2139919 h 2323145"/>
              <a:gd name="connsiteX189" fmla="*/ 3036901 w 11269336"/>
              <a:gd name="connsiteY189" fmla="*/ 2138726 h 2323145"/>
              <a:gd name="connsiteX190" fmla="*/ 3026996 w 11269336"/>
              <a:gd name="connsiteY190" fmla="*/ 2134322 h 2323145"/>
              <a:gd name="connsiteX191" fmla="*/ 3007772 w 11269336"/>
              <a:gd name="connsiteY191" fmla="*/ 2128742 h 2323145"/>
              <a:gd name="connsiteX192" fmla="*/ 2965030 w 11269336"/>
              <a:gd name="connsiteY192" fmla="*/ 2100494 h 2323145"/>
              <a:gd name="connsiteX193" fmla="*/ 2926342 w 11269336"/>
              <a:gd name="connsiteY193" fmla="*/ 2104155 h 2323145"/>
              <a:gd name="connsiteX194" fmla="*/ 2918608 w 11269336"/>
              <a:gd name="connsiteY194" fmla="*/ 2104215 h 2323145"/>
              <a:gd name="connsiteX195" fmla="*/ 2918475 w 11269336"/>
              <a:gd name="connsiteY195" fmla="*/ 2103937 h 2323145"/>
              <a:gd name="connsiteX196" fmla="*/ 2910360 w 11269336"/>
              <a:gd name="connsiteY196" fmla="*/ 2103444 h 2323145"/>
              <a:gd name="connsiteX197" fmla="*/ 2904507 w 11269336"/>
              <a:gd name="connsiteY197" fmla="*/ 2104326 h 2323145"/>
              <a:gd name="connsiteX198" fmla="*/ 2889503 w 11269336"/>
              <a:gd name="connsiteY198" fmla="*/ 2104443 h 2323145"/>
              <a:gd name="connsiteX199" fmla="*/ 2884480 w 11269336"/>
              <a:gd name="connsiteY199" fmla="*/ 2102626 h 2323145"/>
              <a:gd name="connsiteX200" fmla="*/ 2882689 w 11269336"/>
              <a:gd name="connsiteY200" fmla="*/ 2099228 h 2323145"/>
              <a:gd name="connsiteX201" fmla="*/ 2881291 w 11269336"/>
              <a:gd name="connsiteY201" fmla="*/ 2099618 h 2323145"/>
              <a:gd name="connsiteX202" fmla="*/ 2853979 w 11269336"/>
              <a:gd name="connsiteY202" fmla="*/ 2090388 h 2323145"/>
              <a:gd name="connsiteX203" fmla="*/ 2791790 w 11269336"/>
              <a:gd name="connsiteY203" fmla="*/ 2080332 h 2323145"/>
              <a:gd name="connsiteX204" fmla="*/ 2755844 w 11269336"/>
              <a:gd name="connsiteY204" fmla="*/ 2078874 h 2323145"/>
              <a:gd name="connsiteX205" fmla="*/ 2657742 w 11269336"/>
              <a:gd name="connsiteY205" fmla="*/ 2070179 h 2323145"/>
              <a:gd name="connsiteX206" fmla="*/ 2559549 w 11269336"/>
              <a:gd name="connsiteY206" fmla="*/ 2057873 h 2323145"/>
              <a:gd name="connsiteX207" fmla="*/ 2512054 w 11269336"/>
              <a:gd name="connsiteY207" fmla="*/ 2031671 h 2323145"/>
              <a:gd name="connsiteX208" fmla="*/ 2506437 w 11269336"/>
              <a:gd name="connsiteY208" fmla="*/ 2030918 h 2323145"/>
              <a:gd name="connsiteX209" fmla="*/ 2491752 w 11269336"/>
              <a:gd name="connsiteY209" fmla="*/ 2033906 h 2323145"/>
              <a:gd name="connsiteX210" fmla="*/ 2486338 w 11269336"/>
              <a:gd name="connsiteY210" fmla="*/ 2035862 h 2323145"/>
              <a:gd name="connsiteX211" fmla="*/ 2478186 w 11269336"/>
              <a:gd name="connsiteY211" fmla="*/ 2036953 h 2323145"/>
              <a:gd name="connsiteX212" fmla="*/ 2477950 w 11269336"/>
              <a:gd name="connsiteY212" fmla="*/ 2036715 h 2323145"/>
              <a:gd name="connsiteX213" fmla="*/ 2470381 w 11269336"/>
              <a:gd name="connsiteY213" fmla="*/ 2038256 h 2323145"/>
              <a:gd name="connsiteX214" fmla="*/ 2433781 w 11269336"/>
              <a:gd name="connsiteY214" fmla="*/ 2049140 h 2323145"/>
              <a:gd name="connsiteX215" fmla="*/ 2381172 w 11269336"/>
              <a:gd name="connsiteY215" fmla="*/ 2030645 h 2323145"/>
              <a:gd name="connsiteX216" fmla="*/ 2360198 w 11269336"/>
              <a:gd name="connsiteY216" fmla="*/ 2029059 h 2323145"/>
              <a:gd name="connsiteX217" fmla="*/ 2348815 w 11269336"/>
              <a:gd name="connsiteY217" fmla="*/ 2026798 h 2323145"/>
              <a:gd name="connsiteX218" fmla="*/ 2347988 w 11269336"/>
              <a:gd name="connsiteY218" fmla="*/ 2025745 h 2323145"/>
              <a:gd name="connsiteX219" fmla="*/ 2312920 w 11269336"/>
              <a:gd name="connsiteY219" fmla="*/ 2036311 h 2323145"/>
              <a:gd name="connsiteX220" fmla="*/ 2307986 w 11269336"/>
              <a:gd name="connsiteY220" fmla="*/ 2035583 h 2323145"/>
              <a:gd name="connsiteX221" fmla="*/ 2285481 w 11269336"/>
              <a:gd name="connsiteY221" fmla="*/ 2045197 h 2323145"/>
              <a:gd name="connsiteX222" fmla="*/ 2273666 w 11269336"/>
              <a:gd name="connsiteY222" fmla="*/ 2048710 h 2323145"/>
              <a:gd name="connsiteX223" fmla="*/ 2270719 w 11269336"/>
              <a:gd name="connsiteY223" fmla="*/ 2052702 h 2323145"/>
              <a:gd name="connsiteX224" fmla="*/ 2253080 w 11269336"/>
              <a:gd name="connsiteY224" fmla="*/ 2056363 h 2323145"/>
              <a:gd name="connsiteX225" fmla="*/ 2250906 w 11269336"/>
              <a:gd name="connsiteY225" fmla="*/ 2055654 h 2323145"/>
              <a:gd name="connsiteX226" fmla="*/ 2236905 w 11269336"/>
              <a:gd name="connsiteY226" fmla="*/ 2062882 h 2323145"/>
              <a:gd name="connsiteX227" fmla="*/ 2225830 w 11269336"/>
              <a:gd name="connsiteY227" fmla="*/ 2074027 h 2323145"/>
              <a:gd name="connsiteX228" fmla="*/ 2073776 w 11269336"/>
              <a:gd name="connsiteY228" fmla="*/ 2089244 h 2323145"/>
              <a:gd name="connsiteX229" fmla="*/ 1948256 w 11269336"/>
              <a:gd name="connsiteY229" fmla="*/ 2146616 h 2323145"/>
              <a:gd name="connsiteX230" fmla="*/ 1865582 w 11269336"/>
              <a:gd name="connsiteY230" fmla="*/ 2153738 h 2323145"/>
              <a:gd name="connsiteX231" fmla="*/ 1835210 w 11269336"/>
              <a:gd name="connsiteY231" fmla="*/ 2134244 h 2323145"/>
              <a:gd name="connsiteX232" fmla="*/ 1632661 w 11269336"/>
              <a:gd name="connsiteY232" fmla="*/ 2173882 h 2323145"/>
              <a:gd name="connsiteX233" fmla="*/ 1579590 w 11269336"/>
              <a:gd name="connsiteY233" fmla="*/ 2173680 h 2323145"/>
              <a:gd name="connsiteX234" fmla="*/ 1535601 w 11269336"/>
              <a:gd name="connsiteY234" fmla="*/ 2194590 h 2323145"/>
              <a:gd name="connsiteX235" fmla="*/ 1515594 w 11269336"/>
              <a:gd name="connsiteY235" fmla="*/ 2189622 h 2323145"/>
              <a:gd name="connsiteX236" fmla="*/ 1512113 w 11269336"/>
              <a:gd name="connsiteY236" fmla="*/ 2188534 h 2323145"/>
              <a:gd name="connsiteX237" fmla="*/ 1498838 w 11269336"/>
              <a:gd name="connsiteY237" fmla="*/ 2189213 h 2323145"/>
              <a:gd name="connsiteX238" fmla="*/ 1494279 w 11269336"/>
              <a:gd name="connsiteY238" fmla="*/ 2183112 h 2323145"/>
              <a:gd name="connsiteX239" fmla="*/ 1473714 w 11269336"/>
              <a:gd name="connsiteY239" fmla="*/ 2179625 h 2323145"/>
              <a:gd name="connsiteX240" fmla="*/ 1449503 w 11269336"/>
              <a:gd name="connsiteY240" fmla="*/ 2182633 h 2323145"/>
              <a:gd name="connsiteX241" fmla="*/ 1266687 w 11269336"/>
              <a:gd name="connsiteY241" fmla="*/ 2212688 h 2323145"/>
              <a:gd name="connsiteX242" fmla="*/ 1239614 w 11269336"/>
              <a:gd name="connsiteY242" fmla="*/ 2209727 h 2323145"/>
              <a:gd name="connsiteX243" fmla="*/ 1202436 w 11269336"/>
              <a:gd name="connsiteY243" fmla="*/ 2209817 h 2323145"/>
              <a:gd name="connsiteX244" fmla="*/ 1136097 w 11269336"/>
              <a:gd name="connsiteY244" fmla="*/ 2205112 h 2323145"/>
              <a:gd name="connsiteX245" fmla="*/ 988232 w 11269336"/>
              <a:gd name="connsiteY245" fmla="*/ 2235635 h 2323145"/>
              <a:gd name="connsiteX246" fmla="*/ 981959 w 11269336"/>
              <a:gd name="connsiteY246" fmla="*/ 2231607 h 2323145"/>
              <a:gd name="connsiteX247" fmla="*/ 938600 w 11269336"/>
              <a:gd name="connsiteY247" fmla="*/ 2238113 h 2323145"/>
              <a:gd name="connsiteX248" fmla="*/ 791788 w 11269336"/>
              <a:gd name="connsiteY248" fmla="*/ 2293224 h 2323145"/>
              <a:gd name="connsiteX249" fmla="*/ 706914 w 11269336"/>
              <a:gd name="connsiteY249" fmla="*/ 2305046 h 2323145"/>
              <a:gd name="connsiteX250" fmla="*/ 675971 w 11269336"/>
              <a:gd name="connsiteY250" fmla="*/ 2304030 h 2323145"/>
              <a:gd name="connsiteX251" fmla="*/ 624180 w 11269336"/>
              <a:gd name="connsiteY251" fmla="*/ 2302650 h 2323145"/>
              <a:gd name="connsiteX252" fmla="*/ 583453 w 11269336"/>
              <a:gd name="connsiteY252" fmla="*/ 2288788 h 2323145"/>
              <a:gd name="connsiteX253" fmla="*/ 540946 w 11269336"/>
              <a:gd name="connsiteY253" fmla="*/ 2292721 h 2323145"/>
              <a:gd name="connsiteX254" fmla="*/ 533680 w 11269336"/>
              <a:gd name="connsiteY254" fmla="*/ 2310233 h 2323145"/>
              <a:gd name="connsiteX255" fmla="*/ 487366 w 11269336"/>
              <a:gd name="connsiteY255" fmla="*/ 2309053 h 2323145"/>
              <a:gd name="connsiteX256" fmla="*/ 416820 w 11269336"/>
              <a:gd name="connsiteY256" fmla="*/ 2305443 h 2323145"/>
              <a:gd name="connsiteX257" fmla="*/ 376805 w 11269336"/>
              <a:gd name="connsiteY257" fmla="*/ 2307647 h 2323145"/>
              <a:gd name="connsiteX258" fmla="*/ 266777 w 11269336"/>
              <a:gd name="connsiteY258" fmla="*/ 2309012 h 2323145"/>
              <a:gd name="connsiteX259" fmla="*/ 156013 w 11269336"/>
              <a:gd name="connsiteY259" fmla="*/ 2306832 h 2323145"/>
              <a:gd name="connsiteX260" fmla="*/ 87258 w 11269336"/>
              <a:gd name="connsiteY260" fmla="*/ 2285511 h 2323145"/>
              <a:gd name="connsiteX261" fmla="*/ 23798 w 11269336"/>
              <a:gd name="connsiteY261" fmla="*/ 2281822 h 2323145"/>
              <a:gd name="connsiteX262" fmla="*/ 0 w 11269336"/>
              <a:gd name="connsiteY262" fmla="*/ 2285369 h 2323145"/>
              <a:gd name="connsiteX263" fmla="*/ 0 w 11269336"/>
              <a:gd name="connsiteY263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380600 w 11269336"/>
              <a:gd name="connsiteY19" fmla="*/ 549821 h 2323145"/>
              <a:gd name="connsiteX20" fmla="*/ 9263254 w 11269336"/>
              <a:gd name="connsiteY20" fmla="*/ 645662 h 2323145"/>
              <a:gd name="connsiteX21" fmla="*/ 9162278 w 11269336"/>
              <a:gd name="connsiteY21" fmla="*/ 704724 h 2323145"/>
              <a:gd name="connsiteX22" fmla="*/ 9062863 w 11269336"/>
              <a:gd name="connsiteY22" fmla="*/ 754656 h 2323145"/>
              <a:gd name="connsiteX23" fmla="*/ 8914746 w 11269336"/>
              <a:gd name="connsiteY23" fmla="*/ 826428 h 2323145"/>
              <a:gd name="connsiteX24" fmla="*/ 8917778 w 11269336"/>
              <a:gd name="connsiteY24" fmla="*/ 835198 h 2323145"/>
              <a:gd name="connsiteX25" fmla="*/ 8905560 w 11269336"/>
              <a:gd name="connsiteY25" fmla="*/ 838358 h 2323145"/>
              <a:gd name="connsiteX26" fmla="*/ 8897564 w 11269336"/>
              <a:gd name="connsiteY26" fmla="*/ 834287 h 2323145"/>
              <a:gd name="connsiteX27" fmla="*/ 8878040 w 11269336"/>
              <a:gd name="connsiteY27" fmla="*/ 844150 h 2323145"/>
              <a:gd name="connsiteX28" fmla="*/ 8795998 w 11269336"/>
              <a:gd name="connsiteY28" fmla="*/ 863337 h 2323145"/>
              <a:gd name="connsiteX29" fmla="*/ 8776970 w 11269336"/>
              <a:gd name="connsiteY29" fmla="*/ 885177 h 2323145"/>
              <a:gd name="connsiteX30" fmla="*/ 8755719 w 11269336"/>
              <a:gd name="connsiteY30" fmla="*/ 889754 h 2323145"/>
              <a:gd name="connsiteX31" fmla="*/ 8743257 w 11269336"/>
              <a:gd name="connsiteY31" fmla="*/ 904723 h 2323145"/>
              <a:gd name="connsiteX32" fmla="*/ 8721366 w 11269336"/>
              <a:gd name="connsiteY32" fmla="*/ 904711 h 2323145"/>
              <a:gd name="connsiteX33" fmla="*/ 8678353 w 11269336"/>
              <a:gd name="connsiteY33" fmla="*/ 926318 h 2323145"/>
              <a:gd name="connsiteX34" fmla="*/ 8636849 w 11269336"/>
              <a:gd name="connsiteY34" fmla="*/ 937900 h 2323145"/>
              <a:gd name="connsiteX35" fmla="*/ 8620213 w 11269336"/>
              <a:gd name="connsiteY35" fmla="*/ 943068 h 2323145"/>
              <a:gd name="connsiteX36" fmla="*/ 8612581 w 11269336"/>
              <a:gd name="connsiteY36" fmla="*/ 952695 h 2323145"/>
              <a:gd name="connsiteX37" fmla="*/ 8589038 w 11269336"/>
              <a:gd name="connsiteY37" fmla="*/ 963892 h 2323145"/>
              <a:gd name="connsiteX38" fmla="*/ 8579950 w 11269336"/>
              <a:gd name="connsiteY38" fmla="*/ 960899 h 2323145"/>
              <a:gd name="connsiteX39" fmla="*/ 8579319 w 11269336"/>
              <a:gd name="connsiteY39" fmla="*/ 965630 h 2323145"/>
              <a:gd name="connsiteX40" fmla="*/ 8547429 w 11269336"/>
              <a:gd name="connsiteY40" fmla="*/ 984506 h 2323145"/>
              <a:gd name="connsiteX41" fmla="*/ 8478704 w 11269336"/>
              <a:gd name="connsiteY41" fmla="*/ 1025490 h 2323145"/>
              <a:gd name="connsiteX42" fmla="*/ 8461421 w 11269336"/>
              <a:gd name="connsiteY42" fmla="*/ 1035512 h 2323145"/>
              <a:gd name="connsiteX43" fmla="*/ 8445003 w 11269336"/>
              <a:gd name="connsiteY43" fmla="*/ 1036851 h 2323145"/>
              <a:gd name="connsiteX44" fmla="*/ 8357350 w 11269336"/>
              <a:gd name="connsiteY44" fmla="*/ 1060213 h 2323145"/>
              <a:gd name="connsiteX45" fmla="*/ 8335565 w 11269336"/>
              <a:gd name="connsiteY45" fmla="*/ 1061151 h 2323145"/>
              <a:gd name="connsiteX46" fmla="*/ 8325267 w 11269336"/>
              <a:gd name="connsiteY46" fmla="*/ 1055919 h 2323145"/>
              <a:gd name="connsiteX47" fmla="*/ 8293586 w 11269336"/>
              <a:gd name="connsiteY47" fmla="*/ 1076144 h 2323145"/>
              <a:gd name="connsiteX48" fmla="*/ 8242405 w 11269336"/>
              <a:gd name="connsiteY48" fmla="*/ 1095960 h 2323145"/>
              <a:gd name="connsiteX49" fmla="*/ 8197391 w 11269336"/>
              <a:gd name="connsiteY49" fmla="*/ 1107746 h 2323145"/>
              <a:gd name="connsiteX50" fmla="*/ 8081474 w 11269336"/>
              <a:gd name="connsiteY50" fmla="*/ 1130125 h 2323145"/>
              <a:gd name="connsiteX51" fmla="*/ 8053585 w 11269336"/>
              <a:gd name="connsiteY51" fmla="*/ 1129169 h 2323145"/>
              <a:gd name="connsiteX52" fmla="*/ 8038422 w 11269336"/>
              <a:gd name="connsiteY52" fmla="*/ 1119092 h 2323145"/>
              <a:gd name="connsiteX53" fmla="*/ 8029450 w 11269336"/>
              <a:gd name="connsiteY53" fmla="*/ 1125592 h 2323145"/>
              <a:gd name="connsiteX54" fmla="*/ 7959552 w 11269336"/>
              <a:gd name="connsiteY54" fmla="*/ 1140188 h 2323145"/>
              <a:gd name="connsiteX55" fmla="*/ 7914188 w 11269336"/>
              <a:gd name="connsiteY55" fmla="*/ 1150862 h 2323145"/>
              <a:gd name="connsiteX56" fmla="*/ 7914918 w 11269336"/>
              <a:gd name="connsiteY56" fmla="*/ 1168758 h 2323145"/>
              <a:gd name="connsiteX57" fmla="*/ 7875510 w 11269336"/>
              <a:gd name="connsiteY57" fmla="*/ 1183153 h 2323145"/>
              <a:gd name="connsiteX58" fmla="*/ 7829932 w 11269336"/>
              <a:gd name="connsiteY58" fmla="*/ 1180782 h 2323145"/>
              <a:gd name="connsiteX59" fmla="*/ 7779182 w 11269336"/>
              <a:gd name="connsiteY59" fmla="*/ 1192665 h 2323145"/>
              <a:gd name="connsiteX60" fmla="*/ 7748774 w 11269336"/>
              <a:gd name="connsiteY60" fmla="*/ 1199586 h 2323145"/>
              <a:gd name="connsiteX61" fmla="*/ 7671846 w 11269336"/>
              <a:gd name="connsiteY61" fmla="*/ 1231966 h 2323145"/>
              <a:gd name="connsiteX62" fmla="*/ 7554146 w 11269336"/>
              <a:gd name="connsiteY62" fmla="*/ 1319748 h 2323145"/>
              <a:gd name="connsiteX63" fmla="*/ 7515052 w 11269336"/>
              <a:gd name="connsiteY63" fmla="*/ 1336718 h 2323145"/>
              <a:gd name="connsiteX64" fmla="*/ 7507193 w 11269336"/>
              <a:gd name="connsiteY64" fmla="*/ 1334617 h 2323145"/>
              <a:gd name="connsiteX65" fmla="*/ 7461694 w 11269336"/>
              <a:gd name="connsiteY65" fmla="*/ 1375866 h 2323145"/>
              <a:gd name="connsiteX66" fmla="*/ 7377571 w 11269336"/>
              <a:gd name="connsiteY66" fmla="*/ 1400128 h 2323145"/>
              <a:gd name="connsiteX67" fmla="*/ 7311261 w 11269336"/>
              <a:gd name="connsiteY67" fmla="*/ 1412652 h 2323145"/>
              <a:gd name="connsiteX68" fmla="*/ 7275307 w 11269336"/>
              <a:gd name="connsiteY68" fmla="*/ 1422171 h 2323145"/>
              <a:gd name="connsiteX69" fmla="*/ 7247783 w 11269336"/>
              <a:gd name="connsiteY69" fmla="*/ 1426330 h 2323145"/>
              <a:gd name="connsiteX70" fmla="*/ 7185047 w 11269336"/>
              <a:gd name="connsiteY70" fmla="*/ 1451812 h 2323145"/>
              <a:gd name="connsiteX71" fmla="*/ 7084117 w 11269336"/>
              <a:gd name="connsiteY71" fmla="*/ 1500281 h 2323145"/>
              <a:gd name="connsiteX72" fmla="*/ 7062011 w 11269336"/>
              <a:gd name="connsiteY72" fmla="*/ 1509183 h 2323145"/>
              <a:gd name="connsiteX73" fmla="*/ 7040555 w 11269336"/>
              <a:gd name="connsiteY73" fmla="*/ 1511207 h 2323145"/>
              <a:gd name="connsiteX74" fmla="*/ 7033438 w 11269336"/>
              <a:gd name="connsiteY74" fmla="*/ 1506772 h 2323145"/>
              <a:gd name="connsiteX75" fmla="*/ 7020886 w 11269336"/>
              <a:gd name="connsiteY75" fmla="*/ 1510764 h 2323145"/>
              <a:gd name="connsiteX76" fmla="*/ 7017033 w 11269336"/>
              <a:gd name="connsiteY76" fmla="*/ 1510650 h 2323145"/>
              <a:gd name="connsiteX77" fmla="*/ 6995460 w 11269336"/>
              <a:gd name="connsiteY77" fmla="*/ 1511173 h 2323145"/>
              <a:gd name="connsiteX78" fmla="*/ 6962144 w 11269336"/>
              <a:gd name="connsiteY78" fmla="*/ 1541508 h 2323145"/>
              <a:gd name="connsiteX79" fmla="*/ 6910674 w 11269336"/>
              <a:gd name="connsiteY79" fmla="*/ 1554793 h 2323145"/>
              <a:gd name="connsiteX80" fmla="*/ 6732152 w 11269336"/>
              <a:gd name="connsiteY80" fmla="*/ 1642538 h 2323145"/>
              <a:gd name="connsiteX81" fmla="*/ 6694106 w 11269336"/>
              <a:gd name="connsiteY81" fmla="*/ 1632377 h 2323145"/>
              <a:gd name="connsiteX82" fmla="*/ 6617223 w 11269336"/>
              <a:gd name="connsiteY82" fmla="*/ 1659889 h 2323145"/>
              <a:gd name="connsiteX83" fmla="*/ 6521138 w 11269336"/>
              <a:gd name="connsiteY83" fmla="*/ 1744340 h 2323145"/>
              <a:gd name="connsiteX84" fmla="*/ 6380677 w 11269336"/>
              <a:gd name="connsiteY84" fmla="*/ 1796883 h 2323145"/>
              <a:gd name="connsiteX85" fmla="*/ 6374897 w 11269336"/>
              <a:gd name="connsiteY85" fmla="*/ 1809910 h 2323145"/>
              <a:gd name="connsiteX86" fmla="*/ 6364545 w 11269336"/>
              <a:gd name="connsiteY86" fmla="*/ 1820090 h 2323145"/>
              <a:gd name="connsiteX87" fmla="*/ 6362126 w 11269336"/>
              <a:gd name="connsiteY87" fmla="*/ 1819991 h 2323145"/>
              <a:gd name="connsiteX88" fmla="*/ 6346673 w 11269336"/>
              <a:gd name="connsiteY88" fmla="*/ 1827824 h 2323145"/>
              <a:gd name="connsiteX89" fmla="*/ 6345588 w 11269336"/>
              <a:gd name="connsiteY89" fmla="*/ 1832232 h 2323145"/>
              <a:gd name="connsiteX90" fmla="*/ 6335708 w 11269336"/>
              <a:gd name="connsiteY90" fmla="*/ 1838451 h 2323145"/>
              <a:gd name="connsiteX91" fmla="*/ 6318182 w 11269336"/>
              <a:gd name="connsiteY91" fmla="*/ 1852975 h 2323145"/>
              <a:gd name="connsiteX92" fmla="*/ 6313084 w 11269336"/>
              <a:gd name="connsiteY92" fmla="*/ 1853561 h 2323145"/>
              <a:gd name="connsiteX93" fmla="*/ 6283816 w 11269336"/>
              <a:gd name="connsiteY93" fmla="*/ 1872148 h 2323145"/>
              <a:gd name="connsiteX94" fmla="*/ 6282550 w 11269336"/>
              <a:gd name="connsiteY94" fmla="*/ 1871392 h 2323145"/>
              <a:gd name="connsiteX95" fmla="*/ 6270527 w 11269336"/>
              <a:gd name="connsiteY95" fmla="*/ 1872208 h 2323145"/>
              <a:gd name="connsiteX96" fmla="*/ 6249518 w 11269336"/>
              <a:gd name="connsiteY96" fmla="*/ 1876079 h 2323145"/>
              <a:gd name="connsiteX97" fmla="*/ 6190386 w 11269336"/>
              <a:gd name="connsiteY97" fmla="*/ 1872478 h 2323145"/>
              <a:gd name="connsiteX98" fmla="*/ 6159777 w 11269336"/>
              <a:gd name="connsiteY98" fmla="*/ 1891745 h 2323145"/>
              <a:gd name="connsiteX99" fmla="*/ 6153131 w 11269336"/>
              <a:gd name="connsiteY99" fmla="*/ 1895079 h 2323145"/>
              <a:gd name="connsiteX100" fmla="*/ 6152798 w 11269336"/>
              <a:gd name="connsiteY100" fmla="*/ 1894920 h 2323145"/>
              <a:gd name="connsiteX101" fmla="*/ 6145388 w 11269336"/>
              <a:gd name="connsiteY101" fmla="*/ 1897990 h 2323145"/>
              <a:gd name="connsiteX102" fmla="*/ 6141014 w 11269336"/>
              <a:gd name="connsiteY102" fmla="*/ 1901155 h 2323145"/>
              <a:gd name="connsiteX103" fmla="*/ 6128122 w 11269336"/>
              <a:gd name="connsiteY103" fmla="*/ 1907623 h 2323145"/>
              <a:gd name="connsiteX104" fmla="*/ 6122351 w 11269336"/>
              <a:gd name="connsiteY104" fmla="*/ 1908359 h 2323145"/>
              <a:gd name="connsiteX105" fmla="*/ 6064750 w 11269336"/>
              <a:gd name="connsiteY105" fmla="*/ 1896394 h 2323145"/>
              <a:gd name="connsiteX106" fmla="*/ 5964230 w 11269336"/>
              <a:gd name="connsiteY106" fmla="*/ 1910038 h 2323145"/>
              <a:gd name="connsiteX107" fmla="*/ 5865399 w 11269336"/>
              <a:gd name="connsiteY107" fmla="*/ 1926966 h 2323145"/>
              <a:gd name="connsiteX108" fmla="*/ 5829951 w 11269336"/>
              <a:gd name="connsiteY108" fmla="*/ 1934755 h 2323145"/>
              <a:gd name="connsiteX109" fmla="*/ 5765285 w 11269336"/>
              <a:gd name="connsiteY109" fmla="*/ 1941322 h 2323145"/>
              <a:gd name="connsiteX110" fmla="*/ 5734750 w 11269336"/>
              <a:gd name="connsiteY110" fmla="*/ 1939793 h 2323145"/>
              <a:gd name="connsiteX111" fmla="*/ 5733569 w 11269336"/>
              <a:gd name="connsiteY111" fmla="*/ 1940505 h 2323145"/>
              <a:gd name="connsiteX112" fmla="*/ 5730329 w 11269336"/>
              <a:gd name="connsiteY112" fmla="*/ 1937845 h 2323145"/>
              <a:gd name="connsiteX113" fmla="*/ 5724661 w 11269336"/>
              <a:gd name="connsiteY113" fmla="*/ 1937455 h 2323145"/>
              <a:gd name="connsiteX114" fmla="*/ 5710186 w 11269336"/>
              <a:gd name="connsiteY114" fmla="*/ 1941370 h 2323145"/>
              <a:gd name="connsiteX115" fmla="*/ 5704910 w 11269336"/>
              <a:gd name="connsiteY115" fmla="*/ 1943663 h 2323145"/>
              <a:gd name="connsiteX116" fmla="*/ 5696836 w 11269336"/>
              <a:gd name="connsiteY116" fmla="*/ 1945271 h 2323145"/>
              <a:gd name="connsiteX117" fmla="*/ 5696583 w 11269336"/>
              <a:gd name="connsiteY117" fmla="*/ 1945050 h 2323145"/>
              <a:gd name="connsiteX118" fmla="*/ 5689123 w 11269336"/>
              <a:gd name="connsiteY118" fmla="*/ 1947067 h 2323145"/>
              <a:gd name="connsiteX119" fmla="*/ 5653291 w 11269336"/>
              <a:gd name="connsiteY119" fmla="*/ 1960245 h 2323145"/>
              <a:gd name="connsiteX120" fmla="*/ 5599385 w 11269336"/>
              <a:gd name="connsiteY120" fmla="*/ 1945198 h 2323145"/>
              <a:gd name="connsiteX121" fmla="*/ 5578300 w 11269336"/>
              <a:gd name="connsiteY121" fmla="*/ 1944963 h 2323145"/>
              <a:gd name="connsiteX122" fmla="*/ 5566758 w 11269336"/>
              <a:gd name="connsiteY122" fmla="*/ 1943441 h 2323145"/>
              <a:gd name="connsiteX123" fmla="*/ 5565857 w 11269336"/>
              <a:gd name="connsiteY123" fmla="*/ 1942445 h 2323145"/>
              <a:gd name="connsiteX124" fmla="*/ 5531534 w 11269336"/>
              <a:gd name="connsiteY124" fmla="*/ 1955208 h 2323145"/>
              <a:gd name="connsiteX125" fmla="*/ 5526552 w 11269336"/>
              <a:gd name="connsiteY125" fmla="*/ 1954799 h 2323145"/>
              <a:gd name="connsiteX126" fmla="*/ 5504723 w 11269336"/>
              <a:gd name="connsiteY126" fmla="*/ 1965811 h 2323145"/>
              <a:gd name="connsiteX127" fmla="*/ 5493156 w 11269336"/>
              <a:gd name="connsiteY127" fmla="*/ 1970063 h 2323145"/>
              <a:gd name="connsiteX128" fmla="*/ 5490486 w 11269336"/>
              <a:gd name="connsiteY128" fmla="*/ 1974227 h 2323145"/>
              <a:gd name="connsiteX129" fmla="*/ 5473107 w 11269336"/>
              <a:gd name="connsiteY129" fmla="*/ 1979001 h 2323145"/>
              <a:gd name="connsiteX130" fmla="*/ 5470885 w 11269336"/>
              <a:gd name="connsiteY130" fmla="*/ 1978432 h 2323145"/>
              <a:gd name="connsiteX131" fmla="*/ 5457393 w 11269336"/>
              <a:gd name="connsiteY131" fmla="*/ 1986525 h 2323145"/>
              <a:gd name="connsiteX132" fmla="*/ 5447102 w 11269336"/>
              <a:gd name="connsiteY132" fmla="*/ 1998329 h 2323145"/>
              <a:gd name="connsiteX133" fmla="*/ 5159151 w 11269336"/>
              <a:gd name="connsiteY133" fmla="*/ 2029640 h 2323145"/>
              <a:gd name="connsiteX134" fmla="*/ 5041688 w 11269336"/>
              <a:gd name="connsiteY134" fmla="*/ 2022334 h 2323145"/>
              <a:gd name="connsiteX135" fmla="*/ 4860988 w 11269336"/>
              <a:gd name="connsiteY135" fmla="*/ 2135698 h 2323145"/>
              <a:gd name="connsiteX136" fmla="*/ 4807902 w 11269336"/>
              <a:gd name="connsiteY136" fmla="*/ 2138894 h 2323145"/>
              <a:gd name="connsiteX137" fmla="*/ 4765388 w 11269336"/>
              <a:gd name="connsiteY137" fmla="*/ 2162525 h 2323145"/>
              <a:gd name="connsiteX138" fmla="*/ 4745033 w 11269336"/>
              <a:gd name="connsiteY138" fmla="*/ 2158859 h 2323145"/>
              <a:gd name="connsiteX139" fmla="*/ 4741475 w 11269336"/>
              <a:gd name="connsiteY139" fmla="*/ 2157998 h 2323145"/>
              <a:gd name="connsiteX140" fmla="*/ 4728247 w 11269336"/>
              <a:gd name="connsiteY140" fmla="*/ 2159526 h 2323145"/>
              <a:gd name="connsiteX141" fmla="*/ 4723263 w 11269336"/>
              <a:gd name="connsiteY141" fmla="*/ 2153742 h 2323145"/>
              <a:gd name="connsiteX142" fmla="*/ 4702453 w 11269336"/>
              <a:gd name="connsiteY142" fmla="*/ 2151586 h 2323145"/>
              <a:gd name="connsiteX143" fmla="*/ 4678455 w 11269336"/>
              <a:gd name="connsiteY143" fmla="*/ 2156131 h 2323145"/>
              <a:gd name="connsiteX144" fmla="*/ 4593061 w 11269336"/>
              <a:gd name="connsiteY144" fmla="*/ 2171597 h 2323145"/>
              <a:gd name="connsiteX145" fmla="*/ 4579902 w 11269336"/>
              <a:gd name="connsiteY145" fmla="*/ 2177927 h 2323145"/>
              <a:gd name="connsiteX146" fmla="*/ 4533444 w 11269336"/>
              <a:gd name="connsiteY146" fmla="*/ 2181200 h 2323145"/>
              <a:gd name="connsiteX147" fmla="*/ 4492832 w 11269336"/>
              <a:gd name="connsiteY147" fmla="*/ 2188033 h 2323145"/>
              <a:gd name="connsiteX148" fmla="*/ 4467257 w 11269336"/>
              <a:gd name="connsiteY148" fmla="*/ 2196121 h 2323145"/>
              <a:gd name="connsiteX149" fmla="*/ 4459937 w 11269336"/>
              <a:gd name="connsiteY149" fmla="*/ 2195182 h 2323145"/>
              <a:gd name="connsiteX150" fmla="*/ 4433312 w 11269336"/>
              <a:gd name="connsiteY150" fmla="*/ 2199004 h 2323145"/>
              <a:gd name="connsiteX151" fmla="*/ 4420601 w 11269336"/>
              <a:gd name="connsiteY151" fmla="*/ 2205158 h 2323145"/>
              <a:gd name="connsiteX152" fmla="*/ 4405765 w 11269336"/>
              <a:gd name="connsiteY152" fmla="*/ 2199902 h 2323145"/>
              <a:gd name="connsiteX153" fmla="*/ 4401354 w 11269336"/>
              <a:gd name="connsiteY153" fmla="*/ 2194745 h 2323145"/>
              <a:gd name="connsiteX154" fmla="*/ 4383151 w 11269336"/>
              <a:gd name="connsiteY154" fmla="*/ 2201140 h 2323145"/>
              <a:gd name="connsiteX155" fmla="*/ 4366646 w 11269336"/>
              <a:gd name="connsiteY155" fmla="*/ 2198564 h 2323145"/>
              <a:gd name="connsiteX156" fmla="*/ 4354009 w 11269336"/>
              <a:gd name="connsiteY156" fmla="*/ 2204984 h 2323145"/>
              <a:gd name="connsiteX157" fmla="*/ 4348284 w 11269336"/>
              <a:gd name="connsiteY157" fmla="*/ 2205270 h 2323145"/>
              <a:gd name="connsiteX158" fmla="*/ 4333906 w 11269336"/>
              <a:gd name="connsiteY158" fmla="*/ 2205251 h 2323145"/>
              <a:gd name="connsiteX159" fmla="*/ 4308819 w 11269336"/>
              <a:gd name="connsiteY159" fmla="*/ 2203822 h 2323145"/>
              <a:gd name="connsiteX160" fmla="*/ 4301210 w 11269336"/>
              <a:gd name="connsiteY160" fmla="*/ 2204456 h 2323145"/>
              <a:gd name="connsiteX161" fmla="*/ 4283095 w 11269336"/>
              <a:gd name="connsiteY161" fmla="*/ 2198177 h 2323145"/>
              <a:gd name="connsiteX162" fmla="*/ 4250119 w 11269336"/>
              <a:gd name="connsiteY162" fmla="*/ 2196342 h 2323145"/>
              <a:gd name="connsiteX163" fmla="*/ 4189203 w 11269336"/>
              <a:gd name="connsiteY163" fmla="*/ 2178994 h 2323145"/>
              <a:gd name="connsiteX164" fmla="*/ 4154035 w 11269336"/>
              <a:gd name="connsiteY164" fmla="*/ 2171950 h 2323145"/>
              <a:gd name="connsiteX165" fmla="*/ 4129569 w 11269336"/>
              <a:gd name="connsiteY165" fmla="*/ 2163850 h 2323145"/>
              <a:gd name="connsiteX166" fmla="*/ 4061250 w 11269336"/>
              <a:gd name="connsiteY166" fmla="*/ 2159236 h 2323145"/>
              <a:gd name="connsiteX167" fmla="*/ 3945480 w 11269336"/>
              <a:gd name="connsiteY167" fmla="*/ 2158279 h 2323145"/>
              <a:gd name="connsiteX168" fmla="*/ 3921468 w 11269336"/>
              <a:gd name="connsiteY168" fmla="*/ 2156588 h 2323145"/>
              <a:gd name="connsiteX169" fmla="*/ 3903348 w 11269336"/>
              <a:gd name="connsiteY169" fmla="*/ 2149220 h 2323145"/>
              <a:gd name="connsiteX170" fmla="*/ 3901342 w 11269336"/>
              <a:gd name="connsiteY170" fmla="*/ 2142355 h 2323145"/>
              <a:gd name="connsiteX171" fmla="*/ 3888539 w 11269336"/>
              <a:gd name="connsiteY171" fmla="*/ 2140476 h 2323145"/>
              <a:gd name="connsiteX172" fmla="*/ 3885662 w 11269336"/>
              <a:gd name="connsiteY172" fmla="*/ 2138740 h 2323145"/>
              <a:gd name="connsiteX173" fmla="*/ 3868627 w 11269336"/>
              <a:gd name="connsiteY173" fmla="*/ 2130023 h 2323145"/>
              <a:gd name="connsiteX174" fmla="*/ 3819177 w 11269336"/>
              <a:gd name="connsiteY174" fmla="*/ 2142111 h 2323145"/>
              <a:gd name="connsiteX175" fmla="*/ 3769100 w 11269336"/>
              <a:gd name="connsiteY175" fmla="*/ 2131731 h 2323145"/>
              <a:gd name="connsiteX176" fmla="*/ 3562752 w 11269336"/>
              <a:gd name="connsiteY176" fmla="*/ 2131785 h 2323145"/>
              <a:gd name="connsiteX177" fmla="*/ 3541402 w 11269336"/>
              <a:gd name="connsiteY177" fmla="*/ 2106821 h 2323145"/>
              <a:gd name="connsiteX178" fmla="*/ 3365341 w 11269336"/>
              <a:gd name="connsiteY178" fmla="*/ 2077638 h 2323145"/>
              <a:gd name="connsiteX179" fmla="*/ 3170922 w 11269336"/>
              <a:gd name="connsiteY179" fmla="*/ 2115957 h 2323145"/>
              <a:gd name="connsiteX180" fmla="*/ 3156256 w 11269336"/>
              <a:gd name="connsiteY180" fmla="*/ 2124773 h 2323145"/>
              <a:gd name="connsiteX181" fmla="*/ 3140298 w 11269336"/>
              <a:gd name="connsiteY181" fmla="*/ 2129182 h 2323145"/>
              <a:gd name="connsiteX182" fmla="*/ 3138514 w 11269336"/>
              <a:gd name="connsiteY182" fmla="*/ 2128069 h 2323145"/>
              <a:gd name="connsiteX183" fmla="*/ 3120467 w 11269336"/>
              <a:gd name="connsiteY183" fmla="*/ 2128281 h 2323145"/>
              <a:gd name="connsiteX184" fmla="*/ 3116175 w 11269336"/>
              <a:gd name="connsiteY184" fmla="*/ 2131633 h 2323145"/>
              <a:gd name="connsiteX185" fmla="*/ 3103685 w 11269336"/>
              <a:gd name="connsiteY185" fmla="*/ 2132814 h 2323145"/>
              <a:gd name="connsiteX186" fmla="*/ 3078794 w 11269336"/>
              <a:gd name="connsiteY186" fmla="*/ 2137935 h 2323145"/>
              <a:gd name="connsiteX187" fmla="*/ 3074407 w 11269336"/>
              <a:gd name="connsiteY187" fmla="*/ 2136274 h 2323145"/>
              <a:gd name="connsiteX188" fmla="*/ 3037285 w 11269336"/>
              <a:gd name="connsiteY188" fmla="*/ 2139919 h 2323145"/>
              <a:gd name="connsiteX189" fmla="*/ 3036901 w 11269336"/>
              <a:gd name="connsiteY189" fmla="*/ 2138726 h 2323145"/>
              <a:gd name="connsiteX190" fmla="*/ 3026996 w 11269336"/>
              <a:gd name="connsiteY190" fmla="*/ 2134322 h 2323145"/>
              <a:gd name="connsiteX191" fmla="*/ 3007772 w 11269336"/>
              <a:gd name="connsiteY191" fmla="*/ 2128742 h 2323145"/>
              <a:gd name="connsiteX192" fmla="*/ 2965030 w 11269336"/>
              <a:gd name="connsiteY192" fmla="*/ 2100494 h 2323145"/>
              <a:gd name="connsiteX193" fmla="*/ 2926342 w 11269336"/>
              <a:gd name="connsiteY193" fmla="*/ 2104155 h 2323145"/>
              <a:gd name="connsiteX194" fmla="*/ 2918608 w 11269336"/>
              <a:gd name="connsiteY194" fmla="*/ 2104215 h 2323145"/>
              <a:gd name="connsiteX195" fmla="*/ 2918475 w 11269336"/>
              <a:gd name="connsiteY195" fmla="*/ 2103937 h 2323145"/>
              <a:gd name="connsiteX196" fmla="*/ 2910360 w 11269336"/>
              <a:gd name="connsiteY196" fmla="*/ 2103444 h 2323145"/>
              <a:gd name="connsiteX197" fmla="*/ 2904507 w 11269336"/>
              <a:gd name="connsiteY197" fmla="*/ 2104326 h 2323145"/>
              <a:gd name="connsiteX198" fmla="*/ 2889503 w 11269336"/>
              <a:gd name="connsiteY198" fmla="*/ 2104443 h 2323145"/>
              <a:gd name="connsiteX199" fmla="*/ 2884480 w 11269336"/>
              <a:gd name="connsiteY199" fmla="*/ 2102626 h 2323145"/>
              <a:gd name="connsiteX200" fmla="*/ 2882689 w 11269336"/>
              <a:gd name="connsiteY200" fmla="*/ 2099228 h 2323145"/>
              <a:gd name="connsiteX201" fmla="*/ 2881291 w 11269336"/>
              <a:gd name="connsiteY201" fmla="*/ 2099618 h 2323145"/>
              <a:gd name="connsiteX202" fmla="*/ 2853979 w 11269336"/>
              <a:gd name="connsiteY202" fmla="*/ 2090388 h 2323145"/>
              <a:gd name="connsiteX203" fmla="*/ 2791790 w 11269336"/>
              <a:gd name="connsiteY203" fmla="*/ 2080332 h 2323145"/>
              <a:gd name="connsiteX204" fmla="*/ 2755844 w 11269336"/>
              <a:gd name="connsiteY204" fmla="*/ 2078874 h 2323145"/>
              <a:gd name="connsiteX205" fmla="*/ 2657742 w 11269336"/>
              <a:gd name="connsiteY205" fmla="*/ 2070179 h 2323145"/>
              <a:gd name="connsiteX206" fmla="*/ 2559549 w 11269336"/>
              <a:gd name="connsiteY206" fmla="*/ 2057873 h 2323145"/>
              <a:gd name="connsiteX207" fmla="*/ 2512054 w 11269336"/>
              <a:gd name="connsiteY207" fmla="*/ 2031671 h 2323145"/>
              <a:gd name="connsiteX208" fmla="*/ 2506437 w 11269336"/>
              <a:gd name="connsiteY208" fmla="*/ 2030918 h 2323145"/>
              <a:gd name="connsiteX209" fmla="*/ 2491752 w 11269336"/>
              <a:gd name="connsiteY209" fmla="*/ 2033906 h 2323145"/>
              <a:gd name="connsiteX210" fmla="*/ 2486338 w 11269336"/>
              <a:gd name="connsiteY210" fmla="*/ 2035862 h 2323145"/>
              <a:gd name="connsiteX211" fmla="*/ 2478186 w 11269336"/>
              <a:gd name="connsiteY211" fmla="*/ 2036953 h 2323145"/>
              <a:gd name="connsiteX212" fmla="*/ 2477950 w 11269336"/>
              <a:gd name="connsiteY212" fmla="*/ 2036715 h 2323145"/>
              <a:gd name="connsiteX213" fmla="*/ 2470381 w 11269336"/>
              <a:gd name="connsiteY213" fmla="*/ 2038256 h 2323145"/>
              <a:gd name="connsiteX214" fmla="*/ 2433781 w 11269336"/>
              <a:gd name="connsiteY214" fmla="*/ 2049140 h 2323145"/>
              <a:gd name="connsiteX215" fmla="*/ 2381172 w 11269336"/>
              <a:gd name="connsiteY215" fmla="*/ 2030645 h 2323145"/>
              <a:gd name="connsiteX216" fmla="*/ 2360198 w 11269336"/>
              <a:gd name="connsiteY216" fmla="*/ 2029059 h 2323145"/>
              <a:gd name="connsiteX217" fmla="*/ 2348815 w 11269336"/>
              <a:gd name="connsiteY217" fmla="*/ 2026798 h 2323145"/>
              <a:gd name="connsiteX218" fmla="*/ 2347988 w 11269336"/>
              <a:gd name="connsiteY218" fmla="*/ 2025745 h 2323145"/>
              <a:gd name="connsiteX219" fmla="*/ 2312920 w 11269336"/>
              <a:gd name="connsiteY219" fmla="*/ 2036311 h 2323145"/>
              <a:gd name="connsiteX220" fmla="*/ 2307986 w 11269336"/>
              <a:gd name="connsiteY220" fmla="*/ 2035583 h 2323145"/>
              <a:gd name="connsiteX221" fmla="*/ 2285481 w 11269336"/>
              <a:gd name="connsiteY221" fmla="*/ 2045197 h 2323145"/>
              <a:gd name="connsiteX222" fmla="*/ 2273666 w 11269336"/>
              <a:gd name="connsiteY222" fmla="*/ 2048710 h 2323145"/>
              <a:gd name="connsiteX223" fmla="*/ 2270719 w 11269336"/>
              <a:gd name="connsiteY223" fmla="*/ 2052702 h 2323145"/>
              <a:gd name="connsiteX224" fmla="*/ 2253080 w 11269336"/>
              <a:gd name="connsiteY224" fmla="*/ 2056363 h 2323145"/>
              <a:gd name="connsiteX225" fmla="*/ 2250906 w 11269336"/>
              <a:gd name="connsiteY225" fmla="*/ 2055654 h 2323145"/>
              <a:gd name="connsiteX226" fmla="*/ 2236905 w 11269336"/>
              <a:gd name="connsiteY226" fmla="*/ 2062882 h 2323145"/>
              <a:gd name="connsiteX227" fmla="*/ 2225830 w 11269336"/>
              <a:gd name="connsiteY227" fmla="*/ 2074027 h 2323145"/>
              <a:gd name="connsiteX228" fmla="*/ 2073776 w 11269336"/>
              <a:gd name="connsiteY228" fmla="*/ 2089244 h 2323145"/>
              <a:gd name="connsiteX229" fmla="*/ 1948256 w 11269336"/>
              <a:gd name="connsiteY229" fmla="*/ 2146616 h 2323145"/>
              <a:gd name="connsiteX230" fmla="*/ 1865582 w 11269336"/>
              <a:gd name="connsiteY230" fmla="*/ 2153738 h 2323145"/>
              <a:gd name="connsiteX231" fmla="*/ 1835210 w 11269336"/>
              <a:gd name="connsiteY231" fmla="*/ 2134244 h 2323145"/>
              <a:gd name="connsiteX232" fmla="*/ 1632661 w 11269336"/>
              <a:gd name="connsiteY232" fmla="*/ 2173882 h 2323145"/>
              <a:gd name="connsiteX233" fmla="*/ 1579590 w 11269336"/>
              <a:gd name="connsiteY233" fmla="*/ 2173680 h 2323145"/>
              <a:gd name="connsiteX234" fmla="*/ 1535601 w 11269336"/>
              <a:gd name="connsiteY234" fmla="*/ 2194590 h 2323145"/>
              <a:gd name="connsiteX235" fmla="*/ 1515594 w 11269336"/>
              <a:gd name="connsiteY235" fmla="*/ 2189622 h 2323145"/>
              <a:gd name="connsiteX236" fmla="*/ 1512113 w 11269336"/>
              <a:gd name="connsiteY236" fmla="*/ 2188534 h 2323145"/>
              <a:gd name="connsiteX237" fmla="*/ 1498838 w 11269336"/>
              <a:gd name="connsiteY237" fmla="*/ 2189213 h 2323145"/>
              <a:gd name="connsiteX238" fmla="*/ 1494279 w 11269336"/>
              <a:gd name="connsiteY238" fmla="*/ 2183112 h 2323145"/>
              <a:gd name="connsiteX239" fmla="*/ 1473714 w 11269336"/>
              <a:gd name="connsiteY239" fmla="*/ 2179625 h 2323145"/>
              <a:gd name="connsiteX240" fmla="*/ 1449503 w 11269336"/>
              <a:gd name="connsiteY240" fmla="*/ 2182633 h 2323145"/>
              <a:gd name="connsiteX241" fmla="*/ 1266687 w 11269336"/>
              <a:gd name="connsiteY241" fmla="*/ 2212688 h 2323145"/>
              <a:gd name="connsiteX242" fmla="*/ 1239614 w 11269336"/>
              <a:gd name="connsiteY242" fmla="*/ 2209727 h 2323145"/>
              <a:gd name="connsiteX243" fmla="*/ 1202436 w 11269336"/>
              <a:gd name="connsiteY243" fmla="*/ 2209817 h 2323145"/>
              <a:gd name="connsiteX244" fmla="*/ 1136097 w 11269336"/>
              <a:gd name="connsiteY244" fmla="*/ 2205112 h 2323145"/>
              <a:gd name="connsiteX245" fmla="*/ 988232 w 11269336"/>
              <a:gd name="connsiteY245" fmla="*/ 2235635 h 2323145"/>
              <a:gd name="connsiteX246" fmla="*/ 981959 w 11269336"/>
              <a:gd name="connsiteY246" fmla="*/ 2231607 h 2323145"/>
              <a:gd name="connsiteX247" fmla="*/ 938600 w 11269336"/>
              <a:gd name="connsiteY247" fmla="*/ 2238113 h 2323145"/>
              <a:gd name="connsiteX248" fmla="*/ 791788 w 11269336"/>
              <a:gd name="connsiteY248" fmla="*/ 2293224 h 2323145"/>
              <a:gd name="connsiteX249" fmla="*/ 706914 w 11269336"/>
              <a:gd name="connsiteY249" fmla="*/ 2305046 h 2323145"/>
              <a:gd name="connsiteX250" fmla="*/ 675971 w 11269336"/>
              <a:gd name="connsiteY250" fmla="*/ 2304030 h 2323145"/>
              <a:gd name="connsiteX251" fmla="*/ 624180 w 11269336"/>
              <a:gd name="connsiteY251" fmla="*/ 2302650 h 2323145"/>
              <a:gd name="connsiteX252" fmla="*/ 583453 w 11269336"/>
              <a:gd name="connsiteY252" fmla="*/ 2288788 h 2323145"/>
              <a:gd name="connsiteX253" fmla="*/ 540946 w 11269336"/>
              <a:gd name="connsiteY253" fmla="*/ 2292721 h 2323145"/>
              <a:gd name="connsiteX254" fmla="*/ 533680 w 11269336"/>
              <a:gd name="connsiteY254" fmla="*/ 2310233 h 2323145"/>
              <a:gd name="connsiteX255" fmla="*/ 487366 w 11269336"/>
              <a:gd name="connsiteY255" fmla="*/ 2309053 h 2323145"/>
              <a:gd name="connsiteX256" fmla="*/ 416820 w 11269336"/>
              <a:gd name="connsiteY256" fmla="*/ 2305443 h 2323145"/>
              <a:gd name="connsiteX257" fmla="*/ 376805 w 11269336"/>
              <a:gd name="connsiteY257" fmla="*/ 2307647 h 2323145"/>
              <a:gd name="connsiteX258" fmla="*/ 266777 w 11269336"/>
              <a:gd name="connsiteY258" fmla="*/ 2309012 h 2323145"/>
              <a:gd name="connsiteX259" fmla="*/ 156013 w 11269336"/>
              <a:gd name="connsiteY259" fmla="*/ 2306832 h 2323145"/>
              <a:gd name="connsiteX260" fmla="*/ 87258 w 11269336"/>
              <a:gd name="connsiteY260" fmla="*/ 2285511 h 2323145"/>
              <a:gd name="connsiteX261" fmla="*/ 23798 w 11269336"/>
              <a:gd name="connsiteY261" fmla="*/ 2281822 h 2323145"/>
              <a:gd name="connsiteX262" fmla="*/ 0 w 11269336"/>
              <a:gd name="connsiteY262" fmla="*/ 2285369 h 2323145"/>
              <a:gd name="connsiteX263" fmla="*/ 0 w 11269336"/>
              <a:gd name="connsiteY263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380600 w 11269336"/>
              <a:gd name="connsiteY19" fmla="*/ 549821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41688 w 11269336"/>
              <a:gd name="connsiteY133" fmla="*/ 2022334 h 2323145"/>
              <a:gd name="connsiteX134" fmla="*/ 4860988 w 11269336"/>
              <a:gd name="connsiteY134" fmla="*/ 2135698 h 2323145"/>
              <a:gd name="connsiteX135" fmla="*/ 4807902 w 11269336"/>
              <a:gd name="connsiteY135" fmla="*/ 2138894 h 2323145"/>
              <a:gd name="connsiteX136" fmla="*/ 4765388 w 11269336"/>
              <a:gd name="connsiteY136" fmla="*/ 2162525 h 2323145"/>
              <a:gd name="connsiteX137" fmla="*/ 4745033 w 11269336"/>
              <a:gd name="connsiteY137" fmla="*/ 2158859 h 2323145"/>
              <a:gd name="connsiteX138" fmla="*/ 4741475 w 11269336"/>
              <a:gd name="connsiteY138" fmla="*/ 2157998 h 2323145"/>
              <a:gd name="connsiteX139" fmla="*/ 4728247 w 11269336"/>
              <a:gd name="connsiteY139" fmla="*/ 2159526 h 2323145"/>
              <a:gd name="connsiteX140" fmla="*/ 4723263 w 11269336"/>
              <a:gd name="connsiteY140" fmla="*/ 2153742 h 2323145"/>
              <a:gd name="connsiteX141" fmla="*/ 4702453 w 11269336"/>
              <a:gd name="connsiteY141" fmla="*/ 2151586 h 2323145"/>
              <a:gd name="connsiteX142" fmla="*/ 4678455 w 11269336"/>
              <a:gd name="connsiteY142" fmla="*/ 2156131 h 2323145"/>
              <a:gd name="connsiteX143" fmla="*/ 4593061 w 11269336"/>
              <a:gd name="connsiteY143" fmla="*/ 2171597 h 2323145"/>
              <a:gd name="connsiteX144" fmla="*/ 4579902 w 11269336"/>
              <a:gd name="connsiteY144" fmla="*/ 2177927 h 2323145"/>
              <a:gd name="connsiteX145" fmla="*/ 4533444 w 11269336"/>
              <a:gd name="connsiteY145" fmla="*/ 2181200 h 2323145"/>
              <a:gd name="connsiteX146" fmla="*/ 4492832 w 11269336"/>
              <a:gd name="connsiteY146" fmla="*/ 2188033 h 2323145"/>
              <a:gd name="connsiteX147" fmla="*/ 4467257 w 11269336"/>
              <a:gd name="connsiteY147" fmla="*/ 2196121 h 2323145"/>
              <a:gd name="connsiteX148" fmla="*/ 4459937 w 11269336"/>
              <a:gd name="connsiteY148" fmla="*/ 2195182 h 2323145"/>
              <a:gd name="connsiteX149" fmla="*/ 4433312 w 11269336"/>
              <a:gd name="connsiteY149" fmla="*/ 2199004 h 2323145"/>
              <a:gd name="connsiteX150" fmla="*/ 4420601 w 11269336"/>
              <a:gd name="connsiteY150" fmla="*/ 2205158 h 2323145"/>
              <a:gd name="connsiteX151" fmla="*/ 4405765 w 11269336"/>
              <a:gd name="connsiteY151" fmla="*/ 2199902 h 2323145"/>
              <a:gd name="connsiteX152" fmla="*/ 4401354 w 11269336"/>
              <a:gd name="connsiteY152" fmla="*/ 2194745 h 2323145"/>
              <a:gd name="connsiteX153" fmla="*/ 4383151 w 11269336"/>
              <a:gd name="connsiteY153" fmla="*/ 2201140 h 2323145"/>
              <a:gd name="connsiteX154" fmla="*/ 4366646 w 11269336"/>
              <a:gd name="connsiteY154" fmla="*/ 2198564 h 2323145"/>
              <a:gd name="connsiteX155" fmla="*/ 4354009 w 11269336"/>
              <a:gd name="connsiteY155" fmla="*/ 2204984 h 2323145"/>
              <a:gd name="connsiteX156" fmla="*/ 4348284 w 11269336"/>
              <a:gd name="connsiteY156" fmla="*/ 2205270 h 2323145"/>
              <a:gd name="connsiteX157" fmla="*/ 4333906 w 11269336"/>
              <a:gd name="connsiteY157" fmla="*/ 2205251 h 2323145"/>
              <a:gd name="connsiteX158" fmla="*/ 4308819 w 11269336"/>
              <a:gd name="connsiteY158" fmla="*/ 2203822 h 2323145"/>
              <a:gd name="connsiteX159" fmla="*/ 4301210 w 11269336"/>
              <a:gd name="connsiteY159" fmla="*/ 2204456 h 2323145"/>
              <a:gd name="connsiteX160" fmla="*/ 4283095 w 11269336"/>
              <a:gd name="connsiteY160" fmla="*/ 2198177 h 2323145"/>
              <a:gd name="connsiteX161" fmla="*/ 4250119 w 11269336"/>
              <a:gd name="connsiteY161" fmla="*/ 2196342 h 2323145"/>
              <a:gd name="connsiteX162" fmla="*/ 4189203 w 11269336"/>
              <a:gd name="connsiteY162" fmla="*/ 2178994 h 2323145"/>
              <a:gd name="connsiteX163" fmla="*/ 4154035 w 11269336"/>
              <a:gd name="connsiteY163" fmla="*/ 2171950 h 2323145"/>
              <a:gd name="connsiteX164" fmla="*/ 4129569 w 11269336"/>
              <a:gd name="connsiteY164" fmla="*/ 2163850 h 2323145"/>
              <a:gd name="connsiteX165" fmla="*/ 4061250 w 11269336"/>
              <a:gd name="connsiteY165" fmla="*/ 2159236 h 2323145"/>
              <a:gd name="connsiteX166" fmla="*/ 3945480 w 11269336"/>
              <a:gd name="connsiteY166" fmla="*/ 2158279 h 2323145"/>
              <a:gd name="connsiteX167" fmla="*/ 3921468 w 11269336"/>
              <a:gd name="connsiteY167" fmla="*/ 2156588 h 2323145"/>
              <a:gd name="connsiteX168" fmla="*/ 3903348 w 11269336"/>
              <a:gd name="connsiteY168" fmla="*/ 2149220 h 2323145"/>
              <a:gd name="connsiteX169" fmla="*/ 3901342 w 11269336"/>
              <a:gd name="connsiteY169" fmla="*/ 2142355 h 2323145"/>
              <a:gd name="connsiteX170" fmla="*/ 3888539 w 11269336"/>
              <a:gd name="connsiteY170" fmla="*/ 2140476 h 2323145"/>
              <a:gd name="connsiteX171" fmla="*/ 3885662 w 11269336"/>
              <a:gd name="connsiteY171" fmla="*/ 2138740 h 2323145"/>
              <a:gd name="connsiteX172" fmla="*/ 3868627 w 11269336"/>
              <a:gd name="connsiteY172" fmla="*/ 2130023 h 2323145"/>
              <a:gd name="connsiteX173" fmla="*/ 3819177 w 11269336"/>
              <a:gd name="connsiteY173" fmla="*/ 2142111 h 2323145"/>
              <a:gd name="connsiteX174" fmla="*/ 3769100 w 11269336"/>
              <a:gd name="connsiteY174" fmla="*/ 2131731 h 2323145"/>
              <a:gd name="connsiteX175" fmla="*/ 3562752 w 11269336"/>
              <a:gd name="connsiteY175" fmla="*/ 2131785 h 2323145"/>
              <a:gd name="connsiteX176" fmla="*/ 3541402 w 11269336"/>
              <a:gd name="connsiteY176" fmla="*/ 2106821 h 2323145"/>
              <a:gd name="connsiteX177" fmla="*/ 3365341 w 11269336"/>
              <a:gd name="connsiteY177" fmla="*/ 2077638 h 2323145"/>
              <a:gd name="connsiteX178" fmla="*/ 3170922 w 11269336"/>
              <a:gd name="connsiteY178" fmla="*/ 2115957 h 2323145"/>
              <a:gd name="connsiteX179" fmla="*/ 3156256 w 11269336"/>
              <a:gd name="connsiteY179" fmla="*/ 2124773 h 2323145"/>
              <a:gd name="connsiteX180" fmla="*/ 3140298 w 11269336"/>
              <a:gd name="connsiteY180" fmla="*/ 2129182 h 2323145"/>
              <a:gd name="connsiteX181" fmla="*/ 3138514 w 11269336"/>
              <a:gd name="connsiteY181" fmla="*/ 2128069 h 2323145"/>
              <a:gd name="connsiteX182" fmla="*/ 3120467 w 11269336"/>
              <a:gd name="connsiteY182" fmla="*/ 2128281 h 2323145"/>
              <a:gd name="connsiteX183" fmla="*/ 3116175 w 11269336"/>
              <a:gd name="connsiteY183" fmla="*/ 2131633 h 2323145"/>
              <a:gd name="connsiteX184" fmla="*/ 3103685 w 11269336"/>
              <a:gd name="connsiteY184" fmla="*/ 2132814 h 2323145"/>
              <a:gd name="connsiteX185" fmla="*/ 3078794 w 11269336"/>
              <a:gd name="connsiteY185" fmla="*/ 2137935 h 2323145"/>
              <a:gd name="connsiteX186" fmla="*/ 3074407 w 11269336"/>
              <a:gd name="connsiteY186" fmla="*/ 2136274 h 2323145"/>
              <a:gd name="connsiteX187" fmla="*/ 3037285 w 11269336"/>
              <a:gd name="connsiteY187" fmla="*/ 2139919 h 2323145"/>
              <a:gd name="connsiteX188" fmla="*/ 3036901 w 11269336"/>
              <a:gd name="connsiteY188" fmla="*/ 2138726 h 2323145"/>
              <a:gd name="connsiteX189" fmla="*/ 3026996 w 11269336"/>
              <a:gd name="connsiteY189" fmla="*/ 2134322 h 2323145"/>
              <a:gd name="connsiteX190" fmla="*/ 3007772 w 11269336"/>
              <a:gd name="connsiteY190" fmla="*/ 2128742 h 2323145"/>
              <a:gd name="connsiteX191" fmla="*/ 2965030 w 11269336"/>
              <a:gd name="connsiteY191" fmla="*/ 2100494 h 2323145"/>
              <a:gd name="connsiteX192" fmla="*/ 2926342 w 11269336"/>
              <a:gd name="connsiteY192" fmla="*/ 2104155 h 2323145"/>
              <a:gd name="connsiteX193" fmla="*/ 2918608 w 11269336"/>
              <a:gd name="connsiteY193" fmla="*/ 2104215 h 2323145"/>
              <a:gd name="connsiteX194" fmla="*/ 2918475 w 11269336"/>
              <a:gd name="connsiteY194" fmla="*/ 2103937 h 2323145"/>
              <a:gd name="connsiteX195" fmla="*/ 2910360 w 11269336"/>
              <a:gd name="connsiteY195" fmla="*/ 2103444 h 2323145"/>
              <a:gd name="connsiteX196" fmla="*/ 2904507 w 11269336"/>
              <a:gd name="connsiteY196" fmla="*/ 2104326 h 2323145"/>
              <a:gd name="connsiteX197" fmla="*/ 2889503 w 11269336"/>
              <a:gd name="connsiteY197" fmla="*/ 2104443 h 2323145"/>
              <a:gd name="connsiteX198" fmla="*/ 2884480 w 11269336"/>
              <a:gd name="connsiteY198" fmla="*/ 2102626 h 2323145"/>
              <a:gd name="connsiteX199" fmla="*/ 2882689 w 11269336"/>
              <a:gd name="connsiteY199" fmla="*/ 2099228 h 2323145"/>
              <a:gd name="connsiteX200" fmla="*/ 2881291 w 11269336"/>
              <a:gd name="connsiteY200" fmla="*/ 2099618 h 2323145"/>
              <a:gd name="connsiteX201" fmla="*/ 2853979 w 11269336"/>
              <a:gd name="connsiteY201" fmla="*/ 2090388 h 2323145"/>
              <a:gd name="connsiteX202" fmla="*/ 2791790 w 11269336"/>
              <a:gd name="connsiteY202" fmla="*/ 2080332 h 2323145"/>
              <a:gd name="connsiteX203" fmla="*/ 2755844 w 11269336"/>
              <a:gd name="connsiteY203" fmla="*/ 2078874 h 2323145"/>
              <a:gd name="connsiteX204" fmla="*/ 2657742 w 11269336"/>
              <a:gd name="connsiteY204" fmla="*/ 2070179 h 2323145"/>
              <a:gd name="connsiteX205" fmla="*/ 2559549 w 11269336"/>
              <a:gd name="connsiteY205" fmla="*/ 2057873 h 2323145"/>
              <a:gd name="connsiteX206" fmla="*/ 2512054 w 11269336"/>
              <a:gd name="connsiteY206" fmla="*/ 2031671 h 2323145"/>
              <a:gd name="connsiteX207" fmla="*/ 2506437 w 11269336"/>
              <a:gd name="connsiteY207" fmla="*/ 2030918 h 2323145"/>
              <a:gd name="connsiteX208" fmla="*/ 2491752 w 11269336"/>
              <a:gd name="connsiteY208" fmla="*/ 2033906 h 2323145"/>
              <a:gd name="connsiteX209" fmla="*/ 2486338 w 11269336"/>
              <a:gd name="connsiteY209" fmla="*/ 2035862 h 2323145"/>
              <a:gd name="connsiteX210" fmla="*/ 2478186 w 11269336"/>
              <a:gd name="connsiteY210" fmla="*/ 2036953 h 2323145"/>
              <a:gd name="connsiteX211" fmla="*/ 2477950 w 11269336"/>
              <a:gd name="connsiteY211" fmla="*/ 2036715 h 2323145"/>
              <a:gd name="connsiteX212" fmla="*/ 2470381 w 11269336"/>
              <a:gd name="connsiteY212" fmla="*/ 2038256 h 2323145"/>
              <a:gd name="connsiteX213" fmla="*/ 2433781 w 11269336"/>
              <a:gd name="connsiteY213" fmla="*/ 2049140 h 2323145"/>
              <a:gd name="connsiteX214" fmla="*/ 2381172 w 11269336"/>
              <a:gd name="connsiteY214" fmla="*/ 2030645 h 2323145"/>
              <a:gd name="connsiteX215" fmla="*/ 2360198 w 11269336"/>
              <a:gd name="connsiteY215" fmla="*/ 2029059 h 2323145"/>
              <a:gd name="connsiteX216" fmla="*/ 2348815 w 11269336"/>
              <a:gd name="connsiteY216" fmla="*/ 2026798 h 2323145"/>
              <a:gd name="connsiteX217" fmla="*/ 2347988 w 11269336"/>
              <a:gd name="connsiteY217" fmla="*/ 2025745 h 2323145"/>
              <a:gd name="connsiteX218" fmla="*/ 2312920 w 11269336"/>
              <a:gd name="connsiteY218" fmla="*/ 2036311 h 2323145"/>
              <a:gd name="connsiteX219" fmla="*/ 2307986 w 11269336"/>
              <a:gd name="connsiteY219" fmla="*/ 2035583 h 2323145"/>
              <a:gd name="connsiteX220" fmla="*/ 2285481 w 11269336"/>
              <a:gd name="connsiteY220" fmla="*/ 2045197 h 2323145"/>
              <a:gd name="connsiteX221" fmla="*/ 2273666 w 11269336"/>
              <a:gd name="connsiteY221" fmla="*/ 2048710 h 2323145"/>
              <a:gd name="connsiteX222" fmla="*/ 2270719 w 11269336"/>
              <a:gd name="connsiteY222" fmla="*/ 2052702 h 2323145"/>
              <a:gd name="connsiteX223" fmla="*/ 2253080 w 11269336"/>
              <a:gd name="connsiteY223" fmla="*/ 2056363 h 2323145"/>
              <a:gd name="connsiteX224" fmla="*/ 2250906 w 11269336"/>
              <a:gd name="connsiteY224" fmla="*/ 2055654 h 2323145"/>
              <a:gd name="connsiteX225" fmla="*/ 2236905 w 11269336"/>
              <a:gd name="connsiteY225" fmla="*/ 2062882 h 2323145"/>
              <a:gd name="connsiteX226" fmla="*/ 2225830 w 11269336"/>
              <a:gd name="connsiteY226" fmla="*/ 2074027 h 2323145"/>
              <a:gd name="connsiteX227" fmla="*/ 2073776 w 11269336"/>
              <a:gd name="connsiteY227" fmla="*/ 2089244 h 2323145"/>
              <a:gd name="connsiteX228" fmla="*/ 1948256 w 11269336"/>
              <a:gd name="connsiteY228" fmla="*/ 2146616 h 2323145"/>
              <a:gd name="connsiteX229" fmla="*/ 1865582 w 11269336"/>
              <a:gd name="connsiteY229" fmla="*/ 2153738 h 2323145"/>
              <a:gd name="connsiteX230" fmla="*/ 1835210 w 11269336"/>
              <a:gd name="connsiteY230" fmla="*/ 2134244 h 2323145"/>
              <a:gd name="connsiteX231" fmla="*/ 1632661 w 11269336"/>
              <a:gd name="connsiteY231" fmla="*/ 2173882 h 2323145"/>
              <a:gd name="connsiteX232" fmla="*/ 1579590 w 11269336"/>
              <a:gd name="connsiteY232" fmla="*/ 2173680 h 2323145"/>
              <a:gd name="connsiteX233" fmla="*/ 1535601 w 11269336"/>
              <a:gd name="connsiteY233" fmla="*/ 2194590 h 2323145"/>
              <a:gd name="connsiteX234" fmla="*/ 1515594 w 11269336"/>
              <a:gd name="connsiteY234" fmla="*/ 2189622 h 2323145"/>
              <a:gd name="connsiteX235" fmla="*/ 1512113 w 11269336"/>
              <a:gd name="connsiteY235" fmla="*/ 2188534 h 2323145"/>
              <a:gd name="connsiteX236" fmla="*/ 1498838 w 11269336"/>
              <a:gd name="connsiteY236" fmla="*/ 2189213 h 2323145"/>
              <a:gd name="connsiteX237" fmla="*/ 1494279 w 11269336"/>
              <a:gd name="connsiteY237" fmla="*/ 2183112 h 2323145"/>
              <a:gd name="connsiteX238" fmla="*/ 1473714 w 11269336"/>
              <a:gd name="connsiteY238" fmla="*/ 2179625 h 2323145"/>
              <a:gd name="connsiteX239" fmla="*/ 1449503 w 11269336"/>
              <a:gd name="connsiteY239" fmla="*/ 2182633 h 2323145"/>
              <a:gd name="connsiteX240" fmla="*/ 1266687 w 11269336"/>
              <a:gd name="connsiteY240" fmla="*/ 2212688 h 2323145"/>
              <a:gd name="connsiteX241" fmla="*/ 1239614 w 11269336"/>
              <a:gd name="connsiteY241" fmla="*/ 2209727 h 2323145"/>
              <a:gd name="connsiteX242" fmla="*/ 1202436 w 11269336"/>
              <a:gd name="connsiteY242" fmla="*/ 2209817 h 2323145"/>
              <a:gd name="connsiteX243" fmla="*/ 1136097 w 11269336"/>
              <a:gd name="connsiteY243" fmla="*/ 2205112 h 2323145"/>
              <a:gd name="connsiteX244" fmla="*/ 988232 w 11269336"/>
              <a:gd name="connsiteY244" fmla="*/ 2235635 h 2323145"/>
              <a:gd name="connsiteX245" fmla="*/ 981959 w 11269336"/>
              <a:gd name="connsiteY245" fmla="*/ 2231607 h 2323145"/>
              <a:gd name="connsiteX246" fmla="*/ 938600 w 11269336"/>
              <a:gd name="connsiteY246" fmla="*/ 2238113 h 2323145"/>
              <a:gd name="connsiteX247" fmla="*/ 791788 w 11269336"/>
              <a:gd name="connsiteY247" fmla="*/ 2293224 h 2323145"/>
              <a:gd name="connsiteX248" fmla="*/ 706914 w 11269336"/>
              <a:gd name="connsiteY248" fmla="*/ 2305046 h 2323145"/>
              <a:gd name="connsiteX249" fmla="*/ 675971 w 11269336"/>
              <a:gd name="connsiteY249" fmla="*/ 2304030 h 2323145"/>
              <a:gd name="connsiteX250" fmla="*/ 624180 w 11269336"/>
              <a:gd name="connsiteY250" fmla="*/ 2302650 h 2323145"/>
              <a:gd name="connsiteX251" fmla="*/ 583453 w 11269336"/>
              <a:gd name="connsiteY251" fmla="*/ 2288788 h 2323145"/>
              <a:gd name="connsiteX252" fmla="*/ 540946 w 11269336"/>
              <a:gd name="connsiteY252" fmla="*/ 2292721 h 2323145"/>
              <a:gd name="connsiteX253" fmla="*/ 533680 w 11269336"/>
              <a:gd name="connsiteY253" fmla="*/ 2310233 h 2323145"/>
              <a:gd name="connsiteX254" fmla="*/ 487366 w 11269336"/>
              <a:gd name="connsiteY254" fmla="*/ 2309053 h 2323145"/>
              <a:gd name="connsiteX255" fmla="*/ 416820 w 11269336"/>
              <a:gd name="connsiteY255" fmla="*/ 2305443 h 2323145"/>
              <a:gd name="connsiteX256" fmla="*/ 376805 w 11269336"/>
              <a:gd name="connsiteY256" fmla="*/ 2307647 h 2323145"/>
              <a:gd name="connsiteX257" fmla="*/ 266777 w 11269336"/>
              <a:gd name="connsiteY257" fmla="*/ 2309012 h 2323145"/>
              <a:gd name="connsiteX258" fmla="*/ 156013 w 11269336"/>
              <a:gd name="connsiteY258" fmla="*/ 2306832 h 2323145"/>
              <a:gd name="connsiteX259" fmla="*/ 87258 w 11269336"/>
              <a:gd name="connsiteY259" fmla="*/ 2285511 h 2323145"/>
              <a:gd name="connsiteX260" fmla="*/ 23798 w 11269336"/>
              <a:gd name="connsiteY260" fmla="*/ 2281822 h 2323145"/>
              <a:gd name="connsiteX261" fmla="*/ 0 w 11269336"/>
              <a:gd name="connsiteY261" fmla="*/ 2285369 h 2323145"/>
              <a:gd name="connsiteX262" fmla="*/ 0 w 11269336"/>
              <a:gd name="connsiteY262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41688 w 11269336"/>
              <a:gd name="connsiteY133" fmla="*/ 2022334 h 2323145"/>
              <a:gd name="connsiteX134" fmla="*/ 4860988 w 11269336"/>
              <a:gd name="connsiteY134" fmla="*/ 2135698 h 2323145"/>
              <a:gd name="connsiteX135" fmla="*/ 4807902 w 11269336"/>
              <a:gd name="connsiteY135" fmla="*/ 2138894 h 2323145"/>
              <a:gd name="connsiteX136" fmla="*/ 4765388 w 11269336"/>
              <a:gd name="connsiteY136" fmla="*/ 2162525 h 2323145"/>
              <a:gd name="connsiteX137" fmla="*/ 4745033 w 11269336"/>
              <a:gd name="connsiteY137" fmla="*/ 2158859 h 2323145"/>
              <a:gd name="connsiteX138" fmla="*/ 4741475 w 11269336"/>
              <a:gd name="connsiteY138" fmla="*/ 2157998 h 2323145"/>
              <a:gd name="connsiteX139" fmla="*/ 4728247 w 11269336"/>
              <a:gd name="connsiteY139" fmla="*/ 2159526 h 2323145"/>
              <a:gd name="connsiteX140" fmla="*/ 4723263 w 11269336"/>
              <a:gd name="connsiteY140" fmla="*/ 2153742 h 2323145"/>
              <a:gd name="connsiteX141" fmla="*/ 4702453 w 11269336"/>
              <a:gd name="connsiteY141" fmla="*/ 2151586 h 2323145"/>
              <a:gd name="connsiteX142" fmla="*/ 4678455 w 11269336"/>
              <a:gd name="connsiteY142" fmla="*/ 2156131 h 2323145"/>
              <a:gd name="connsiteX143" fmla="*/ 4593061 w 11269336"/>
              <a:gd name="connsiteY143" fmla="*/ 2171597 h 2323145"/>
              <a:gd name="connsiteX144" fmla="*/ 4579902 w 11269336"/>
              <a:gd name="connsiteY144" fmla="*/ 2177927 h 2323145"/>
              <a:gd name="connsiteX145" fmla="*/ 4533444 w 11269336"/>
              <a:gd name="connsiteY145" fmla="*/ 2181200 h 2323145"/>
              <a:gd name="connsiteX146" fmla="*/ 4492832 w 11269336"/>
              <a:gd name="connsiteY146" fmla="*/ 2188033 h 2323145"/>
              <a:gd name="connsiteX147" fmla="*/ 4467257 w 11269336"/>
              <a:gd name="connsiteY147" fmla="*/ 2196121 h 2323145"/>
              <a:gd name="connsiteX148" fmla="*/ 4459937 w 11269336"/>
              <a:gd name="connsiteY148" fmla="*/ 2195182 h 2323145"/>
              <a:gd name="connsiteX149" fmla="*/ 4433312 w 11269336"/>
              <a:gd name="connsiteY149" fmla="*/ 2199004 h 2323145"/>
              <a:gd name="connsiteX150" fmla="*/ 4420601 w 11269336"/>
              <a:gd name="connsiteY150" fmla="*/ 2205158 h 2323145"/>
              <a:gd name="connsiteX151" fmla="*/ 4405765 w 11269336"/>
              <a:gd name="connsiteY151" fmla="*/ 2199902 h 2323145"/>
              <a:gd name="connsiteX152" fmla="*/ 4401354 w 11269336"/>
              <a:gd name="connsiteY152" fmla="*/ 2194745 h 2323145"/>
              <a:gd name="connsiteX153" fmla="*/ 4383151 w 11269336"/>
              <a:gd name="connsiteY153" fmla="*/ 2201140 h 2323145"/>
              <a:gd name="connsiteX154" fmla="*/ 4366646 w 11269336"/>
              <a:gd name="connsiteY154" fmla="*/ 2198564 h 2323145"/>
              <a:gd name="connsiteX155" fmla="*/ 4354009 w 11269336"/>
              <a:gd name="connsiteY155" fmla="*/ 2204984 h 2323145"/>
              <a:gd name="connsiteX156" fmla="*/ 4348284 w 11269336"/>
              <a:gd name="connsiteY156" fmla="*/ 2205270 h 2323145"/>
              <a:gd name="connsiteX157" fmla="*/ 4333906 w 11269336"/>
              <a:gd name="connsiteY157" fmla="*/ 2205251 h 2323145"/>
              <a:gd name="connsiteX158" fmla="*/ 4308819 w 11269336"/>
              <a:gd name="connsiteY158" fmla="*/ 2203822 h 2323145"/>
              <a:gd name="connsiteX159" fmla="*/ 4301210 w 11269336"/>
              <a:gd name="connsiteY159" fmla="*/ 2204456 h 2323145"/>
              <a:gd name="connsiteX160" fmla="*/ 4283095 w 11269336"/>
              <a:gd name="connsiteY160" fmla="*/ 2198177 h 2323145"/>
              <a:gd name="connsiteX161" fmla="*/ 4250119 w 11269336"/>
              <a:gd name="connsiteY161" fmla="*/ 2196342 h 2323145"/>
              <a:gd name="connsiteX162" fmla="*/ 4189203 w 11269336"/>
              <a:gd name="connsiteY162" fmla="*/ 2178994 h 2323145"/>
              <a:gd name="connsiteX163" fmla="*/ 4154035 w 11269336"/>
              <a:gd name="connsiteY163" fmla="*/ 2171950 h 2323145"/>
              <a:gd name="connsiteX164" fmla="*/ 4129569 w 11269336"/>
              <a:gd name="connsiteY164" fmla="*/ 2163850 h 2323145"/>
              <a:gd name="connsiteX165" fmla="*/ 4061250 w 11269336"/>
              <a:gd name="connsiteY165" fmla="*/ 2159236 h 2323145"/>
              <a:gd name="connsiteX166" fmla="*/ 3945480 w 11269336"/>
              <a:gd name="connsiteY166" fmla="*/ 2158279 h 2323145"/>
              <a:gd name="connsiteX167" fmla="*/ 3921468 w 11269336"/>
              <a:gd name="connsiteY167" fmla="*/ 2156588 h 2323145"/>
              <a:gd name="connsiteX168" fmla="*/ 3903348 w 11269336"/>
              <a:gd name="connsiteY168" fmla="*/ 2149220 h 2323145"/>
              <a:gd name="connsiteX169" fmla="*/ 3901342 w 11269336"/>
              <a:gd name="connsiteY169" fmla="*/ 2142355 h 2323145"/>
              <a:gd name="connsiteX170" fmla="*/ 3888539 w 11269336"/>
              <a:gd name="connsiteY170" fmla="*/ 2140476 h 2323145"/>
              <a:gd name="connsiteX171" fmla="*/ 3885662 w 11269336"/>
              <a:gd name="connsiteY171" fmla="*/ 2138740 h 2323145"/>
              <a:gd name="connsiteX172" fmla="*/ 3868627 w 11269336"/>
              <a:gd name="connsiteY172" fmla="*/ 2130023 h 2323145"/>
              <a:gd name="connsiteX173" fmla="*/ 3819177 w 11269336"/>
              <a:gd name="connsiteY173" fmla="*/ 2142111 h 2323145"/>
              <a:gd name="connsiteX174" fmla="*/ 3769100 w 11269336"/>
              <a:gd name="connsiteY174" fmla="*/ 2131731 h 2323145"/>
              <a:gd name="connsiteX175" fmla="*/ 3562752 w 11269336"/>
              <a:gd name="connsiteY175" fmla="*/ 2131785 h 2323145"/>
              <a:gd name="connsiteX176" fmla="*/ 3541402 w 11269336"/>
              <a:gd name="connsiteY176" fmla="*/ 2106821 h 2323145"/>
              <a:gd name="connsiteX177" fmla="*/ 3365341 w 11269336"/>
              <a:gd name="connsiteY177" fmla="*/ 2077638 h 2323145"/>
              <a:gd name="connsiteX178" fmla="*/ 3170922 w 11269336"/>
              <a:gd name="connsiteY178" fmla="*/ 2115957 h 2323145"/>
              <a:gd name="connsiteX179" fmla="*/ 3156256 w 11269336"/>
              <a:gd name="connsiteY179" fmla="*/ 2124773 h 2323145"/>
              <a:gd name="connsiteX180" fmla="*/ 3140298 w 11269336"/>
              <a:gd name="connsiteY180" fmla="*/ 2129182 h 2323145"/>
              <a:gd name="connsiteX181" fmla="*/ 3138514 w 11269336"/>
              <a:gd name="connsiteY181" fmla="*/ 2128069 h 2323145"/>
              <a:gd name="connsiteX182" fmla="*/ 3120467 w 11269336"/>
              <a:gd name="connsiteY182" fmla="*/ 2128281 h 2323145"/>
              <a:gd name="connsiteX183" fmla="*/ 3116175 w 11269336"/>
              <a:gd name="connsiteY183" fmla="*/ 2131633 h 2323145"/>
              <a:gd name="connsiteX184" fmla="*/ 3103685 w 11269336"/>
              <a:gd name="connsiteY184" fmla="*/ 2132814 h 2323145"/>
              <a:gd name="connsiteX185" fmla="*/ 3078794 w 11269336"/>
              <a:gd name="connsiteY185" fmla="*/ 2137935 h 2323145"/>
              <a:gd name="connsiteX186" fmla="*/ 3074407 w 11269336"/>
              <a:gd name="connsiteY186" fmla="*/ 2136274 h 2323145"/>
              <a:gd name="connsiteX187" fmla="*/ 3037285 w 11269336"/>
              <a:gd name="connsiteY187" fmla="*/ 2139919 h 2323145"/>
              <a:gd name="connsiteX188" fmla="*/ 3036901 w 11269336"/>
              <a:gd name="connsiteY188" fmla="*/ 2138726 h 2323145"/>
              <a:gd name="connsiteX189" fmla="*/ 3026996 w 11269336"/>
              <a:gd name="connsiteY189" fmla="*/ 2134322 h 2323145"/>
              <a:gd name="connsiteX190" fmla="*/ 3007772 w 11269336"/>
              <a:gd name="connsiteY190" fmla="*/ 2128742 h 2323145"/>
              <a:gd name="connsiteX191" fmla="*/ 2965030 w 11269336"/>
              <a:gd name="connsiteY191" fmla="*/ 2100494 h 2323145"/>
              <a:gd name="connsiteX192" fmla="*/ 2926342 w 11269336"/>
              <a:gd name="connsiteY192" fmla="*/ 2104155 h 2323145"/>
              <a:gd name="connsiteX193" fmla="*/ 2918608 w 11269336"/>
              <a:gd name="connsiteY193" fmla="*/ 2104215 h 2323145"/>
              <a:gd name="connsiteX194" fmla="*/ 2918475 w 11269336"/>
              <a:gd name="connsiteY194" fmla="*/ 2103937 h 2323145"/>
              <a:gd name="connsiteX195" fmla="*/ 2910360 w 11269336"/>
              <a:gd name="connsiteY195" fmla="*/ 2103444 h 2323145"/>
              <a:gd name="connsiteX196" fmla="*/ 2904507 w 11269336"/>
              <a:gd name="connsiteY196" fmla="*/ 2104326 h 2323145"/>
              <a:gd name="connsiteX197" fmla="*/ 2889503 w 11269336"/>
              <a:gd name="connsiteY197" fmla="*/ 2104443 h 2323145"/>
              <a:gd name="connsiteX198" fmla="*/ 2884480 w 11269336"/>
              <a:gd name="connsiteY198" fmla="*/ 2102626 h 2323145"/>
              <a:gd name="connsiteX199" fmla="*/ 2882689 w 11269336"/>
              <a:gd name="connsiteY199" fmla="*/ 2099228 h 2323145"/>
              <a:gd name="connsiteX200" fmla="*/ 2881291 w 11269336"/>
              <a:gd name="connsiteY200" fmla="*/ 2099618 h 2323145"/>
              <a:gd name="connsiteX201" fmla="*/ 2853979 w 11269336"/>
              <a:gd name="connsiteY201" fmla="*/ 2090388 h 2323145"/>
              <a:gd name="connsiteX202" fmla="*/ 2791790 w 11269336"/>
              <a:gd name="connsiteY202" fmla="*/ 2080332 h 2323145"/>
              <a:gd name="connsiteX203" fmla="*/ 2755844 w 11269336"/>
              <a:gd name="connsiteY203" fmla="*/ 2078874 h 2323145"/>
              <a:gd name="connsiteX204" fmla="*/ 2657742 w 11269336"/>
              <a:gd name="connsiteY204" fmla="*/ 2070179 h 2323145"/>
              <a:gd name="connsiteX205" fmla="*/ 2559549 w 11269336"/>
              <a:gd name="connsiteY205" fmla="*/ 2057873 h 2323145"/>
              <a:gd name="connsiteX206" fmla="*/ 2512054 w 11269336"/>
              <a:gd name="connsiteY206" fmla="*/ 2031671 h 2323145"/>
              <a:gd name="connsiteX207" fmla="*/ 2506437 w 11269336"/>
              <a:gd name="connsiteY207" fmla="*/ 2030918 h 2323145"/>
              <a:gd name="connsiteX208" fmla="*/ 2491752 w 11269336"/>
              <a:gd name="connsiteY208" fmla="*/ 2033906 h 2323145"/>
              <a:gd name="connsiteX209" fmla="*/ 2486338 w 11269336"/>
              <a:gd name="connsiteY209" fmla="*/ 2035862 h 2323145"/>
              <a:gd name="connsiteX210" fmla="*/ 2478186 w 11269336"/>
              <a:gd name="connsiteY210" fmla="*/ 2036953 h 2323145"/>
              <a:gd name="connsiteX211" fmla="*/ 2477950 w 11269336"/>
              <a:gd name="connsiteY211" fmla="*/ 2036715 h 2323145"/>
              <a:gd name="connsiteX212" fmla="*/ 2470381 w 11269336"/>
              <a:gd name="connsiteY212" fmla="*/ 2038256 h 2323145"/>
              <a:gd name="connsiteX213" fmla="*/ 2433781 w 11269336"/>
              <a:gd name="connsiteY213" fmla="*/ 2049140 h 2323145"/>
              <a:gd name="connsiteX214" fmla="*/ 2381172 w 11269336"/>
              <a:gd name="connsiteY214" fmla="*/ 2030645 h 2323145"/>
              <a:gd name="connsiteX215" fmla="*/ 2360198 w 11269336"/>
              <a:gd name="connsiteY215" fmla="*/ 2029059 h 2323145"/>
              <a:gd name="connsiteX216" fmla="*/ 2348815 w 11269336"/>
              <a:gd name="connsiteY216" fmla="*/ 2026798 h 2323145"/>
              <a:gd name="connsiteX217" fmla="*/ 2347988 w 11269336"/>
              <a:gd name="connsiteY217" fmla="*/ 2025745 h 2323145"/>
              <a:gd name="connsiteX218" fmla="*/ 2312920 w 11269336"/>
              <a:gd name="connsiteY218" fmla="*/ 2036311 h 2323145"/>
              <a:gd name="connsiteX219" fmla="*/ 2307986 w 11269336"/>
              <a:gd name="connsiteY219" fmla="*/ 2035583 h 2323145"/>
              <a:gd name="connsiteX220" fmla="*/ 2285481 w 11269336"/>
              <a:gd name="connsiteY220" fmla="*/ 2045197 h 2323145"/>
              <a:gd name="connsiteX221" fmla="*/ 2273666 w 11269336"/>
              <a:gd name="connsiteY221" fmla="*/ 2048710 h 2323145"/>
              <a:gd name="connsiteX222" fmla="*/ 2270719 w 11269336"/>
              <a:gd name="connsiteY222" fmla="*/ 2052702 h 2323145"/>
              <a:gd name="connsiteX223" fmla="*/ 2253080 w 11269336"/>
              <a:gd name="connsiteY223" fmla="*/ 2056363 h 2323145"/>
              <a:gd name="connsiteX224" fmla="*/ 2250906 w 11269336"/>
              <a:gd name="connsiteY224" fmla="*/ 2055654 h 2323145"/>
              <a:gd name="connsiteX225" fmla="*/ 2236905 w 11269336"/>
              <a:gd name="connsiteY225" fmla="*/ 2062882 h 2323145"/>
              <a:gd name="connsiteX226" fmla="*/ 2225830 w 11269336"/>
              <a:gd name="connsiteY226" fmla="*/ 2074027 h 2323145"/>
              <a:gd name="connsiteX227" fmla="*/ 2073776 w 11269336"/>
              <a:gd name="connsiteY227" fmla="*/ 2089244 h 2323145"/>
              <a:gd name="connsiteX228" fmla="*/ 1948256 w 11269336"/>
              <a:gd name="connsiteY228" fmla="*/ 2146616 h 2323145"/>
              <a:gd name="connsiteX229" fmla="*/ 1865582 w 11269336"/>
              <a:gd name="connsiteY229" fmla="*/ 2153738 h 2323145"/>
              <a:gd name="connsiteX230" fmla="*/ 1835210 w 11269336"/>
              <a:gd name="connsiteY230" fmla="*/ 2134244 h 2323145"/>
              <a:gd name="connsiteX231" fmla="*/ 1632661 w 11269336"/>
              <a:gd name="connsiteY231" fmla="*/ 2173882 h 2323145"/>
              <a:gd name="connsiteX232" fmla="*/ 1579590 w 11269336"/>
              <a:gd name="connsiteY232" fmla="*/ 2173680 h 2323145"/>
              <a:gd name="connsiteX233" fmla="*/ 1535601 w 11269336"/>
              <a:gd name="connsiteY233" fmla="*/ 2194590 h 2323145"/>
              <a:gd name="connsiteX234" fmla="*/ 1515594 w 11269336"/>
              <a:gd name="connsiteY234" fmla="*/ 2189622 h 2323145"/>
              <a:gd name="connsiteX235" fmla="*/ 1512113 w 11269336"/>
              <a:gd name="connsiteY235" fmla="*/ 2188534 h 2323145"/>
              <a:gd name="connsiteX236" fmla="*/ 1498838 w 11269336"/>
              <a:gd name="connsiteY236" fmla="*/ 2189213 h 2323145"/>
              <a:gd name="connsiteX237" fmla="*/ 1494279 w 11269336"/>
              <a:gd name="connsiteY237" fmla="*/ 2183112 h 2323145"/>
              <a:gd name="connsiteX238" fmla="*/ 1473714 w 11269336"/>
              <a:gd name="connsiteY238" fmla="*/ 2179625 h 2323145"/>
              <a:gd name="connsiteX239" fmla="*/ 1449503 w 11269336"/>
              <a:gd name="connsiteY239" fmla="*/ 2182633 h 2323145"/>
              <a:gd name="connsiteX240" fmla="*/ 1266687 w 11269336"/>
              <a:gd name="connsiteY240" fmla="*/ 2212688 h 2323145"/>
              <a:gd name="connsiteX241" fmla="*/ 1239614 w 11269336"/>
              <a:gd name="connsiteY241" fmla="*/ 2209727 h 2323145"/>
              <a:gd name="connsiteX242" fmla="*/ 1202436 w 11269336"/>
              <a:gd name="connsiteY242" fmla="*/ 2209817 h 2323145"/>
              <a:gd name="connsiteX243" fmla="*/ 1136097 w 11269336"/>
              <a:gd name="connsiteY243" fmla="*/ 2205112 h 2323145"/>
              <a:gd name="connsiteX244" fmla="*/ 988232 w 11269336"/>
              <a:gd name="connsiteY244" fmla="*/ 2235635 h 2323145"/>
              <a:gd name="connsiteX245" fmla="*/ 981959 w 11269336"/>
              <a:gd name="connsiteY245" fmla="*/ 2231607 h 2323145"/>
              <a:gd name="connsiteX246" fmla="*/ 938600 w 11269336"/>
              <a:gd name="connsiteY246" fmla="*/ 2238113 h 2323145"/>
              <a:gd name="connsiteX247" fmla="*/ 791788 w 11269336"/>
              <a:gd name="connsiteY247" fmla="*/ 2293224 h 2323145"/>
              <a:gd name="connsiteX248" fmla="*/ 706914 w 11269336"/>
              <a:gd name="connsiteY248" fmla="*/ 2305046 h 2323145"/>
              <a:gd name="connsiteX249" fmla="*/ 675971 w 11269336"/>
              <a:gd name="connsiteY249" fmla="*/ 2304030 h 2323145"/>
              <a:gd name="connsiteX250" fmla="*/ 624180 w 11269336"/>
              <a:gd name="connsiteY250" fmla="*/ 2302650 h 2323145"/>
              <a:gd name="connsiteX251" fmla="*/ 583453 w 11269336"/>
              <a:gd name="connsiteY251" fmla="*/ 2288788 h 2323145"/>
              <a:gd name="connsiteX252" fmla="*/ 540946 w 11269336"/>
              <a:gd name="connsiteY252" fmla="*/ 2292721 h 2323145"/>
              <a:gd name="connsiteX253" fmla="*/ 533680 w 11269336"/>
              <a:gd name="connsiteY253" fmla="*/ 2310233 h 2323145"/>
              <a:gd name="connsiteX254" fmla="*/ 487366 w 11269336"/>
              <a:gd name="connsiteY254" fmla="*/ 2309053 h 2323145"/>
              <a:gd name="connsiteX255" fmla="*/ 416820 w 11269336"/>
              <a:gd name="connsiteY255" fmla="*/ 2305443 h 2323145"/>
              <a:gd name="connsiteX256" fmla="*/ 376805 w 11269336"/>
              <a:gd name="connsiteY256" fmla="*/ 2307647 h 2323145"/>
              <a:gd name="connsiteX257" fmla="*/ 266777 w 11269336"/>
              <a:gd name="connsiteY257" fmla="*/ 2309012 h 2323145"/>
              <a:gd name="connsiteX258" fmla="*/ 156013 w 11269336"/>
              <a:gd name="connsiteY258" fmla="*/ 2306832 h 2323145"/>
              <a:gd name="connsiteX259" fmla="*/ 87258 w 11269336"/>
              <a:gd name="connsiteY259" fmla="*/ 2285511 h 2323145"/>
              <a:gd name="connsiteX260" fmla="*/ 23798 w 11269336"/>
              <a:gd name="connsiteY260" fmla="*/ 2281822 h 2323145"/>
              <a:gd name="connsiteX261" fmla="*/ 0 w 11269336"/>
              <a:gd name="connsiteY261" fmla="*/ 2285369 h 2323145"/>
              <a:gd name="connsiteX262" fmla="*/ 0 w 11269336"/>
              <a:gd name="connsiteY262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807902 w 11269336"/>
              <a:gd name="connsiteY135" fmla="*/ 2138894 h 2323145"/>
              <a:gd name="connsiteX136" fmla="*/ 4765388 w 11269336"/>
              <a:gd name="connsiteY136" fmla="*/ 2162525 h 2323145"/>
              <a:gd name="connsiteX137" fmla="*/ 4745033 w 11269336"/>
              <a:gd name="connsiteY137" fmla="*/ 2158859 h 2323145"/>
              <a:gd name="connsiteX138" fmla="*/ 4741475 w 11269336"/>
              <a:gd name="connsiteY138" fmla="*/ 2157998 h 2323145"/>
              <a:gd name="connsiteX139" fmla="*/ 4728247 w 11269336"/>
              <a:gd name="connsiteY139" fmla="*/ 2159526 h 2323145"/>
              <a:gd name="connsiteX140" fmla="*/ 4723263 w 11269336"/>
              <a:gd name="connsiteY140" fmla="*/ 2153742 h 2323145"/>
              <a:gd name="connsiteX141" fmla="*/ 4702453 w 11269336"/>
              <a:gd name="connsiteY141" fmla="*/ 2151586 h 2323145"/>
              <a:gd name="connsiteX142" fmla="*/ 4678455 w 11269336"/>
              <a:gd name="connsiteY142" fmla="*/ 2156131 h 2323145"/>
              <a:gd name="connsiteX143" fmla="*/ 4593061 w 11269336"/>
              <a:gd name="connsiteY143" fmla="*/ 2171597 h 2323145"/>
              <a:gd name="connsiteX144" fmla="*/ 4579902 w 11269336"/>
              <a:gd name="connsiteY144" fmla="*/ 2177927 h 2323145"/>
              <a:gd name="connsiteX145" fmla="*/ 4533444 w 11269336"/>
              <a:gd name="connsiteY145" fmla="*/ 2181200 h 2323145"/>
              <a:gd name="connsiteX146" fmla="*/ 4492832 w 11269336"/>
              <a:gd name="connsiteY146" fmla="*/ 2188033 h 2323145"/>
              <a:gd name="connsiteX147" fmla="*/ 4467257 w 11269336"/>
              <a:gd name="connsiteY147" fmla="*/ 2196121 h 2323145"/>
              <a:gd name="connsiteX148" fmla="*/ 4459937 w 11269336"/>
              <a:gd name="connsiteY148" fmla="*/ 2195182 h 2323145"/>
              <a:gd name="connsiteX149" fmla="*/ 4433312 w 11269336"/>
              <a:gd name="connsiteY149" fmla="*/ 2199004 h 2323145"/>
              <a:gd name="connsiteX150" fmla="*/ 4420601 w 11269336"/>
              <a:gd name="connsiteY150" fmla="*/ 2205158 h 2323145"/>
              <a:gd name="connsiteX151" fmla="*/ 4405765 w 11269336"/>
              <a:gd name="connsiteY151" fmla="*/ 2199902 h 2323145"/>
              <a:gd name="connsiteX152" fmla="*/ 4401354 w 11269336"/>
              <a:gd name="connsiteY152" fmla="*/ 2194745 h 2323145"/>
              <a:gd name="connsiteX153" fmla="*/ 4383151 w 11269336"/>
              <a:gd name="connsiteY153" fmla="*/ 2201140 h 2323145"/>
              <a:gd name="connsiteX154" fmla="*/ 4366646 w 11269336"/>
              <a:gd name="connsiteY154" fmla="*/ 2198564 h 2323145"/>
              <a:gd name="connsiteX155" fmla="*/ 4354009 w 11269336"/>
              <a:gd name="connsiteY155" fmla="*/ 2204984 h 2323145"/>
              <a:gd name="connsiteX156" fmla="*/ 4348284 w 11269336"/>
              <a:gd name="connsiteY156" fmla="*/ 2205270 h 2323145"/>
              <a:gd name="connsiteX157" fmla="*/ 4333906 w 11269336"/>
              <a:gd name="connsiteY157" fmla="*/ 2205251 h 2323145"/>
              <a:gd name="connsiteX158" fmla="*/ 4308819 w 11269336"/>
              <a:gd name="connsiteY158" fmla="*/ 2203822 h 2323145"/>
              <a:gd name="connsiteX159" fmla="*/ 4301210 w 11269336"/>
              <a:gd name="connsiteY159" fmla="*/ 2204456 h 2323145"/>
              <a:gd name="connsiteX160" fmla="*/ 4283095 w 11269336"/>
              <a:gd name="connsiteY160" fmla="*/ 2198177 h 2323145"/>
              <a:gd name="connsiteX161" fmla="*/ 4250119 w 11269336"/>
              <a:gd name="connsiteY161" fmla="*/ 2196342 h 2323145"/>
              <a:gd name="connsiteX162" fmla="*/ 4189203 w 11269336"/>
              <a:gd name="connsiteY162" fmla="*/ 2178994 h 2323145"/>
              <a:gd name="connsiteX163" fmla="*/ 4154035 w 11269336"/>
              <a:gd name="connsiteY163" fmla="*/ 2171950 h 2323145"/>
              <a:gd name="connsiteX164" fmla="*/ 4129569 w 11269336"/>
              <a:gd name="connsiteY164" fmla="*/ 2163850 h 2323145"/>
              <a:gd name="connsiteX165" fmla="*/ 4061250 w 11269336"/>
              <a:gd name="connsiteY165" fmla="*/ 2159236 h 2323145"/>
              <a:gd name="connsiteX166" fmla="*/ 3945480 w 11269336"/>
              <a:gd name="connsiteY166" fmla="*/ 2158279 h 2323145"/>
              <a:gd name="connsiteX167" fmla="*/ 3921468 w 11269336"/>
              <a:gd name="connsiteY167" fmla="*/ 2156588 h 2323145"/>
              <a:gd name="connsiteX168" fmla="*/ 3903348 w 11269336"/>
              <a:gd name="connsiteY168" fmla="*/ 2149220 h 2323145"/>
              <a:gd name="connsiteX169" fmla="*/ 3901342 w 11269336"/>
              <a:gd name="connsiteY169" fmla="*/ 2142355 h 2323145"/>
              <a:gd name="connsiteX170" fmla="*/ 3888539 w 11269336"/>
              <a:gd name="connsiteY170" fmla="*/ 2140476 h 2323145"/>
              <a:gd name="connsiteX171" fmla="*/ 3885662 w 11269336"/>
              <a:gd name="connsiteY171" fmla="*/ 2138740 h 2323145"/>
              <a:gd name="connsiteX172" fmla="*/ 3868627 w 11269336"/>
              <a:gd name="connsiteY172" fmla="*/ 2130023 h 2323145"/>
              <a:gd name="connsiteX173" fmla="*/ 3819177 w 11269336"/>
              <a:gd name="connsiteY173" fmla="*/ 2142111 h 2323145"/>
              <a:gd name="connsiteX174" fmla="*/ 3769100 w 11269336"/>
              <a:gd name="connsiteY174" fmla="*/ 2131731 h 2323145"/>
              <a:gd name="connsiteX175" fmla="*/ 3562752 w 11269336"/>
              <a:gd name="connsiteY175" fmla="*/ 2131785 h 2323145"/>
              <a:gd name="connsiteX176" fmla="*/ 3541402 w 11269336"/>
              <a:gd name="connsiteY176" fmla="*/ 2106821 h 2323145"/>
              <a:gd name="connsiteX177" fmla="*/ 3365341 w 11269336"/>
              <a:gd name="connsiteY177" fmla="*/ 2077638 h 2323145"/>
              <a:gd name="connsiteX178" fmla="*/ 3170922 w 11269336"/>
              <a:gd name="connsiteY178" fmla="*/ 2115957 h 2323145"/>
              <a:gd name="connsiteX179" fmla="*/ 3156256 w 11269336"/>
              <a:gd name="connsiteY179" fmla="*/ 2124773 h 2323145"/>
              <a:gd name="connsiteX180" fmla="*/ 3140298 w 11269336"/>
              <a:gd name="connsiteY180" fmla="*/ 2129182 h 2323145"/>
              <a:gd name="connsiteX181" fmla="*/ 3138514 w 11269336"/>
              <a:gd name="connsiteY181" fmla="*/ 2128069 h 2323145"/>
              <a:gd name="connsiteX182" fmla="*/ 3120467 w 11269336"/>
              <a:gd name="connsiteY182" fmla="*/ 2128281 h 2323145"/>
              <a:gd name="connsiteX183" fmla="*/ 3116175 w 11269336"/>
              <a:gd name="connsiteY183" fmla="*/ 2131633 h 2323145"/>
              <a:gd name="connsiteX184" fmla="*/ 3103685 w 11269336"/>
              <a:gd name="connsiteY184" fmla="*/ 2132814 h 2323145"/>
              <a:gd name="connsiteX185" fmla="*/ 3078794 w 11269336"/>
              <a:gd name="connsiteY185" fmla="*/ 2137935 h 2323145"/>
              <a:gd name="connsiteX186" fmla="*/ 3074407 w 11269336"/>
              <a:gd name="connsiteY186" fmla="*/ 2136274 h 2323145"/>
              <a:gd name="connsiteX187" fmla="*/ 3037285 w 11269336"/>
              <a:gd name="connsiteY187" fmla="*/ 2139919 h 2323145"/>
              <a:gd name="connsiteX188" fmla="*/ 3036901 w 11269336"/>
              <a:gd name="connsiteY188" fmla="*/ 2138726 h 2323145"/>
              <a:gd name="connsiteX189" fmla="*/ 3026996 w 11269336"/>
              <a:gd name="connsiteY189" fmla="*/ 2134322 h 2323145"/>
              <a:gd name="connsiteX190" fmla="*/ 3007772 w 11269336"/>
              <a:gd name="connsiteY190" fmla="*/ 2128742 h 2323145"/>
              <a:gd name="connsiteX191" fmla="*/ 2965030 w 11269336"/>
              <a:gd name="connsiteY191" fmla="*/ 2100494 h 2323145"/>
              <a:gd name="connsiteX192" fmla="*/ 2926342 w 11269336"/>
              <a:gd name="connsiteY192" fmla="*/ 2104155 h 2323145"/>
              <a:gd name="connsiteX193" fmla="*/ 2918608 w 11269336"/>
              <a:gd name="connsiteY193" fmla="*/ 2104215 h 2323145"/>
              <a:gd name="connsiteX194" fmla="*/ 2918475 w 11269336"/>
              <a:gd name="connsiteY194" fmla="*/ 2103937 h 2323145"/>
              <a:gd name="connsiteX195" fmla="*/ 2910360 w 11269336"/>
              <a:gd name="connsiteY195" fmla="*/ 2103444 h 2323145"/>
              <a:gd name="connsiteX196" fmla="*/ 2904507 w 11269336"/>
              <a:gd name="connsiteY196" fmla="*/ 2104326 h 2323145"/>
              <a:gd name="connsiteX197" fmla="*/ 2889503 w 11269336"/>
              <a:gd name="connsiteY197" fmla="*/ 2104443 h 2323145"/>
              <a:gd name="connsiteX198" fmla="*/ 2884480 w 11269336"/>
              <a:gd name="connsiteY198" fmla="*/ 2102626 h 2323145"/>
              <a:gd name="connsiteX199" fmla="*/ 2882689 w 11269336"/>
              <a:gd name="connsiteY199" fmla="*/ 2099228 h 2323145"/>
              <a:gd name="connsiteX200" fmla="*/ 2881291 w 11269336"/>
              <a:gd name="connsiteY200" fmla="*/ 2099618 h 2323145"/>
              <a:gd name="connsiteX201" fmla="*/ 2853979 w 11269336"/>
              <a:gd name="connsiteY201" fmla="*/ 2090388 h 2323145"/>
              <a:gd name="connsiteX202" fmla="*/ 2791790 w 11269336"/>
              <a:gd name="connsiteY202" fmla="*/ 2080332 h 2323145"/>
              <a:gd name="connsiteX203" fmla="*/ 2755844 w 11269336"/>
              <a:gd name="connsiteY203" fmla="*/ 2078874 h 2323145"/>
              <a:gd name="connsiteX204" fmla="*/ 2657742 w 11269336"/>
              <a:gd name="connsiteY204" fmla="*/ 2070179 h 2323145"/>
              <a:gd name="connsiteX205" fmla="*/ 2559549 w 11269336"/>
              <a:gd name="connsiteY205" fmla="*/ 2057873 h 2323145"/>
              <a:gd name="connsiteX206" fmla="*/ 2512054 w 11269336"/>
              <a:gd name="connsiteY206" fmla="*/ 2031671 h 2323145"/>
              <a:gd name="connsiteX207" fmla="*/ 2506437 w 11269336"/>
              <a:gd name="connsiteY207" fmla="*/ 2030918 h 2323145"/>
              <a:gd name="connsiteX208" fmla="*/ 2491752 w 11269336"/>
              <a:gd name="connsiteY208" fmla="*/ 2033906 h 2323145"/>
              <a:gd name="connsiteX209" fmla="*/ 2486338 w 11269336"/>
              <a:gd name="connsiteY209" fmla="*/ 2035862 h 2323145"/>
              <a:gd name="connsiteX210" fmla="*/ 2478186 w 11269336"/>
              <a:gd name="connsiteY210" fmla="*/ 2036953 h 2323145"/>
              <a:gd name="connsiteX211" fmla="*/ 2477950 w 11269336"/>
              <a:gd name="connsiteY211" fmla="*/ 2036715 h 2323145"/>
              <a:gd name="connsiteX212" fmla="*/ 2470381 w 11269336"/>
              <a:gd name="connsiteY212" fmla="*/ 2038256 h 2323145"/>
              <a:gd name="connsiteX213" fmla="*/ 2433781 w 11269336"/>
              <a:gd name="connsiteY213" fmla="*/ 2049140 h 2323145"/>
              <a:gd name="connsiteX214" fmla="*/ 2381172 w 11269336"/>
              <a:gd name="connsiteY214" fmla="*/ 2030645 h 2323145"/>
              <a:gd name="connsiteX215" fmla="*/ 2360198 w 11269336"/>
              <a:gd name="connsiteY215" fmla="*/ 2029059 h 2323145"/>
              <a:gd name="connsiteX216" fmla="*/ 2348815 w 11269336"/>
              <a:gd name="connsiteY216" fmla="*/ 2026798 h 2323145"/>
              <a:gd name="connsiteX217" fmla="*/ 2347988 w 11269336"/>
              <a:gd name="connsiteY217" fmla="*/ 2025745 h 2323145"/>
              <a:gd name="connsiteX218" fmla="*/ 2312920 w 11269336"/>
              <a:gd name="connsiteY218" fmla="*/ 2036311 h 2323145"/>
              <a:gd name="connsiteX219" fmla="*/ 2307986 w 11269336"/>
              <a:gd name="connsiteY219" fmla="*/ 2035583 h 2323145"/>
              <a:gd name="connsiteX220" fmla="*/ 2285481 w 11269336"/>
              <a:gd name="connsiteY220" fmla="*/ 2045197 h 2323145"/>
              <a:gd name="connsiteX221" fmla="*/ 2273666 w 11269336"/>
              <a:gd name="connsiteY221" fmla="*/ 2048710 h 2323145"/>
              <a:gd name="connsiteX222" fmla="*/ 2270719 w 11269336"/>
              <a:gd name="connsiteY222" fmla="*/ 2052702 h 2323145"/>
              <a:gd name="connsiteX223" fmla="*/ 2253080 w 11269336"/>
              <a:gd name="connsiteY223" fmla="*/ 2056363 h 2323145"/>
              <a:gd name="connsiteX224" fmla="*/ 2250906 w 11269336"/>
              <a:gd name="connsiteY224" fmla="*/ 2055654 h 2323145"/>
              <a:gd name="connsiteX225" fmla="*/ 2236905 w 11269336"/>
              <a:gd name="connsiteY225" fmla="*/ 2062882 h 2323145"/>
              <a:gd name="connsiteX226" fmla="*/ 2225830 w 11269336"/>
              <a:gd name="connsiteY226" fmla="*/ 2074027 h 2323145"/>
              <a:gd name="connsiteX227" fmla="*/ 2073776 w 11269336"/>
              <a:gd name="connsiteY227" fmla="*/ 2089244 h 2323145"/>
              <a:gd name="connsiteX228" fmla="*/ 1948256 w 11269336"/>
              <a:gd name="connsiteY228" fmla="*/ 2146616 h 2323145"/>
              <a:gd name="connsiteX229" fmla="*/ 1865582 w 11269336"/>
              <a:gd name="connsiteY229" fmla="*/ 2153738 h 2323145"/>
              <a:gd name="connsiteX230" fmla="*/ 1835210 w 11269336"/>
              <a:gd name="connsiteY230" fmla="*/ 2134244 h 2323145"/>
              <a:gd name="connsiteX231" fmla="*/ 1632661 w 11269336"/>
              <a:gd name="connsiteY231" fmla="*/ 2173882 h 2323145"/>
              <a:gd name="connsiteX232" fmla="*/ 1579590 w 11269336"/>
              <a:gd name="connsiteY232" fmla="*/ 2173680 h 2323145"/>
              <a:gd name="connsiteX233" fmla="*/ 1535601 w 11269336"/>
              <a:gd name="connsiteY233" fmla="*/ 2194590 h 2323145"/>
              <a:gd name="connsiteX234" fmla="*/ 1515594 w 11269336"/>
              <a:gd name="connsiteY234" fmla="*/ 2189622 h 2323145"/>
              <a:gd name="connsiteX235" fmla="*/ 1512113 w 11269336"/>
              <a:gd name="connsiteY235" fmla="*/ 2188534 h 2323145"/>
              <a:gd name="connsiteX236" fmla="*/ 1498838 w 11269336"/>
              <a:gd name="connsiteY236" fmla="*/ 2189213 h 2323145"/>
              <a:gd name="connsiteX237" fmla="*/ 1494279 w 11269336"/>
              <a:gd name="connsiteY237" fmla="*/ 2183112 h 2323145"/>
              <a:gd name="connsiteX238" fmla="*/ 1473714 w 11269336"/>
              <a:gd name="connsiteY238" fmla="*/ 2179625 h 2323145"/>
              <a:gd name="connsiteX239" fmla="*/ 1449503 w 11269336"/>
              <a:gd name="connsiteY239" fmla="*/ 2182633 h 2323145"/>
              <a:gd name="connsiteX240" fmla="*/ 1266687 w 11269336"/>
              <a:gd name="connsiteY240" fmla="*/ 2212688 h 2323145"/>
              <a:gd name="connsiteX241" fmla="*/ 1239614 w 11269336"/>
              <a:gd name="connsiteY241" fmla="*/ 2209727 h 2323145"/>
              <a:gd name="connsiteX242" fmla="*/ 1202436 w 11269336"/>
              <a:gd name="connsiteY242" fmla="*/ 2209817 h 2323145"/>
              <a:gd name="connsiteX243" fmla="*/ 1136097 w 11269336"/>
              <a:gd name="connsiteY243" fmla="*/ 2205112 h 2323145"/>
              <a:gd name="connsiteX244" fmla="*/ 988232 w 11269336"/>
              <a:gd name="connsiteY244" fmla="*/ 2235635 h 2323145"/>
              <a:gd name="connsiteX245" fmla="*/ 981959 w 11269336"/>
              <a:gd name="connsiteY245" fmla="*/ 2231607 h 2323145"/>
              <a:gd name="connsiteX246" fmla="*/ 938600 w 11269336"/>
              <a:gd name="connsiteY246" fmla="*/ 2238113 h 2323145"/>
              <a:gd name="connsiteX247" fmla="*/ 791788 w 11269336"/>
              <a:gd name="connsiteY247" fmla="*/ 2293224 h 2323145"/>
              <a:gd name="connsiteX248" fmla="*/ 706914 w 11269336"/>
              <a:gd name="connsiteY248" fmla="*/ 2305046 h 2323145"/>
              <a:gd name="connsiteX249" fmla="*/ 675971 w 11269336"/>
              <a:gd name="connsiteY249" fmla="*/ 2304030 h 2323145"/>
              <a:gd name="connsiteX250" fmla="*/ 624180 w 11269336"/>
              <a:gd name="connsiteY250" fmla="*/ 2302650 h 2323145"/>
              <a:gd name="connsiteX251" fmla="*/ 583453 w 11269336"/>
              <a:gd name="connsiteY251" fmla="*/ 2288788 h 2323145"/>
              <a:gd name="connsiteX252" fmla="*/ 540946 w 11269336"/>
              <a:gd name="connsiteY252" fmla="*/ 2292721 h 2323145"/>
              <a:gd name="connsiteX253" fmla="*/ 533680 w 11269336"/>
              <a:gd name="connsiteY253" fmla="*/ 2310233 h 2323145"/>
              <a:gd name="connsiteX254" fmla="*/ 487366 w 11269336"/>
              <a:gd name="connsiteY254" fmla="*/ 2309053 h 2323145"/>
              <a:gd name="connsiteX255" fmla="*/ 416820 w 11269336"/>
              <a:gd name="connsiteY255" fmla="*/ 2305443 h 2323145"/>
              <a:gd name="connsiteX256" fmla="*/ 376805 w 11269336"/>
              <a:gd name="connsiteY256" fmla="*/ 2307647 h 2323145"/>
              <a:gd name="connsiteX257" fmla="*/ 266777 w 11269336"/>
              <a:gd name="connsiteY257" fmla="*/ 2309012 h 2323145"/>
              <a:gd name="connsiteX258" fmla="*/ 156013 w 11269336"/>
              <a:gd name="connsiteY258" fmla="*/ 2306832 h 2323145"/>
              <a:gd name="connsiteX259" fmla="*/ 87258 w 11269336"/>
              <a:gd name="connsiteY259" fmla="*/ 2285511 h 2323145"/>
              <a:gd name="connsiteX260" fmla="*/ 23798 w 11269336"/>
              <a:gd name="connsiteY260" fmla="*/ 2281822 h 2323145"/>
              <a:gd name="connsiteX261" fmla="*/ 0 w 11269336"/>
              <a:gd name="connsiteY261" fmla="*/ 2285369 h 2323145"/>
              <a:gd name="connsiteX262" fmla="*/ 0 w 11269336"/>
              <a:gd name="connsiteY262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807902 w 11269336"/>
              <a:gd name="connsiteY135" fmla="*/ 2138894 h 2323145"/>
              <a:gd name="connsiteX136" fmla="*/ 4765388 w 11269336"/>
              <a:gd name="connsiteY136" fmla="*/ 2162525 h 2323145"/>
              <a:gd name="connsiteX137" fmla="*/ 4745033 w 11269336"/>
              <a:gd name="connsiteY137" fmla="*/ 2158859 h 2323145"/>
              <a:gd name="connsiteX138" fmla="*/ 4741475 w 11269336"/>
              <a:gd name="connsiteY138" fmla="*/ 2157998 h 2323145"/>
              <a:gd name="connsiteX139" fmla="*/ 4728247 w 11269336"/>
              <a:gd name="connsiteY139" fmla="*/ 2159526 h 2323145"/>
              <a:gd name="connsiteX140" fmla="*/ 4723263 w 11269336"/>
              <a:gd name="connsiteY140" fmla="*/ 2153742 h 2323145"/>
              <a:gd name="connsiteX141" fmla="*/ 4702453 w 11269336"/>
              <a:gd name="connsiteY141" fmla="*/ 2151586 h 2323145"/>
              <a:gd name="connsiteX142" fmla="*/ 4678455 w 11269336"/>
              <a:gd name="connsiteY142" fmla="*/ 2156131 h 2323145"/>
              <a:gd name="connsiteX143" fmla="*/ 4593061 w 11269336"/>
              <a:gd name="connsiteY143" fmla="*/ 2171597 h 2323145"/>
              <a:gd name="connsiteX144" fmla="*/ 4533444 w 11269336"/>
              <a:gd name="connsiteY144" fmla="*/ 2181200 h 2323145"/>
              <a:gd name="connsiteX145" fmla="*/ 4492832 w 11269336"/>
              <a:gd name="connsiteY145" fmla="*/ 2188033 h 2323145"/>
              <a:gd name="connsiteX146" fmla="*/ 4467257 w 11269336"/>
              <a:gd name="connsiteY146" fmla="*/ 2196121 h 2323145"/>
              <a:gd name="connsiteX147" fmla="*/ 4459937 w 11269336"/>
              <a:gd name="connsiteY147" fmla="*/ 2195182 h 2323145"/>
              <a:gd name="connsiteX148" fmla="*/ 4433312 w 11269336"/>
              <a:gd name="connsiteY148" fmla="*/ 2199004 h 2323145"/>
              <a:gd name="connsiteX149" fmla="*/ 4420601 w 11269336"/>
              <a:gd name="connsiteY149" fmla="*/ 2205158 h 2323145"/>
              <a:gd name="connsiteX150" fmla="*/ 4405765 w 11269336"/>
              <a:gd name="connsiteY150" fmla="*/ 2199902 h 2323145"/>
              <a:gd name="connsiteX151" fmla="*/ 4401354 w 11269336"/>
              <a:gd name="connsiteY151" fmla="*/ 2194745 h 2323145"/>
              <a:gd name="connsiteX152" fmla="*/ 4383151 w 11269336"/>
              <a:gd name="connsiteY152" fmla="*/ 2201140 h 2323145"/>
              <a:gd name="connsiteX153" fmla="*/ 4366646 w 11269336"/>
              <a:gd name="connsiteY153" fmla="*/ 2198564 h 2323145"/>
              <a:gd name="connsiteX154" fmla="*/ 4354009 w 11269336"/>
              <a:gd name="connsiteY154" fmla="*/ 2204984 h 2323145"/>
              <a:gd name="connsiteX155" fmla="*/ 4348284 w 11269336"/>
              <a:gd name="connsiteY155" fmla="*/ 2205270 h 2323145"/>
              <a:gd name="connsiteX156" fmla="*/ 4333906 w 11269336"/>
              <a:gd name="connsiteY156" fmla="*/ 2205251 h 2323145"/>
              <a:gd name="connsiteX157" fmla="*/ 4308819 w 11269336"/>
              <a:gd name="connsiteY157" fmla="*/ 2203822 h 2323145"/>
              <a:gd name="connsiteX158" fmla="*/ 4301210 w 11269336"/>
              <a:gd name="connsiteY158" fmla="*/ 2204456 h 2323145"/>
              <a:gd name="connsiteX159" fmla="*/ 4283095 w 11269336"/>
              <a:gd name="connsiteY159" fmla="*/ 2198177 h 2323145"/>
              <a:gd name="connsiteX160" fmla="*/ 4250119 w 11269336"/>
              <a:gd name="connsiteY160" fmla="*/ 2196342 h 2323145"/>
              <a:gd name="connsiteX161" fmla="*/ 4189203 w 11269336"/>
              <a:gd name="connsiteY161" fmla="*/ 2178994 h 2323145"/>
              <a:gd name="connsiteX162" fmla="*/ 4154035 w 11269336"/>
              <a:gd name="connsiteY162" fmla="*/ 2171950 h 2323145"/>
              <a:gd name="connsiteX163" fmla="*/ 4129569 w 11269336"/>
              <a:gd name="connsiteY163" fmla="*/ 2163850 h 2323145"/>
              <a:gd name="connsiteX164" fmla="*/ 4061250 w 11269336"/>
              <a:gd name="connsiteY164" fmla="*/ 2159236 h 2323145"/>
              <a:gd name="connsiteX165" fmla="*/ 3945480 w 11269336"/>
              <a:gd name="connsiteY165" fmla="*/ 2158279 h 2323145"/>
              <a:gd name="connsiteX166" fmla="*/ 3921468 w 11269336"/>
              <a:gd name="connsiteY166" fmla="*/ 2156588 h 2323145"/>
              <a:gd name="connsiteX167" fmla="*/ 3903348 w 11269336"/>
              <a:gd name="connsiteY167" fmla="*/ 2149220 h 2323145"/>
              <a:gd name="connsiteX168" fmla="*/ 3901342 w 11269336"/>
              <a:gd name="connsiteY168" fmla="*/ 2142355 h 2323145"/>
              <a:gd name="connsiteX169" fmla="*/ 3888539 w 11269336"/>
              <a:gd name="connsiteY169" fmla="*/ 2140476 h 2323145"/>
              <a:gd name="connsiteX170" fmla="*/ 3885662 w 11269336"/>
              <a:gd name="connsiteY170" fmla="*/ 2138740 h 2323145"/>
              <a:gd name="connsiteX171" fmla="*/ 3868627 w 11269336"/>
              <a:gd name="connsiteY171" fmla="*/ 2130023 h 2323145"/>
              <a:gd name="connsiteX172" fmla="*/ 3819177 w 11269336"/>
              <a:gd name="connsiteY172" fmla="*/ 2142111 h 2323145"/>
              <a:gd name="connsiteX173" fmla="*/ 3769100 w 11269336"/>
              <a:gd name="connsiteY173" fmla="*/ 2131731 h 2323145"/>
              <a:gd name="connsiteX174" fmla="*/ 3562752 w 11269336"/>
              <a:gd name="connsiteY174" fmla="*/ 2131785 h 2323145"/>
              <a:gd name="connsiteX175" fmla="*/ 3541402 w 11269336"/>
              <a:gd name="connsiteY175" fmla="*/ 2106821 h 2323145"/>
              <a:gd name="connsiteX176" fmla="*/ 3365341 w 11269336"/>
              <a:gd name="connsiteY176" fmla="*/ 2077638 h 2323145"/>
              <a:gd name="connsiteX177" fmla="*/ 3170922 w 11269336"/>
              <a:gd name="connsiteY177" fmla="*/ 2115957 h 2323145"/>
              <a:gd name="connsiteX178" fmla="*/ 3156256 w 11269336"/>
              <a:gd name="connsiteY178" fmla="*/ 2124773 h 2323145"/>
              <a:gd name="connsiteX179" fmla="*/ 3140298 w 11269336"/>
              <a:gd name="connsiteY179" fmla="*/ 2129182 h 2323145"/>
              <a:gd name="connsiteX180" fmla="*/ 3138514 w 11269336"/>
              <a:gd name="connsiteY180" fmla="*/ 2128069 h 2323145"/>
              <a:gd name="connsiteX181" fmla="*/ 3120467 w 11269336"/>
              <a:gd name="connsiteY181" fmla="*/ 2128281 h 2323145"/>
              <a:gd name="connsiteX182" fmla="*/ 3116175 w 11269336"/>
              <a:gd name="connsiteY182" fmla="*/ 2131633 h 2323145"/>
              <a:gd name="connsiteX183" fmla="*/ 3103685 w 11269336"/>
              <a:gd name="connsiteY183" fmla="*/ 2132814 h 2323145"/>
              <a:gd name="connsiteX184" fmla="*/ 3078794 w 11269336"/>
              <a:gd name="connsiteY184" fmla="*/ 2137935 h 2323145"/>
              <a:gd name="connsiteX185" fmla="*/ 3074407 w 11269336"/>
              <a:gd name="connsiteY185" fmla="*/ 2136274 h 2323145"/>
              <a:gd name="connsiteX186" fmla="*/ 3037285 w 11269336"/>
              <a:gd name="connsiteY186" fmla="*/ 2139919 h 2323145"/>
              <a:gd name="connsiteX187" fmla="*/ 3036901 w 11269336"/>
              <a:gd name="connsiteY187" fmla="*/ 2138726 h 2323145"/>
              <a:gd name="connsiteX188" fmla="*/ 3026996 w 11269336"/>
              <a:gd name="connsiteY188" fmla="*/ 2134322 h 2323145"/>
              <a:gd name="connsiteX189" fmla="*/ 3007772 w 11269336"/>
              <a:gd name="connsiteY189" fmla="*/ 2128742 h 2323145"/>
              <a:gd name="connsiteX190" fmla="*/ 2965030 w 11269336"/>
              <a:gd name="connsiteY190" fmla="*/ 2100494 h 2323145"/>
              <a:gd name="connsiteX191" fmla="*/ 2926342 w 11269336"/>
              <a:gd name="connsiteY191" fmla="*/ 2104155 h 2323145"/>
              <a:gd name="connsiteX192" fmla="*/ 2918608 w 11269336"/>
              <a:gd name="connsiteY192" fmla="*/ 2104215 h 2323145"/>
              <a:gd name="connsiteX193" fmla="*/ 2918475 w 11269336"/>
              <a:gd name="connsiteY193" fmla="*/ 2103937 h 2323145"/>
              <a:gd name="connsiteX194" fmla="*/ 2910360 w 11269336"/>
              <a:gd name="connsiteY194" fmla="*/ 2103444 h 2323145"/>
              <a:gd name="connsiteX195" fmla="*/ 2904507 w 11269336"/>
              <a:gd name="connsiteY195" fmla="*/ 2104326 h 2323145"/>
              <a:gd name="connsiteX196" fmla="*/ 2889503 w 11269336"/>
              <a:gd name="connsiteY196" fmla="*/ 2104443 h 2323145"/>
              <a:gd name="connsiteX197" fmla="*/ 2884480 w 11269336"/>
              <a:gd name="connsiteY197" fmla="*/ 2102626 h 2323145"/>
              <a:gd name="connsiteX198" fmla="*/ 2882689 w 11269336"/>
              <a:gd name="connsiteY198" fmla="*/ 2099228 h 2323145"/>
              <a:gd name="connsiteX199" fmla="*/ 2881291 w 11269336"/>
              <a:gd name="connsiteY199" fmla="*/ 2099618 h 2323145"/>
              <a:gd name="connsiteX200" fmla="*/ 2853979 w 11269336"/>
              <a:gd name="connsiteY200" fmla="*/ 2090388 h 2323145"/>
              <a:gd name="connsiteX201" fmla="*/ 2791790 w 11269336"/>
              <a:gd name="connsiteY201" fmla="*/ 2080332 h 2323145"/>
              <a:gd name="connsiteX202" fmla="*/ 2755844 w 11269336"/>
              <a:gd name="connsiteY202" fmla="*/ 2078874 h 2323145"/>
              <a:gd name="connsiteX203" fmla="*/ 2657742 w 11269336"/>
              <a:gd name="connsiteY203" fmla="*/ 2070179 h 2323145"/>
              <a:gd name="connsiteX204" fmla="*/ 2559549 w 11269336"/>
              <a:gd name="connsiteY204" fmla="*/ 2057873 h 2323145"/>
              <a:gd name="connsiteX205" fmla="*/ 2512054 w 11269336"/>
              <a:gd name="connsiteY205" fmla="*/ 2031671 h 2323145"/>
              <a:gd name="connsiteX206" fmla="*/ 2506437 w 11269336"/>
              <a:gd name="connsiteY206" fmla="*/ 2030918 h 2323145"/>
              <a:gd name="connsiteX207" fmla="*/ 2491752 w 11269336"/>
              <a:gd name="connsiteY207" fmla="*/ 2033906 h 2323145"/>
              <a:gd name="connsiteX208" fmla="*/ 2486338 w 11269336"/>
              <a:gd name="connsiteY208" fmla="*/ 2035862 h 2323145"/>
              <a:gd name="connsiteX209" fmla="*/ 2478186 w 11269336"/>
              <a:gd name="connsiteY209" fmla="*/ 2036953 h 2323145"/>
              <a:gd name="connsiteX210" fmla="*/ 2477950 w 11269336"/>
              <a:gd name="connsiteY210" fmla="*/ 2036715 h 2323145"/>
              <a:gd name="connsiteX211" fmla="*/ 2470381 w 11269336"/>
              <a:gd name="connsiteY211" fmla="*/ 2038256 h 2323145"/>
              <a:gd name="connsiteX212" fmla="*/ 2433781 w 11269336"/>
              <a:gd name="connsiteY212" fmla="*/ 2049140 h 2323145"/>
              <a:gd name="connsiteX213" fmla="*/ 2381172 w 11269336"/>
              <a:gd name="connsiteY213" fmla="*/ 2030645 h 2323145"/>
              <a:gd name="connsiteX214" fmla="*/ 2360198 w 11269336"/>
              <a:gd name="connsiteY214" fmla="*/ 2029059 h 2323145"/>
              <a:gd name="connsiteX215" fmla="*/ 2348815 w 11269336"/>
              <a:gd name="connsiteY215" fmla="*/ 2026798 h 2323145"/>
              <a:gd name="connsiteX216" fmla="*/ 2347988 w 11269336"/>
              <a:gd name="connsiteY216" fmla="*/ 2025745 h 2323145"/>
              <a:gd name="connsiteX217" fmla="*/ 2312920 w 11269336"/>
              <a:gd name="connsiteY217" fmla="*/ 2036311 h 2323145"/>
              <a:gd name="connsiteX218" fmla="*/ 2307986 w 11269336"/>
              <a:gd name="connsiteY218" fmla="*/ 2035583 h 2323145"/>
              <a:gd name="connsiteX219" fmla="*/ 2285481 w 11269336"/>
              <a:gd name="connsiteY219" fmla="*/ 2045197 h 2323145"/>
              <a:gd name="connsiteX220" fmla="*/ 2273666 w 11269336"/>
              <a:gd name="connsiteY220" fmla="*/ 2048710 h 2323145"/>
              <a:gd name="connsiteX221" fmla="*/ 2270719 w 11269336"/>
              <a:gd name="connsiteY221" fmla="*/ 2052702 h 2323145"/>
              <a:gd name="connsiteX222" fmla="*/ 2253080 w 11269336"/>
              <a:gd name="connsiteY222" fmla="*/ 2056363 h 2323145"/>
              <a:gd name="connsiteX223" fmla="*/ 2250906 w 11269336"/>
              <a:gd name="connsiteY223" fmla="*/ 2055654 h 2323145"/>
              <a:gd name="connsiteX224" fmla="*/ 2236905 w 11269336"/>
              <a:gd name="connsiteY224" fmla="*/ 2062882 h 2323145"/>
              <a:gd name="connsiteX225" fmla="*/ 2225830 w 11269336"/>
              <a:gd name="connsiteY225" fmla="*/ 2074027 h 2323145"/>
              <a:gd name="connsiteX226" fmla="*/ 2073776 w 11269336"/>
              <a:gd name="connsiteY226" fmla="*/ 2089244 h 2323145"/>
              <a:gd name="connsiteX227" fmla="*/ 1948256 w 11269336"/>
              <a:gd name="connsiteY227" fmla="*/ 2146616 h 2323145"/>
              <a:gd name="connsiteX228" fmla="*/ 1865582 w 11269336"/>
              <a:gd name="connsiteY228" fmla="*/ 2153738 h 2323145"/>
              <a:gd name="connsiteX229" fmla="*/ 1835210 w 11269336"/>
              <a:gd name="connsiteY229" fmla="*/ 2134244 h 2323145"/>
              <a:gd name="connsiteX230" fmla="*/ 1632661 w 11269336"/>
              <a:gd name="connsiteY230" fmla="*/ 2173882 h 2323145"/>
              <a:gd name="connsiteX231" fmla="*/ 1579590 w 11269336"/>
              <a:gd name="connsiteY231" fmla="*/ 2173680 h 2323145"/>
              <a:gd name="connsiteX232" fmla="*/ 1535601 w 11269336"/>
              <a:gd name="connsiteY232" fmla="*/ 2194590 h 2323145"/>
              <a:gd name="connsiteX233" fmla="*/ 1515594 w 11269336"/>
              <a:gd name="connsiteY233" fmla="*/ 2189622 h 2323145"/>
              <a:gd name="connsiteX234" fmla="*/ 1512113 w 11269336"/>
              <a:gd name="connsiteY234" fmla="*/ 2188534 h 2323145"/>
              <a:gd name="connsiteX235" fmla="*/ 1498838 w 11269336"/>
              <a:gd name="connsiteY235" fmla="*/ 2189213 h 2323145"/>
              <a:gd name="connsiteX236" fmla="*/ 1494279 w 11269336"/>
              <a:gd name="connsiteY236" fmla="*/ 2183112 h 2323145"/>
              <a:gd name="connsiteX237" fmla="*/ 1473714 w 11269336"/>
              <a:gd name="connsiteY237" fmla="*/ 2179625 h 2323145"/>
              <a:gd name="connsiteX238" fmla="*/ 1449503 w 11269336"/>
              <a:gd name="connsiteY238" fmla="*/ 2182633 h 2323145"/>
              <a:gd name="connsiteX239" fmla="*/ 1266687 w 11269336"/>
              <a:gd name="connsiteY239" fmla="*/ 2212688 h 2323145"/>
              <a:gd name="connsiteX240" fmla="*/ 1239614 w 11269336"/>
              <a:gd name="connsiteY240" fmla="*/ 2209727 h 2323145"/>
              <a:gd name="connsiteX241" fmla="*/ 1202436 w 11269336"/>
              <a:gd name="connsiteY241" fmla="*/ 2209817 h 2323145"/>
              <a:gd name="connsiteX242" fmla="*/ 1136097 w 11269336"/>
              <a:gd name="connsiteY242" fmla="*/ 2205112 h 2323145"/>
              <a:gd name="connsiteX243" fmla="*/ 988232 w 11269336"/>
              <a:gd name="connsiteY243" fmla="*/ 2235635 h 2323145"/>
              <a:gd name="connsiteX244" fmla="*/ 981959 w 11269336"/>
              <a:gd name="connsiteY244" fmla="*/ 2231607 h 2323145"/>
              <a:gd name="connsiteX245" fmla="*/ 938600 w 11269336"/>
              <a:gd name="connsiteY245" fmla="*/ 2238113 h 2323145"/>
              <a:gd name="connsiteX246" fmla="*/ 791788 w 11269336"/>
              <a:gd name="connsiteY246" fmla="*/ 2293224 h 2323145"/>
              <a:gd name="connsiteX247" fmla="*/ 706914 w 11269336"/>
              <a:gd name="connsiteY247" fmla="*/ 2305046 h 2323145"/>
              <a:gd name="connsiteX248" fmla="*/ 675971 w 11269336"/>
              <a:gd name="connsiteY248" fmla="*/ 2304030 h 2323145"/>
              <a:gd name="connsiteX249" fmla="*/ 624180 w 11269336"/>
              <a:gd name="connsiteY249" fmla="*/ 2302650 h 2323145"/>
              <a:gd name="connsiteX250" fmla="*/ 583453 w 11269336"/>
              <a:gd name="connsiteY250" fmla="*/ 2288788 h 2323145"/>
              <a:gd name="connsiteX251" fmla="*/ 540946 w 11269336"/>
              <a:gd name="connsiteY251" fmla="*/ 2292721 h 2323145"/>
              <a:gd name="connsiteX252" fmla="*/ 533680 w 11269336"/>
              <a:gd name="connsiteY252" fmla="*/ 2310233 h 2323145"/>
              <a:gd name="connsiteX253" fmla="*/ 487366 w 11269336"/>
              <a:gd name="connsiteY253" fmla="*/ 2309053 h 2323145"/>
              <a:gd name="connsiteX254" fmla="*/ 416820 w 11269336"/>
              <a:gd name="connsiteY254" fmla="*/ 2305443 h 2323145"/>
              <a:gd name="connsiteX255" fmla="*/ 376805 w 11269336"/>
              <a:gd name="connsiteY255" fmla="*/ 2307647 h 2323145"/>
              <a:gd name="connsiteX256" fmla="*/ 266777 w 11269336"/>
              <a:gd name="connsiteY256" fmla="*/ 2309012 h 2323145"/>
              <a:gd name="connsiteX257" fmla="*/ 156013 w 11269336"/>
              <a:gd name="connsiteY257" fmla="*/ 2306832 h 2323145"/>
              <a:gd name="connsiteX258" fmla="*/ 87258 w 11269336"/>
              <a:gd name="connsiteY258" fmla="*/ 2285511 h 2323145"/>
              <a:gd name="connsiteX259" fmla="*/ 23798 w 11269336"/>
              <a:gd name="connsiteY259" fmla="*/ 2281822 h 2323145"/>
              <a:gd name="connsiteX260" fmla="*/ 0 w 11269336"/>
              <a:gd name="connsiteY260" fmla="*/ 2285369 h 2323145"/>
              <a:gd name="connsiteX261" fmla="*/ 0 w 11269336"/>
              <a:gd name="connsiteY261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807902 w 11269336"/>
              <a:gd name="connsiteY135" fmla="*/ 2138894 h 2323145"/>
              <a:gd name="connsiteX136" fmla="*/ 4765388 w 11269336"/>
              <a:gd name="connsiteY136" fmla="*/ 2162525 h 2323145"/>
              <a:gd name="connsiteX137" fmla="*/ 4745033 w 11269336"/>
              <a:gd name="connsiteY137" fmla="*/ 2158859 h 2323145"/>
              <a:gd name="connsiteX138" fmla="*/ 4741475 w 11269336"/>
              <a:gd name="connsiteY138" fmla="*/ 2157998 h 2323145"/>
              <a:gd name="connsiteX139" fmla="*/ 4728247 w 11269336"/>
              <a:gd name="connsiteY139" fmla="*/ 2159526 h 2323145"/>
              <a:gd name="connsiteX140" fmla="*/ 4723263 w 11269336"/>
              <a:gd name="connsiteY140" fmla="*/ 2153742 h 2323145"/>
              <a:gd name="connsiteX141" fmla="*/ 4702453 w 11269336"/>
              <a:gd name="connsiteY141" fmla="*/ 2151586 h 2323145"/>
              <a:gd name="connsiteX142" fmla="*/ 4593061 w 11269336"/>
              <a:gd name="connsiteY142" fmla="*/ 2171597 h 2323145"/>
              <a:gd name="connsiteX143" fmla="*/ 4533444 w 11269336"/>
              <a:gd name="connsiteY143" fmla="*/ 2181200 h 2323145"/>
              <a:gd name="connsiteX144" fmla="*/ 4492832 w 11269336"/>
              <a:gd name="connsiteY144" fmla="*/ 2188033 h 2323145"/>
              <a:gd name="connsiteX145" fmla="*/ 4467257 w 11269336"/>
              <a:gd name="connsiteY145" fmla="*/ 2196121 h 2323145"/>
              <a:gd name="connsiteX146" fmla="*/ 4459937 w 11269336"/>
              <a:gd name="connsiteY146" fmla="*/ 2195182 h 2323145"/>
              <a:gd name="connsiteX147" fmla="*/ 4433312 w 11269336"/>
              <a:gd name="connsiteY147" fmla="*/ 2199004 h 2323145"/>
              <a:gd name="connsiteX148" fmla="*/ 4420601 w 11269336"/>
              <a:gd name="connsiteY148" fmla="*/ 2205158 h 2323145"/>
              <a:gd name="connsiteX149" fmla="*/ 4405765 w 11269336"/>
              <a:gd name="connsiteY149" fmla="*/ 2199902 h 2323145"/>
              <a:gd name="connsiteX150" fmla="*/ 4401354 w 11269336"/>
              <a:gd name="connsiteY150" fmla="*/ 2194745 h 2323145"/>
              <a:gd name="connsiteX151" fmla="*/ 4383151 w 11269336"/>
              <a:gd name="connsiteY151" fmla="*/ 2201140 h 2323145"/>
              <a:gd name="connsiteX152" fmla="*/ 4366646 w 11269336"/>
              <a:gd name="connsiteY152" fmla="*/ 2198564 h 2323145"/>
              <a:gd name="connsiteX153" fmla="*/ 4354009 w 11269336"/>
              <a:gd name="connsiteY153" fmla="*/ 2204984 h 2323145"/>
              <a:gd name="connsiteX154" fmla="*/ 4348284 w 11269336"/>
              <a:gd name="connsiteY154" fmla="*/ 2205270 h 2323145"/>
              <a:gd name="connsiteX155" fmla="*/ 4333906 w 11269336"/>
              <a:gd name="connsiteY155" fmla="*/ 2205251 h 2323145"/>
              <a:gd name="connsiteX156" fmla="*/ 4308819 w 11269336"/>
              <a:gd name="connsiteY156" fmla="*/ 2203822 h 2323145"/>
              <a:gd name="connsiteX157" fmla="*/ 4301210 w 11269336"/>
              <a:gd name="connsiteY157" fmla="*/ 2204456 h 2323145"/>
              <a:gd name="connsiteX158" fmla="*/ 4283095 w 11269336"/>
              <a:gd name="connsiteY158" fmla="*/ 2198177 h 2323145"/>
              <a:gd name="connsiteX159" fmla="*/ 4250119 w 11269336"/>
              <a:gd name="connsiteY159" fmla="*/ 2196342 h 2323145"/>
              <a:gd name="connsiteX160" fmla="*/ 4189203 w 11269336"/>
              <a:gd name="connsiteY160" fmla="*/ 2178994 h 2323145"/>
              <a:gd name="connsiteX161" fmla="*/ 4154035 w 11269336"/>
              <a:gd name="connsiteY161" fmla="*/ 2171950 h 2323145"/>
              <a:gd name="connsiteX162" fmla="*/ 4129569 w 11269336"/>
              <a:gd name="connsiteY162" fmla="*/ 2163850 h 2323145"/>
              <a:gd name="connsiteX163" fmla="*/ 4061250 w 11269336"/>
              <a:gd name="connsiteY163" fmla="*/ 2159236 h 2323145"/>
              <a:gd name="connsiteX164" fmla="*/ 3945480 w 11269336"/>
              <a:gd name="connsiteY164" fmla="*/ 2158279 h 2323145"/>
              <a:gd name="connsiteX165" fmla="*/ 3921468 w 11269336"/>
              <a:gd name="connsiteY165" fmla="*/ 2156588 h 2323145"/>
              <a:gd name="connsiteX166" fmla="*/ 3903348 w 11269336"/>
              <a:gd name="connsiteY166" fmla="*/ 2149220 h 2323145"/>
              <a:gd name="connsiteX167" fmla="*/ 3901342 w 11269336"/>
              <a:gd name="connsiteY167" fmla="*/ 2142355 h 2323145"/>
              <a:gd name="connsiteX168" fmla="*/ 3888539 w 11269336"/>
              <a:gd name="connsiteY168" fmla="*/ 2140476 h 2323145"/>
              <a:gd name="connsiteX169" fmla="*/ 3885662 w 11269336"/>
              <a:gd name="connsiteY169" fmla="*/ 2138740 h 2323145"/>
              <a:gd name="connsiteX170" fmla="*/ 3868627 w 11269336"/>
              <a:gd name="connsiteY170" fmla="*/ 2130023 h 2323145"/>
              <a:gd name="connsiteX171" fmla="*/ 3819177 w 11269336"/>
              <a:gd name="connsiteY171" fmla="*/ 2142111 h 2323145"/>
              <a:gd name="connsiteX172" fmla="*/ 3769100 w 11269336"/>
              <a:gd name="connsiteY172" fmla="*/ 2131731 h 2323145"/>
              <a:gd name="connsiteX173" fmla="*/ 3562752 w 11269336"/>
              <a:gd name="connsiteY173" fmla="*/ 2131785 h 2323145"/>
              <a:gd name="connsiteX174" fmla="*/ 3541402 w 11269336"/>
              <a:gd name="connsiteY174" fmla="*/ 2106821 h 2323145"/>
              <a:gd name="connsiteX175" fmla="*/ 3365341 w 11269336"/>
              <a:gd name="connsiteY175" fmla="*/ 2077638 h 2323145"/>
              <a:gd name="connsiteX176" fmla="*/ 3170922 w 11269336"/>
              <a:gd name="connsiteY176" fmla="*/ 2115957 h 2323145"/>
              <a:gd name="connsiteX177" fmla="*/ 3156256 w 11269336"/>
              <a:gd name="connsiteY177" fmla="*/ 2124773 h 2323145"/>
              <a:gd name="connsiteX178" fmla="*/ 3140298 w 11269336"/>
              <a:gd name="connsiteY178" fmla="*/ 2129182 h 2323145"/>
              <a:gd name="connsiteX179" fmla="*/ 3138514 w 11269336"/>
              <a:gd name="connsiteY179" fmla="*/ 2128069 h 2323145"/>
              <a:gd name="connsiteX180" fmla="*/ 3120467 w 11269336"/>
              <a:gd name="connsiteY180" fmla="*/ 2128281 h 2323145"/>
              <a:gd name="connsiteX181" fmla="*/ 3116175 w 11269336"/>
              <a:gd name="connsiteY181" fmla="*/ 2131633 h 2323145"/>
              <a:gd name="connsiteX182" fmla="*/ 3103685 w 11269336"/>
              <a:gd name="connsiteY182" fmla="*/ 2132814 h 2323145"/>
              <a:gd name="connsiteX183" fmla="*/ 3078794 w 11269336"/>
              <a:gd name="connsiteY183" fmla="*/ 2137935 h 2323145"/>
              <a:gd name="connsiteX184" fmla="*/ 3074407 w 11269336"/>
              <a:gd name="connsiteY184" fmla="*/ 2136274 h 2323145"/>
              <a:gd name="connsiteX185" fmla="*/ 3037285 w 11269336"/>
              <a:gd name="connsiteY185" fmla="*/ 2139919 h 2323145"/>
              <a:gd name="connsiteX186" fmla="*/ 3036901 w 11269336"/>
              <a:gd name="connsiteY186" fmla="*/ 2138726 h 2323145"/>
              <a:gd name="connsiteX187" fmla="*/ 3026996 w 11269336"/>
              <a:gd name="connsiteY187" fmla="*/ 2134322 h 2323145"/>
              <a:gd name="connsiteX188" fmla="*/ 3007772 w 11269336"/>
              <a:gd name="connsiteY188" fmla="*/ 2128742 h 2323145"/>
              <a:gd name="connsiteX189" fmla="*/ 2965030 w 11269336"/>
              <a:gd name="connsiteY189" fmla="*/ 2100494 h 2323145"/>
              <a:gd name="connsiteX190" fmla="*/ 2926342 w 11269336"/>
              <a:gd name="connsiteY190" fmla="*/ 2104155 h 2323145"/>
              <a:gd name="connsiteX191" fmla="*/ 2918608 w 11269336"/>
              <a:gd name="connsiteY191" fmla="*/ 2104215 h 2323145"/>
              <a:gd name="connsiteX192" fmla="*/ 2918475 w 11269336"/>
              <a:gd name="connsiteY192" fmla="*/ 2103937 h 2323145"/>
              <a:gd name="connsiteX193" fmla="*/ 2910360 w 11269336"/>
              <a:gd name="connsiteY193" fmla="*/ 2103444 h 2323145"/>
              <a:gd name="connsiteX194" fmla="*/ 2904507 w 11269336"/>
              <a:gd name="connsiteY194" fmla="*/ 2104326 h 2323145"/>
              <a:gd name="connsiteX195" fmla="*/ 2889503 w 11269336"/>
              <a:gd name="connsiteY195" fmla="*/ 2104443 h 2323145"/>
              <a:gd name="connsiteX196" fmla="*/ 2884480 w 11269336"/>
              <a:gd name="connsiteY196" fmla="*/ 2102626 h 2323145"/>
              <a:gd name="connsiteX197" fmla="*/ 2882689 w 11269336"/>
              <a:gd name="connsiteY197" fmla="*/ 2099228 h 2323145"/>
              <a:gd name="connsiteX198" fmla="*/ 2881291 w 11269336"/>
              <a:gd name="connsiteY198" fmla="*/ 2099618 h 2323145"/>
              <a:gd name="connsiteX199" fmla="*/ 2853979 w 11269336"/>
              <a:gd name="connsiteY199" fmla="*/ 2090388 h 2323145"/>
              <a:gd name="connsiteX200" fmla="*/ 2791790 w 11269336"/>
              <a:gd name="connsiteY200" fmla="*/ 2080332 h 2323145"/>
              <a:gd name="connsiteX201" fmla="*/ 2755844 w 11269336"/>
              <a:gd name="connsiteY201" fmla="*/ 2078874 h 2323145"/>
              <a:gd name="connsiteX202" fmla="*/ 2657742 w 11269336"/>
              <a:gd name="connsiteY202" fmla="*/ 2070179 h 2323145"/>
              <a:gd name="connsiteX203" fmla="*/ 2559549 w 11269336"/>
              <a:gd name="connsiteY203" fmla="*/ 2057873 h 2323145"/>
              <a:gd name="connsiteX204" fmla="*/ 2512054 w 11269336"/>
              <a:gd name="connsiteY204" fmla="*/ 2031671 h 2323145"/>
              <a:gd name="connsiteX205" fmla="*/ 2506437 w 11269336"/>
              <a:gd name="connsiteY205" fmla="*/ 2030918 h 2323145"/>
              <a:gd name="connsiteX206" fmla="*/ 2491752 w 11269336"/>
              <a:gd name="connsiteY206" fmla="*/ 2033906 h 2323145"/>
              <a:gd name="connsiteX207" fmla="*/ 2486338 w 11269336"/>
              <a:gd name="connsiteY207" fmla="*/ 2035862 h 2323145"/>
              <a:gd name="connsiteX208" fmla="*/ 2478186 w 11269336"/>
              <a:gd name="connsiteY208" fmla="*/ 2036953 h 2323145"/>
              <a:gd name="connsiteX209" fmla="*/ 2477950 w 11269336"/>
              <a:gd name="connsiteY209" fmla="*/ 2036715 h 2323145"/>
              <a:gd name="connsiteX210" fmla="*/ 2470381 w 11269336"/>
              <a:gd name="connsiteY210" fmla="*/ 2038256 h 2323145"/>
              <a:gd name="connsiteX211" fmla="*/ 2433781 w 11269336"/>
              <a:gd name="connsiteY211" fmla="*/ 2049140 h 2323145"/>
              <a:gd name="connsiteX212" fmla="*/ 2381172 w 11269336"/>
              <a:gd name="connsiteY212" fmla="*/ 2030645 h 2323145"/>
              <a:gd name="connsiteX213" fmla="*/ 2360198 w 11269336"/>
              <a:gd name="connsiteY213" fmla="*/ 2029059 h 2323145"/>
              <a:gd name="connsiteX214" fmla="*/ 2348815 w 11269336"/>
              <a:gd name="connsiteY214" fmla="*/ 2026798 h 2323145"/>
              <a:gd name="connsiteX215" fmla="*/ 2347988 w 11269336"/>
              <a:gd name="connsiteY215" fmla="*/ 2025745 h 2323145"/>
              <a:gd name="connsiteX216" fmla="*/ 2312920 w 11269336"/>
              <a:gd name="connsiteY216" fmla="*/ 2036311 h 2323145"/>
              <a:gd name="connsiteX217" fmla="*/ 2307986 w 11269336"/>
              <a:gd name="connsiteY217" fmla="*/ 2035583 h 2323145"/>
              <a:gd name="connsiteX218" fmla="*/ 2285481 w 11269336"/>
              <a:gd name="connsiteY218" fmla="*/ 2045197 h 2323145"/>
              <a:gd name="connsiteX219" fmla="*/ 2273666 w 11269336"/>
              <a:gd name="connsiteY219" fmla="*/ 2048710 h 2323145"/>
              <a:gd name="connsiteX220" fmla="*/ 2270719 w 11269336"/>
              <a:gd name="connsiteY220" fmla="*/ 2052702 h 2323145"/>
              <a:gd name="connsiteX221" fmla="*/ 2253080 w 11269336"/>
              <a:gd name="connsiteY221" fmla="*/ 2056363 h 2323145"/>
              <a:gd name="connsiteX222" fmla="*/ 2250906 w 11269336"/>
              <a:gd name="connsiteY222" fmla="*/ 2055654 h 2323145"/>
              <a:gd name="connsiteX223" fmla="*/ 2236905 w 11269336"/>
              <a:gd name="connsiteY223" fmla="*/ 2062882 h 2323145"/>
              <a:gd name="connsiteX224" fmla="*/ 2225830 w 11269336"/>
              <a:gd name="connsiteY224" fmla="*/ 2074027 h 2323145"/>
              <a:gd name="connsiteX225" fmla="*/ 2073776 w 11269336"/>
              <a:gd name="connsiteY225" fmla="*/ 2089244 h 2323145"/>
              <a:gd name="connsiteX226" fmla="*/ 1948256 w 11269336"/>
              <a:gd name="connsiteY226" fmla="*/ 2146616 h 2323145"/>
              <a:gd name="connsiteX227" fmla="*/ 1865582 w 11269336"/>
              <a:gd name="connsiteY227" fmla="*/ 2153738 h 2323145"/>
              <a:gd name="connsiteX228" fmla="*/ 1835210 w 11269336"/>
              <a:gd name="connsiteY228" fmla="*/ 2134244 h 2323145"/>
              <a:gd name="connsiteX229" fmla="*/ 1632661 w 11269336"/>
              <a:gd name="connsiteY229" fmla="*/ 2173882 h 2323145"/>
              <a:gd name="connsiteX230" fmla="*/ 1579590 w 11269336"/>
              <a:gd name="connsiteY230" fmla="*/ 2173680 h 2323145"/>
              <a:gd name="connsiteX231" fmla="*/ 1535601 w 11269336"/>
              <a:gd name="connsiteY231" fmla="*/ 2194590 h 2323145"/>
              <a:gd name="connsiteX232" fmla="*/ 1515594 w 11269336"/>
              <a:gd name="connsiteY232" fmla="*/ 2189622 h 2323145"/>
              <a:gd name="connsiteX233" fmla="*/ 1512113 w 11269336"/>
              <a:gd name="connsiteY233" fmla="*/ 2188534 h 2323145"/>
              <a:gd name="connsiteX234" fmla="*/ 1498838 w 11269336"/>
              <a:gd name="connsiteY234" fmla="*/ 2189213 h 2323145"/>
              <a:gd name="connsiteX235" fmla="*/ 1494279 w 11269336"/>
              <a:gd name="connsiteY235" fmla="*/ 2183112 h 2323145"/>
              <a:gd name="connsiteX236" fmla="*/ 1473714 w 11269336"/>
              <a:gd name="connsiteY236" fmla="*/ 2179625 h 2323145"/>
              <a:gd name="connsiteX237" fmla="*/ 1449503 w 11269336"/>
              <a:gd name="connsiteY237" fmla="*/ 2182633 h 2323145"/>
              <a:gd name="connsiteX238" fmla="*/ 1266687 w 11269336"/>
              <a:gd name="connsiteY238" fmla="*/ 2212688 h 2323145"/>
              <a:gd name="connsiteX239" fmla="*/ 1239614 w 11269336"/>
              <a:gd name="connsiteY239" fmla="*/ 2209727 h 2323145"/>
              <a:gd name="connsiteX240" fmla="*/ 1202436 w 11269336"/>
              <a:gd name="connsiteY240" fmla="*/ 2209817 h 2323145"/>
              <a:gd name="connsiteX241" fmla="*/ 1136097 w 11269336"/>
              <a:gd name="connsiteY241" fmla="*/ 2205112 h 2323145"/>
              <a:gd name="connsiteX242" fmla="*/ 988232 w 11269336"/>
              <a:gd name="connsiteY242" fmla="*/ 2235635 h 2323145"/>
              <a:gd name="connsiteX243" fmla="*/ 981959 w 11269336"/>
              <a:gd name="connsiteY243" fmla="*/ 2231607 h 2323145"/>
              <a:gd name="connsiteX244" fmla="*/ 938600 w 11269336"/>
              <a:gd name="connsiteY244" fmla="*/ 2238113 h 2323145"/>
              <a:gd name="connsiteX245" fmla="*/ 791788 w 11269336"/>
              <a:gd name="connsiteY245" fmla="*/ 2293224 h 2323145"/>
              <a:gd name="connsiteX246" fmla="*/ 706914 w 11269336"/>
              <a:gd name="connsiteY246" fmla="*/ 2305046 h 2323145"/>
              <a:gd name="connsiteX247" fmla="*/ 675971 w 11269336"/>
              <a:gd name="connsiteY247" fmla="*/ 2304030 h 2323145"/>
              <a:gd name="connsiteX248" fmla="*/ 624180 w 11269336"/>
              <a:gd name="connsiteY248" fmla="*/ 2302650 h 2323145"/>
              <a:gd name="connsiteX249" fmla="*/ 583453 w 11269336"/>
              <a:gd name="connsiteY249" fmla="*/ 2288788 h 2323145"/>
              <a:gd name="connsiteX250" fmla="*/ 540946 w 11269336"/>
              <a:gd name="connsiteY250" fmla="*/ 2292721 h 2323145"/>
              <a:gd name="connsiteX251" fmla="*/ 533680 w 11269336"/>
              <a:gd name="connsiteY251" fmla="*/ 2310233 h 2323145"/>
              <a:gd name="connsiteX252" fmla="*/ 487366 w 11269336"/>
              <a:gd name="connsiteY252" fmla="*/ 2309053 h 2323145"/>
              <a:gd name="connsiteX253" fmla="*/ 416820 w 11269336"/>
              <a:gd name="connsiteY253" fmla="*/ 2305443 h 2323145"/>
              <a:gd name="connsiteX254" fmla="*/ 376805 w 11269336"/>
              <a:gd name="connsiteY254" fmla="*/ 2307647 h 2323145"/>
              <a:gd name="connsiteX255" fmla="*/ 266777 w 11269336"/>
              <a:gd name="connsiteY255" fmla="*/ 2309012 h 2323145"/>
              <a:gd name="connsiteX256" fmla="*/ 156013 w 11269336"/>
              <a:gd name="connsiteY256" fmla="*/ 2306832 h 2323145"/>
              <a:gd name="connsiteX257" fmla="*/ 87258 w 11269336"/>
              <a:gd name="connsiteY257" fmla="*/ 2285511 h 2323145"/>
              <a:gd name="connsiteX258" fmla="*/ 23798 w 11269336"/>
              <a:gd name="connsiteY258" fmla="*/ 2281822 h 2323145"/>
              <a:gd name="connsiteX259" fmla="*/ 0 w 11269336"/>
              <a:gd name="connsiteY259" fmla="*/ 2285369 h 2323145"/>
              <a:gd name="connsiteX260" fmla="*/ 0 w 11269336"/>
              <a:gd name="connsiteY260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807902 w 11269336"/>
              <a:gd name="connsiteY135" fmla="*/ 2138894 h 2323145"/>
              <a:gd name="connsiteX136" fmla="*/ 4765388 w 11269336"/>
              <a:gd name="connsiteY136" fmla="*/ 2162525 h 2323145"/>
              <a:gd name="connsiteX137" fmla="*/ 4745033 w 11269336"/>
              <a:gd name="connsiteY137" fmla="*/ 2158859 h 2323145"/>
              <a:gd name="connsiteX138" fmla="*/ 4741475 w 11269336"/>
              <a:gd name="connsiteY138" fmla="*/ 2157998 h 2323145"/>
              <a:gd name="connsiteX139" fmla="*/ 4728247 w 11269336"/>
              <a:gd name="connsiteY139" fmla="*/ 2159526 h 2323145"/>
              <a:gd name="connsiteX140" fmla="*/ 4723263 w 11269336"/>
              <a:gd name="connsiteY140" fmla="*/ 2153742 h 2323145"/>
              <a:gd name="connsiteX141" fmla="*/ 4593061 w 11269336"/>
              <a:gd name="connsiteY141" fmla="*/ 2171597 h 2323145"/>
              <a:gd name="connsiteX142" fmla="*/ 4533444 w 11269336"/>
              <a:gd name="connsiteY142" fmla="*/ 2181200 h 2323145"/>
              <a:gd name="connsiteX143" fmla="*/ 4492832 w 11269336"/>
              <a:gd name="connsiteY143" fmla="*/ 2188033 h 2323145"/>
              <a:gd name="connsiteX144" fmla="*/ 4467257 w 11269336"/>
              <a:gd name="connsiteY144" fmla="*/ 2196121 h 2323145"/>
              <a:gd name="connsiteX145" fmla="*/ 4459937 w 11269336"/>
              <a:gd name="connsiteY145" fmla="*/ 2195182 h 2323145"/>
              <a:gd name="connsiteX146" fmla="*/ 4433312 w 11269336"/>
              <a:gd name="connsiteY146" fmla="*/ 2199004 h 2323145"/>
              <a:gd name="connsiteX147" fmla="*/ 4420601 w 11269336"/>
              <a:gd name="connsiteY147" fmla="*/ 2205158 h 2323145"/>
              <a:gd name="connsiteX148" fmla="*/ 4405765 w 11269336"/>
              <a:gd name="connsiteY148" fmla="*/ 2199902 h 2323145"/>
              <a:gd name="connsiteX149" fmla="*/ 4401354 w 11269336"/>
              <a:gd name="connsiteY149" fmla="*/ 2194745 h 2323145"/>
              <a:gd name="connsiteX150" fmla="*/ 4383151 w 11269336"/>
              <a:gd name="connsiteY150" fmla="*/ 2201140 h 2323145"/>
              <a:gd name="connsiteX151" fmla="*/ 4366646 w 11269336"/>
              <a:gd name="connsiteY151" fmla="*/ 2198564 h 2323145"/>
              <a:gd name="connsiteX152" fmla="*/ 4354009 w 11269336"/>
              <a:gd name="connsiteY152" fmla="*/ 2204984 h 2323145"/>
              <a:gd name="connsiteX153" fmla="*/ 4348284 w 11269336"/>
              <a:gd name="connsiteY153" fmla="*/ 2205270 h 2323145"/>
              <a:gd name="connsiteX154" fmla="*/ 4333906 w 11269336"/>
              <a:gd name="connsiteY154" fmla="*/ 2205251 h 2323145"/>
              <a:gd name="connsiteX155" fmla="*/ 4308819 w 11269336"/>
              <a:gd name="connsiteY155" fmla="*/ 2203822 h 2323145"/>
              <a:gd name="connsiteX156" fmla="*/ 4301210 w 11269336"/>
              <a:gd name="connsiteY156" fmla="*/ 2204456 h 2323145"/>
              <a:gd name="connsiteX157" fmla="*/ 4283095 w 11269336"/>
              <a:gd name="connsiteY157" fmla="*/ 2198177 h 2323145"/>
              <a:gd name="connsiteX158" fmla="*/ 4250119 w 11269336"/>
              <a:gd name="connsiteY158" fmla="*/ 2196342 h 2323145"/>
              <a:gd name="connsiteX159" fmla="*/ 4189203 w 11269336"/>
              <a:gd name="connsiteY159" fmla="*/ 2178994 h 2323145"/>
              <a:gd name="connsiteX160" fmla="*/ 4154035 w 11269336"/>
              <a:gd name="connsiteY160" fmla="*/ 2171950 h 2323145"/>
              <a:gd name="connsiteX161" fmla="*/ 4129569 w 11269336"/>
              <a:gd name="connsiteY161" fmla="*/ 2163850 h 2323145"/>
              <a:gd name="connsiteX162" fmla="*/ 4061250 w 11269336"/>
              <a:gd name="connsiteY162" fmla="*/ 2159236 h 2323145"/>
              <a:gd name="connsiteX163" fmla="*/ 3945480 w 11269336"/>
              <a:gd name="connsiteY163" fmla="*/ 2158279 h 2323145"/>
              <a:gd name="connsiteX164" fmla="*/ 3921468 w 11269336"/>
              <a:gd name="connsiteY164" fmla="*/ 2156588 h 2323145"/>
              <a:gd name="connsiteX165" fmla="*/ 3903348 w 11269336"/>
              <a:gd name="connsiteY165" fmla="*/ 2149220 h 2323145"/>
              <a:gd name="connsiteX166" fmla="*/ 3901342 w 11269336"/>
              <a:gd name="connsiteY166" fmla="*/ 2142355 h 2323145"/>
              <a:gd name="connsiteX167" fmla="*/ 3888539 w 11269336"/>
              <a:gd name="connsiteY167" fmla="*/ 2140476 h 2323145"/>
              <a:gd name="connsiteX168" fmla="*/ 3885662 w 11269336"/>
              <a:gd name="connsiteY168" fmla="*/ 2138740 h 2323145"/>
              <a:gd name="connsiteX169" fmla="*/ 3868627 w 11269336"/>
              <a:gd name="connsiteY169" fmla="*/ 2130023 h 2323145"/>
              <a:gd name="connsiteX170" fmla="*/ 3819177 w 11269336"/>
              <a:gd name="connsiteY170" fmla="*/ 2142111 h 2323145"/>
              <a:gd name="connsiteX171" fmla="*/ 3769100 w 11269336"/>
              <a:gd name="connsiteY171" fmla="*/ 2131731 h 2323145"/>
              <a:gd name="connsiteX172" fmla="*/ 3562752 w 11269336"/>
              <a:gd name="connsiteY172" fmla="*/ 2131785 h 2323145"/>
              <a:gd name="connsiteX173" fmla="*/ 3541402 w 11269336"/>
              <a:gd name="connsiteY173" fmla="*/ 2106821 h 2323145"/>
              <a:gd name="connsiteX174" fmla="*/ 3365341 w 11269336"/>
              <a:gd name="connsiteY174" fmla="*/ 2077638 h 2323145"/>
              <a:gd name="connsiteX175" fmla="*/ 3170922 w 11269336"/>
              <a:gd name="connsiteY175" fmla="*/ 2115957 h 2323145"/>
              <a:gd name="connsiteX176" fmla="*/ 3156256 w 11269336"/>
              <a:gd name="connsiteY176" fmla="*/ 2124773 h 2323145"/>
              <a:gd name="connsiteX177" fmla="*/ 3140298 w 11269336"/>
              <a:gd name="connsiteY177" fmla="*/ 2129182 h 2323145"/>
              <a:gd name="connsiteX178" fmla="*/ 3138514 w 11269336"/>
              <a:gd name="connsiteY178" fmla="*/ 2128069 h 2323145"/>
              <a:gd name="connsiteX179" fmla="*/ 3120467 w 11269336"/>
              <a:gd name="connsiteY179" fmla="*/ 2128281 h 2323145"/>
              <a:gd name="connsiteX180" fmla="*/ 3116175 w 11269336"/>
              <a:gd name="connsiteY180" fmla="*/ 2131633 h 2323145"/>
              <a:gd name="connsiteX181" fmla="*/ 3103685 w 11269336"/>
              <a:gd name="connsiteY181" fmla="*/ 2132814 h 2323145"/>
              <a:gd name="connsiteX182" fmla="*/ 3078794 w 11269336"/>
              <a:gd name="connsiteY182" fmla="*/ 2137935 h 2323145"/>
              <a:gd name="connsiteX183" fmla="*/ 3074407 w 11269336"/>
              <a:gd name="connsiteY183" fmla="*/ 2136274 h 2323145"/>
              <a:gd name="connsiteX184" fmla="*/ 3037285 w 11269336"/>
              <a:gd name="connsiteY184" fmla="*/ 2139919 h 2323145"/>
              <a:gd name="connsiteX185" fmla="*/ 3036901 w 11269336"/>
              <a:gd name="connsiteY185" fmla="*/ 2138726 h 2323145"/>
              <a:gd name="connsiteX186" fmla="*/ 3026996 w 11269336"/>
              <a:gd name="connsiteY186" fmla="*/ 2134322 h 2323145"/>
              <a:gd name="connsiteX187" fmla="*/ 3007772 w 11269336"/>
              <a:gd name="connsiteY187" fmla="*/ 2128742 h 2323145"/>
              <a:gd name="connsiteX188" fmla="*/ 2965030 w 11269336"/>
              <a:gd name="connsiteY188" fmla="*/ 2100494 h 2323145"/>
              <a:gd name="connsiteX189" fmla="*/ 2926342 w 11269336"/>
              <a:gd name="connsiteY189" fmla="*/ 2104155 h 2323145"/>
              <a:gd name="connsiteX190" fmla="*/ 2918608 w 11269336"/>
              <a:gd name="connsiteY190" fmla="*/ 2104215 h 2323145"/>
              <a:gd name="connsiteX191" fmla="*/ 2918475 w 11269336"/>
              <a:gd name="connsiteY191" fmla="*/ 2103937 h 2323145"/>
              <a:gd name="connsiteX192" fmla="*/ 2910360 w 11269336"/>
              <a:gd name="connsiteY192" fmla="*/ 2103444 h 2323145"/>
              <a:gd name="connsiteX193" fmla="*/ 2904507 w 11269336"/>
              <a:gd name="connsiteY193" fmla="*/ 2104326 h 2323145"/>
              <a:gd name="connsiteX194" fmla="*/ 2889503 w 11269336"/>
              <a:gd name="connsiteY194" fmla="*/ 2104443 h 2323145"/>
              <a:gd name="connsiteX195" fmla="*/ 2884480 w 11269336"/>
              <a:gd name="connsiteY195" fmla="*/ 2102626 h 2323145"/>
              <a:gd name="connsiteX196" fmla="*/ 2882689 w 11269336"/>
              <a:gd name="connsiteY196" fmla="*/ 2099228 h 2323145"/>
              <a:gd name="connsiteX197" fmla="*/ 2881291 w 11269336"/>
              <a:gd name="connsiteY197" fmla="*/ 2099618 h 2323145"/>
              <a:gd name="connsiteX198" fmla="*/ 2853979 w 11269336"/>
              <a:gd name="connsiteY198" fmla="*/ 2090388 h 2323145"/>
              <a:gd name="connsiteX199" fmla="*/ 2791790 w 11269336"/>
              <a:gd name="connsiteY199" fmla="*/ 2080332 h 2323145"/>
              <a:gd name="connsiteX200" fmla="*/ 2755844 w 11269336"/>
              <a:gd name="connsiteY200" fmla="*/ 2078874 h 2323145"/>
              <a:gd name="connsiteX201" fmla="*/ 2657742 w 11269336"/>
              <a:gd name="connsiteY201" fmla="*/ 2070179 h 2323145"/>
              <a:gd name="connsiteX202" fmla="*/ 2559549 w 11269336"/>
              <a:gd name="connsiteY202" fmla="*/ 2057873 h 2323145"/>
              <a:gd name="connsiteX203" fmla="*/ 2512054 w 11269336"/>
              <a:gd name="connsiteY203" fmla="*/ 2031671 h 2323145"/>
              <a:gd name="connsiteX204" fmla="*/ 2506437 w 11269336"/>
              <a:gd name="connsiteY204" fmla="*/ 2030918 h 2323145"/>
              <a:gd name="connsiteX205" fmla="*/ 2491752 w 11269336"/>
              <a:gd name="connsiteY205" fmla="*/ 2033906 h 2323145"/>
              <a:gd name="connsiteX206" fmla="*/ 2486338 w 11269336"/>
              <a:gd name="connsiteY206" fmla="*/ 2035862 h 2323145"/>
              <a:gd name="connsiteX207" fmla="*/ 2478186 w 11269336"/>
              <a:gd name="connsiteY207" fmla="*/ 2036953 h 2323145"/>
              <a:gd name="connsiteX208" fmla="*/ 2477950 w 11269336"/>
              <a:gd name="connsiteY208" fmla="*/ 2036715 h 2323145"/>
              <a:gd name="connsiteX209" fmla="*/ 2470381 w 11269336"/>
              <a:gd name="connsiteY209" fmla="*/ 2038256 h 2323145"/>
              <a:gd name="connsiteX210" fmla="*/ 2433781 w 11269336"/>
              <a:gd name="connsiteY210" fmla="*/ 2049140 h 2323145"/>
              <a:gd name="connsiteX211" fmla="*/ 2381172 w 11269336"/>
              <a:gd name="connsiteY211" fmla="*/ 2030645 h 2323145"/>
              <a:gd name="connsiteX212" fmla="*/ 2360198 w 11269336"/>
              <a:gd name="connsiteY212" fmla="*/ 2029059 h 2323145"/>
              <a:gd name="connsiteX213" fmla="*/ 2348815 w 11269336"/>
              <a:gd name="connsiteY213" fmla="*/ 2026798 h 2323145"/>
              <a:gd name="connsiteX214" fmla="*/ 2347988 w 11269336"/>
              <a:gd name="connsiteY214" fmla="*/ 2025745 h 2323145"/>
              <a:gd name="connsiteX215" fmla="*/ 2312920 w 11269336"/>
              <a:gd name="connsiteY215" fmla="*/ 2036311 h 2323145"/>
              <a:gd name="connsiteX216" fmla="*/ 2307986 w 11269336"/>
              <a:gd name="connsiteY216" fmla="*/ 2035583 h 2323145"/>
              <a:gd name="connsiteX217" fmla="*/ 2285481 w 11269336"/>
              <a:gd name="connsiteY217" fmla="*/ 2045197 h 2323145"/>
              <a:gd name="connsiteX218" fmla="*/ 2273666 w 11269336"/>
              <a:gd name="connsiteY218" fmla="*/ 2048710 h 2323145"/>
              <a:gd name="connsiteX219" fmla="*/ 2270719 w 11269336"/>
              <a:gd name="connsiteY219" fmla="*/ 2052702 h 2323145"/>
              <a:gd name="connsiteX220" fmla="*/ 2253080 w 11269336"/>
              <a:gd name="connsiteY220" fmla="*/ 2056363 h 2323145"/>
              <a:gd name="connsiteX221" fmla="*/ 2250906 w 11269336"/>
              <a:gd name="connsiteY221" fmla="*/ 2055654 h 2323145"/>
              <a:gd name="connsiteX222" fmla="*/ 2236905 w 11269336"/>
              <a:gd name="connsiteY222" fmla="*/ 2062882 h 2323145"/>
              <a:gd name="connsiteX223" fmla="*/ 2225830 w 11269336"/>
              <a:gd name="connsiteY223" fmla="*/ 2074027 h 2323145"/>
              <a:gd name="connsiteX224" fmla="*/ 2073776 w 11269336"/>
              <a:gd name="connsiteY224" fmla="*/ 2089244 h 2323145"/>
              <a:gd name="connsiteX225" fmla="*/ 1948256 w 11269336"/>
              <a:gd name="connsiteY225" fmla="*/ 2146616 h 2323145"/>
              <a:gd name="connsiteX226" fmla="*/ 1865582 w 11269336"/>
              <a:gd name="connsiteY226" fmla="*/ 2153738 h 2323145"/>
              <a:gd name="connsiteX227" fmla="*/ 1835210 w 11269336"/>
              <a:gd name="connsiteY227" fmla="*/ 2134244 h 2323145"/>
              <a:gd name="connsiteX228" fmla="*/ 1632661 w 11269336"/>
              <a:gd name="connsiteY228" fmla="*/ 2173882 h 2323145"/>
              <a:gd name="connsiteX229" fmla="*/ 1579590 w 11269336"/>
              <a:gd name="connsiteY229" fmla="*/ 2173680 h 2323145"/>
              <a:gd name="connsiteX230" fmla="*/ 1535601 w 11269336"/>
              <a:gd name="connsiteY230" fmla="*/ 2194590 h 2323145"/>
              <a:gd name="connsiteX231" fmla="*/ 1515594 w 11269336"/>
              <a:gd name="connsiteY231" fmla="*/ 2189622 h 2323145"/>
              <a:gd name="connsiteX232" fmla="*/ 1512113 w 11269336"/>
              <a:gd name="connsiteY232" fmla="*/ 2188534 h 2323145"/>
              <a:gd name="connsiteX233" fmla="*/ 1498838 w 11269336"/>
              <a:gd name="connsiteY233" fmla="*/ 2189213 h 2323145"/>
              <a:gd name="connsiteX234" fmla="*/ 1494279 w 11269336"/>
              <a:gd name="connsiteY234" fmla="*/ 2183112 h 2323145"/>
              <a:gd name="connsiteX235" fmla="*/ 1473714 w 11269336"/>
              <a:gd name="connsiteY235" fmla="*/ 2179625 h 2323145"/>
              <a:gd name="connsiteX236" fmla="*/ 1449503 w 11269336"/>
              <a:gd name="connsiteY236" fmla="*/ 2182633 h 2323145"/>
              <a:gd name="connsiteX237" fmla="*/ 1266687 w 11269336"/>
              <a:gd name="connsiteY237" fmla="*/ 2212688 h 2323145"/>
              <a:gd name="connsiteX238" fmla="*/ 1239614 w 11269336"/>
              <a:gd name="connsiteY238" fmla="*/ 2209727 h 2323145"/>
              <a:gd name="connsiteX239" fmla="*/ 1202436 w 11269336"/>
              <a:gd name="connsiteY239" fmla="*/ 2209817 h 2323145"/>
              <a:gd name="connsiteX240" fmla="*/ 1136097 w 11269336"/>
              <a:gd name="connsiteY240" fmla="*/ 2205112 h 2323145"/>
              <a:gd name="connsiteX241" fmla="*/ 988232 w 11269336"/>
              <a:gd name="connsiteY241" fmla="*/ 2235635 h 2323145"/>
              <a:gd name="connsiteX242" fmla="*/ 981959 w 11269336"/>
              <a:gd name="connsiteY242" fmla="*/ 2231607 h 2323145"/>
              <a:gd name="connsiteX243" fmla="*/ 938600 w 11269336"/>
              <a:gd name="connsiteY243" fmla="*/ 2238113 h 2323145"/>
              <a:gd name="connsiteX244" fmla="*/ 791788 w 11269336"/>
              <a:gd name="connsiteY244" fmla="*/ 2293224 h 2323145"/>
              <a:gd name="connsiteX245" fmla="*/ 706914 w 11269336"/>
              <a:gd name="connsiteY245" fmla="*/ 2305046 h 2323145"/>
              <a:gd name="connsiteX246" fmla="*/ 675971 w 11269336"/>
              <a:gd name="connsiteY246" fmla="*/ 2304030 h 2323145"/>
              <a:gd name="connsiteX247" fmla="*/ 624180 w 11269336"/>
              <a:gd name="connsiteY247" fmla="*/ 2302650 h 2323145"/>
              <a:gd name="connsiteX248" fmla="*/ 583453 w 11269336"/>
              <a:gd name="connsiteY248" fmla="*/ 2288788 h 2323145"/>
              <a:gd name="connsiteX249" fmla="*/ 540946 w 11269336"/>
              <a:gd name="connsiteY249" fmla="*/ 2292721 h 2323145"/>
              <a:gd name="connsiteX250" fmla="*/ 533680 w 11269336"/>
              <a:gd name="connsiteY250" fmla="*/ 2310233 h 2323145"/>
              <a:gd name="connsiteX251" fmla="*/ 487366 w 11269336"/>
              <a:gd name="connsiteY251" fmla="*/ 2309053 h 2323145"/>
              <a:gd name="connsiteX252" fmla="*/ 416820 w 11269336"/>
              <a:gd name="connsiteY252" fmla="*/ 2305443 h 2323145"/>
              <a:gd name="connsiteX253" fmla="*/ 376805 w 11269336"/>
              <a:gd name="connsiteY253" fmla="*/ 2307647 h 2323145"/>
              <a:gd name="connsiteX254" fmla="*/ 266777 w 11269336"/>
              <a:gd name="connsiteY254" fmla="*/ 2309012 h 2323145"/>
              <a:gd name="connsiteX255" fmla="*/ 156013 w 11269336"/>
              <a:gd name="connsiteY255" fmla="*/ 2306832 h 2323145"/>
              <a:gd name="connsiteX256" fmla="*/ 87258 w 11269336"/>
              <a:gd name="connsiteY256" fmla="*/ 2285511 h 2323145"/>
              <a:gd name="connsiteX257" fmla="*/ 23798 w 11269336"/>
              <a:gd name="connsiteY257" fmla="*/ 2281822 h 2323145"/>
              <a:gd name="connsiteX258" fmla="*/ 0 w 11269336"/>
              <a:gd name="connsiteY258" fmla="*/ 2285369 h 2323145"/>
              <a:gd name="connsiteX259" fmla="*/ 0 w 11269336"/>
              <a:gd name="connsiteY259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765388 w 11269336"/>
              <a:gd name="connsiteY135" fmla="*/ 2162525 h 2323145"/>
              <a:gd name="connsiteX136" fmla="*/ 4745033 w 11269336"/>
              <a:gd name="connsiteY136" fmla="*/ 2158859 h 2323145"/>
              <a:gd name="connsiteX137" fmla="*/ 4741475 w 11269336"/>
              <a:gd name="connsiteY137" fmla="*/ 2157998 h 2323145"/>
              <a:gd name="connsiteX138" fmla="*/ 4728247 w 11269336"/>
              <a:gd name="connsiteY138" fmla="*/ 2159526 h 2323145"/>
              <a:gd name="connsiteX139" fmla="*/ 4723263 w 11269336"/>
              <a:gd name="connsiteY139" fmla="*/ 2153742 h 2323145"/>
              <a:gd name="connsiteX140" fmla="*/ 4593061 w 11269336"/>
              <a:gd name="connsiteY140" fmla="*/ 2171597 h 2323145"/>
              <a:gd name="connsiteX141" fmla="*/ 4533444 w 11269336"/>
              <a:gd name="connsiteY141" fmla="*/ 2181200 h 2323145"/>
              <a:gd name="connsiteX142" fmla="*/ 4492832 w 11269336"/>
              <a:gd name="connsiteY142" fmla="*/ 2188033 h 2323145"/>
              <a:gd name="connsiteX143" fmla="*/ 4467257 w 11269336"/>
              <a:gd name="connsiteY143" fmla="*/ 2196121 h 2323145"/>
              <a:gd name="connsiteX144" fmla="*/ 4459937 w 11269336"/>
              <a:gd name="connsiteY144" fmla="*/ 2195182 h 2323145"/>
              <a:gd name="connsiteX145" fmla="*/ 4433312 w 11269336"/>
              <a:gd name="connsiteY145" fmla="*/ 2199004 h 2323145"/>
              <a:gd name="connsiteX146" fmla="*/ 4420601 w 11269336"/>
              <a:gd name="connsiteY146" fmla="*/ 2205158 h 2323145"/>
              <a:gd name="connsiteX147" fmla="*/ 4405765 w 11269336"/>
              <a:gd name="connsiteY147" fmla="*/ 2199902 h 2323145"/>
              <a:gd name="connsiteX148" fmla="*/ 4401354 w 11269336"/>
              <a:gd name="connsiteY148" fmla="*/ 2194745 h 2323145"/>
              <a:gd name="connsiteX149" fmla="*/ 4383151 w 11269336"/>
              <a:gd name="connsiteY149" fmla="*/ 2201140 h 2323145"/>
              <a:gd name="connsiteX150" fmla="*/ 4366646 w 11269336"/>
              <a:gd name="connsiteY150" fmla="*/ 2198564 h 2323145"/>
              <a:gd name="connsiteX151" fmla="*/ 4354009 w 11269336"/>
              <a:gd name="connsiteY151" fmla="*/ 2204984 h 2323145"/>
              <a:gd name="connsiteX152" fmla="*/ 4348284 w 11269336"/>
              <a:gd name="connsiteY152" fmla="*/ 2205270 h 2323145"/>
              <a:gd name="connsiteX153" fmla="*/ 4333906 w 11269336"/>
              <a:gd name="connsiteY153" fmla="*/ 2205251 h 2323145"/>
              <a:gd name="connsiteX154" fmla="*/ 4308819 w 11269336"/>
              <a:gd name="connsiteY154" fmla="*/ 2203822 h 2323145"/>
              <a:gd name="connsiteX155" fmla="*/ 4301210 w 11269336"/>
              <a:gd name="connsiteY155" fmla="*/ 2204456 h 2323145"/>
              <a:gd name="connsiteX156" fmla="*/ 4283095 w 11269336"/>
              <a:gd name="connsiteY156" fmla="*/ 2198177 h 2323145"/>
              <a:gd name="connsiteX157" fmla="*/ 4250119 w 11269336"/>
              <a:gd name="connsiteY157" fmla="*/ 2196342 h 2323145"/>
              <a:gd name="connsiteX158" fmla="*/ 4189203 w 11269336"/>
              <a:gd name="connsiteY158" fmla="*/ 2178994 h 2323145"/>
              <a:gd name="connsiteX159" fmla="*/ 4154035 w 11269336"/>
              <a:gd name="connsiteY159" fmla="*/ 2171950 h 2323145"/>
              <a:gd name="connsiteX160" fmla="*/ 4129569 w 11269336"/>
              <a:gd name="connsiteY160" fmla="*/ 2163850 h 2323145"/>
              <a:gd name="connsiteX161" fmla="*/ 4061250 w 11269336"/>
              <a:gd name="connsiteY161" fmla="*/ 2159236 h 2323145"/>
              <a:gd name="connsiteX162" fmla="*/ 3945480 w 11269336"/>
              <a:gd name="connsiteY162" fmla="*/ 2158279 h 2323145"/>
              <a:gd name="connsiteX163" fmla="*/ 3921468 w 11269336"/>
              <a:gd name="connsiteY163" fmla="*/ 2156588 h 2323145"/>
              <a:gd name="connsiteX164" fmla="*/ 3903348 w 11269336"/>
              <a:gd name="connsiteY164" fmla="*/ 2149220 h 2323145"/>
              <a:gd name="connsiteX165" fmla="*/ 3901342 w 11269336"/>
              <a:gd name="connsiteY165" fmla="*/ 2142355 h 2323145"/>
              <a:gd name="connsiteX166" fmla="*/ 3888539 w 11269336"/>
              <a:gd name="connsiteY166" fmla="*/ 2140476 h 2323145"/>
              <a:gd name="connsiteX167" fmla="*/ 3885662 w 11269336"/>
              <a:gd name="connsiteY167" fmla="*/ 2138740 h 2323145"/>
              <a:gd name="connsiteX168" fmla="*/ 3868627 w 11269336"/>
              <a:gd name="connsiteY168" fmla="*/ 2130023 h 2323145"/>
              <a:gd name="connsiteX169" fmla="*/ 3819177 w 11269336"/>
              <a:gd name="connsiteY169" fmla="*/ 2142111 h 2323145"/>
              <a:gd name="connsiteX170" fmla="*/ 3769100 w 11269336"/>
              <a:gd name="connsiteY170" fmla="*/ 2131731 h 2323145"/>
              <a:gd name="connsiteX171" fmla="*/ 3562752 w 11269336"/>
              <a:gd name="connsiteY171" fmla="*/ 2131785 h 2323145"/>
              <a:gd name="connsiteX172" fmla="*/ 3541402 w 11269336"/>
              <a:gd name="connsiteY172" fmla="*/ 2106821 h 2323145"/>
              <a:gd name="connsiteX173" fmla="*/ 3365341 w 11269336"/>
              <a:gd name="connsiteY173" fmla="*/ 2077638 h 2323145"/>
              <a:gd name="connsiteX174" fmla="*/ 3170922 w 11269336"/>
              <a:gd name="connsiteY174" fmla="*/ 2115957 h 2323145"/>
              <a:gd name="connsiteX175" fmla="*/ 3156256 w 11269336"/>
              <a:gd name="connsiteY175" fmla="*/ 2124773 h 2323145"/>
              <a:gd name="connsiteX176" fmla="*/ 3140298 w 11269336"/>
              <a:gd name="connsiteY176" fmla="*/ 2129182 h 2323145"/>
              <a:gd name="connsiteX177" fmla="*/ 3138514 w 11269336"/>
              <a:gd name="connsiteY177" fmla="*/ 2128069 h 2323145"/>
              <a:gd name="connsiteX178" fmla="*/ 3120467 w 11269336"/>
              <a:gd name="connsiteY178" fmla="*/ 2128281 h 2323145"/>
              <a:gd name="connsiteX179" fmla="*/ 3116175 w 11269336"/>
              <a:gd name="connsiteY179" fmla="*/ 2131633 h 2323145"/>
              <a:gd name="connsiteX180" fmla="*/ 3103685 w 11269336"/>
              <a:gd name="connsiteY180" fmla="*/ 2132814 h 2323145"/>
              <a:gd name="connsiteX181" fmla="*/ 3078794 w 11269336"/>
              <a:gd name="connsiteY181" fmla="*/ 2137935 h 2323145"/>
              <a:gd name="connsiteX182" fmla="*/ 3074407 w 11269336"/>
              <a:gd name="connsiteY182" fmla="*/ 2136274 h 2323145"/>
              <a:gd name="connsiteX183" fmla="*/ 3037285 w 11269336"/>
              <a:gd name="connsiteY183" fmla="*/ 2139919 h 2323145"/>
              <a:gd name="connsiteX184" fmla="*/ 3036901 w 11269336"/>
              <a:gd name="connsiteY184" fmla="*/ 2138726 h 2323145"/>
              <a:gd name="connsiteX185" fmla="*/ 3026996 w 11269336"/>
              <a:gd name="connsiteY185" fmla="*/ 2134322 h 2323145"/>
              <a:gd name="connsiteX186" fmla="*/ 3007772 w 11269336"/>
              <a:gd name="connsiteY186" fmla="*/ 2128742 h 2323145"/>
              <a:gd name="connsiteX187" fmla="*/ 2965030 w 11269336"/>
              <a:gd name="connsiteY187" fmla="*/ 2100494 h 2323145"/>
              <a:gd name="connsiteX188" fmla="*/ 2926342 w 11269336"/>
              <a:gd name="connsiteY188" fmla="*/ 2104155 h 2323145"/>
              <a:gd name="connsiteX189" fmla="*/ 2918608 w 11269336"/>
              <a:gd name="connsiteY189" fmla="*/ 2104215 h 2323145"/>
              <a:gd name="connsiteX190" fmla="*/ 2918475 w 11269336"/>
              <a:gd name="connsiteY190" fmla="*/ 2103937 h 2323145"/>
              <a:gd name="connsiteX191" fmla="*/ 2910360 w 11269336"/>
              <a:gd name="connsiteY191" fmla="*/ 2103444 h 2323145"/>
              <a:gd name="connsiteX192" fmla="*/ 2904507 w 11269336"/>
              <a:gd name="connsiteY192" fmla="*/ 2104326 h 2323145"/>
              <a:gd name="connsiteX193" fmla="*/ 2889503 w 11269336"/>
              <a:gd name="connsiteY193" fmla="*/ 2104443 h 2323145"/>
              <a:gd name="connsiteX194" fmla="*/ 2884480 w 11269336"/>
              <a:gd name="connsiteY194" fmla="*/ 2102626 h 2323145"/>
              <a:gd name="connsiteX195" fmla="*/ 2882689 w 11269336"/>
              <a:gd name="connsiteY195" fmla="*/ 2099228 h 2323145"/>
              <a:gd name="connsiteX196" fmla="*/ 2881291 w 11269336"/>
              <a:gd name="connsiteY196" fmla="*/ 2099618 h 2323145"/>
              <a:gd name="connsiteX197" fmla="*/ 2853979 w 11269336"/>
              <a:gd name="connsiteY197" fmla="*/ 2090388 h 2323145"/>
              <a:gd name="connsiteX198" fmla="*/ 2791790 w 11269336"/>
              <a:gd name="connsiteY198" fmla="*/ 2080332 h 2323145"/>
              <a:gd name="connsiteX199" fmla="*/ 2755844 w 11269336"/>
              <a:gd name="connsiteY199" fmla="*/ 2078874 h 2323145"/>
              <a:gd name="connsiteX200" fmla="*/ 2657742 w 11269336"/>
              <a:gd name="connsiteY200" fmla="*/ 2070179 h 2323145"/>
              <a:gd name="connsiteX201" fmla="*/ 2559549 w 11269336"/>
              <a:gd name="connsiteY201" fmla="*/ 2057873 h 2323145"/>
              <a:gd name="connsiteX202" fmla="*/ 2512054 w 11269336"/>
              <a:gd name="connsiteY202" fmla="*/ 2031671 h 2323145"/>
              <a:gd name="connsiteX203" fmla="*/ 2506437 w 11269336"/>
              <a:gd name="connsiteY203" fmla="*/ 2030918 h 2323145"/>
              <a:gd name="connsiteX204" fmla="*/ 2491752 w 11269336"/>
              <a:gd name="connsiteY204" fmla="*/ 2033906 h 2323145"/>
              <a:gd name="connsiteX205" fmla="*/ 2486338 w 11269336"/>
              <a:gd name="connsiteY205" fmla="*/ 2035862 h 2323145"/>
              <a:gd name="connsiteX206" fmla="*/ 2478186 w 11269336"/>
              <a:gd name="connsiteY206" fmla="*/ 2036953 h 2323145"/>
              <a:gd name="connsiteX207" fmla="*/ 2477950 w 11269336"/>
              <a:gd name="connsiteY207" fmla="*/ 2036715 h 2323145"/>
              <a:gd name="connsiteX208" fmla="*/ 2470381 w 11269336"/>
              <a:gd name="connsiteY208" fmla="*/ 2038256 h 2323145"/>
              <a:gd name="connsiteX209" fmla="*/ 2433781 w 11269336"/>
              <a:gd name="connsiteY209" fmla="*/ 2049140 h 2323145"/>
              <a:gd name="connsiteX210" fmla="*/ 2381172 w 11269336"/>
              <a:gd name="connsiteY210" fmla="*/ 2030645 h 2323145"/>
              <a:gd name="connsiteX211" fmla="*/ 2360198 w 11269336"/>
              <a:gd name="connsiteY211" fmla="*/ 2029059 h 2323145"/>
              <a:gd name="connsiteX212" fmla="*/ 2348815 w 11269336"/>
              <a:gd name="connsiteY212" fmla="*/ 2026798 h 2323145"/>
              <a:gd name="connsiteX213" fmla="*/ 2347988 w 11269336"/>
              <a:gd name="connsiteY213" fmla="*/ 2025745 h 2323145"/>
              <a:gd name="connsiteX214" fmla="*/ 2312920 w 11269336"/>
              <a:gd name="connsiteY214" fmla="*/ 2036311 h 2323145"/>
              <a:gd name="connsiteX215" fmla="*/ 2307986 w 11269336"/>
              <a:gd name="connsiteY215" fmla="*/ 2035583 h 2323145"/>
              <a:gd name="connsiteX216" fmla="*/ 2285481 w 11269336"/>
              <a:gd name="connsiteY216" fmla="*/ 2045197 h 2323145"/>
              <a:gd name="connsiteX217" fmla="*/ 2273666 w 11269336"/>
              <a:gd name="connsiteY217" fmla="*/ 2048710 h 2323145"/>
              <a:gd name="connsiteX218" fmla="*/ 2270719 w 11269336"/>
              <a:gd name="connsiteY218" fmla="*/ 2052702 h 2323145"/>
              <a:gd name="connsiteX219" fmla="*/ 2253080 w 11269336"/>
              <a:gd name="connsiteY219" fmla="*/ 2056363 h 2323145"/>
              <a:gd name="connsiteX220" fmla="*/ 2250906 w 11269336"/>
              <a:gd name="connsiteY220" fmla="*/ 2055654 h 2323145"/>
              <a:gd name="connsiteX221" fmla="*/ 2236905 w 11269336"/>
              <a:gd name="connsiteY221" fmla="*/ 2062882 h 2323145"/>
              <a:gd name="connsiteX222" fmla="*/ 2225830 w 11269336"/>
              <a:gd name="connsiteY222" fmla="*/ 2074027 h 2323145"/>
              <a:gd name="connsiteX223" fmla="*/ 2073776 w 11269336"/>
              <a:gd name="connsiteY223" fmla="*/ 2089244 h 2323145"/>
              <a:gd name="connsiteX224" fmla="*/ 1948256 w 11269336"/>
              <a:gd name="connsiteY224" fmla="*/ 2146616 h 2323145"/>
              <a:gd name="connsiteX225" fmla="*/ 1865582 w 11269336"/>
              <a:gd name="connsiteY225" fmla="*/ 2153738 h 2323145"/>
              <a:gd name="connsiteX226" fmla="*/ 1835210 w 11269336"/>
              <a:gd name="connsiteY226" fmla="*/ 2134244 h 2323145"/>
              <a:gd name="connsiteX227" fmla="*/ 1632661 w 11269336"/>
              <a:gd name="connsiteY227" fmla="*/ 2173882 h 2323145"/>
              <a:gd name="connsiteX228" fmla="*/ 1579590 w 11269336"/>
              <a:gd name="connsiteY228" fmla="*/ 2173680 h 2323145"/>
              <a:gd name="connsiteX229" fmla="*/ 1535601 w 11269336"/>
              <a:gd name="connsiteY229" fmla="*/ 2194590 h 2323145"/>
              <a:gd name="connsiteX230" fmla="*/ 1515594 w 11269336"/>
              <a:gd name="connsiteY230" fmla="*/ 2189622 h 2323145"/>
              <a:gd name="connsiteX231" fmla="*/ 1512113 w 11269336"/>
              <a:gd name="connsiteY231" fmla="*/ 2188534 h 2323145"/>
              <a:gd name="connsiteX232" fmla="*/ 1498838 w 11269336"/>
              <a:gd name="connsiteY232" fmla="*/ 2189213 h 2323145"/>
              <a:gd name="connsiteX233" fmla="*/ 1494279 w 11269336"/>
              <a:gd name="connsiteY233" fmla="*/ 2183112 h 2323145"/>
              <a:gd name="connsiteX234" fmla="*/ 1473714 w 11269336"/>
              <a:gd name="connsiteY234" fmla="*/ 2179625 h 2323145"/>
              <a:gd name="connsiteX235" fmla="*/ 1449503 w 11269336"/>
              <a:gd name="connsiteY235" fmla="*/ 2182633 h 2323145"/>
              <a:gd name="connsiteX236" fmla="*/ 1266687 w 11269336"/>
              <a:gd name="connsiteY236" fmla="*/ 2212688 h 2323145"/>
              <a:gd name="connsiteX237" fmla="*/ 1239614 w 11269336"/>
              <a:gd name="connsiteY237" fmla="*/ 2209727 h 2323145"/>
              <a:gd name="connsiteX238" fmla="*/ 1202436 w 11269336"/>
              <a:gd name="connsiteY238" fmla="*/ 2209817 h 2323145"/>
              <a:gd name="connsiteX239" fmla="*/ 1136097 w 11269336"/>
              <a:gd name="connsiteY239" fmla="*/ 2205112 h 2323145"/>
              <a:gd name="connsiteX240" fmla="*/ 988232 w 11269336"/>
              <a:gd name="connsiteY240" fmla="*/ 2235635 h 2323145"/>
              <a:gd name="connsiteX241" fmla="*/ 981959 w 11269336"/>
              <a:gd name="connsiteY241" fmla="*/ 2231607 h 2323145"/>
              <a:gd name="connsiteX242" fmla="*/ 938600 w 11269336"/>
              <a:gd name="connsiteY242" fmla="*/ 2238113 h 2323145"/>
              <a:gd name="connsiteX243" fmla="*/ 791788 w 11269336"/>
              <a:gd name="connsiteY243" fmla="*/ 2293224 h 2323145"/>
              <a:gd name="connsiteX244" fmla="*/ 706914 w 11269336"/>
              <a:gd name="connsiteY244" fmla="*/ 2305046 h 2323145"/>
              <a:gd name="connsiteX245" fmla="*/ 675971 w 11269336"/>
              <a:gd name="connsiteY245" fmla="*/ 2304030 h 2323145"/>
              <a:gd name="connsiteX246" fmla="*/ 624180 w 11269336"/>
              <a:gd name="connsiteY246" fmla="*/ 2302650 h 2323145"/>
              <a:gd name="connsiteX247" fmla="*/ 583453 w 11269336"/>
              <a:gd name="connsiteY247" fmla="*/ 2288788 h 2323145"/>
              <a:gd name="connsiteX248" fmla="*/ 540946 w 11269336"/>
              <a:gd name="connsiteY248" fmla="*/ 2292721 h 2323145"/>
              <a:gd name="connsiteX249" fmla="*/ 533680 w 11269336"/>
              <a:gd name="connsiteY249" fmla="*/ 2310233 h 2323145"/>
              <a:gd name="connsiteX250" fmla="*/ 487366 w 11269336"/>
              <a:gd name="connsiteY250" fmla="*/ 2309053 h 2323145"/>
              <a:gd name="connsiteX251" fmla="*/ 416820 w 11269336"/>
              <a:gd name="connsiteY251" fmla="*/ 2305443 h 2323145"/>
              <a:gd name="connsiteX252" fmla="*/ 376805 w 11269336"/>
              <a:gd name="connsiteY252" fmla="*/ 2307647 h 2323145"/>
              <a:gd name="connsiteX253" fmla="*/ 266777 w 11269336"/>
              <a:gd name="connsiteY253" fmla="*/ 2309012 h 2323145"/>
              <a:gd name="connsiteX254" fmla="*/ 156013 w 11269336"/>
              <a:gd name="connsiteY254" fmla="*/ 2306832 h 2323145"/>
              <a:gd name="connsiteX255" fmla="*/ 87258 w 11269336"/>
              <a:gd name="connsiteY255" fmla="*/ 2285511 h 2323145"/>
              <a:gd name="connsiteX256" fmla="*/ 23798 w 11269336"/>
              <a:gd name="connsiteY256" fmla="*/ 2281822 h 2323145"/>
              <a:gd name="connsiteX257" fmla="*/ 0 w 11269336"/>
              <a:gd name="connsiteY257" fmla="*/ 2285369 h 2323145"/>
              <a:gd name="connsiteX258" fmla="*/ 0 w 11269336"/>
              <a:gd name="connsiteY258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765388 w 11269336"/>
              <a:gd name="connsiteY135" fmla="*/ 2162525 h 2323145"/>
              <a:gd name="connsiteX136" fmla="*/ 4745033 w 11269336"/>
              <a:gd name="connsiteY136" fmla="*/ 2158859 h 2323145"/>
              <a:gd name="connsiteX137" fmla="*/ 4741475 w 11269336"/>
              <a:gd name="connsiteY137" fmla="*/ 2157998 h 2323145"/>
              <a:gd name="connsiteX138" fmla="*/ 4728247 w 11269336"/>
              <a:gd name="connsiteY138" fmla="*/ 2159526 h 2323145"/>
              <a:gd name="connsiteX139" fmla="*/ 4723263 w 11269336"/>
              <a:gd name="connsiteY139" fmla="*/ 2153742 h 2323145"/>
              <a:gd name="connsiteX140" fmla="*/ 4593061 w 11269336"/>
              <a:gd name="connsiteY140" fmla="*/ 2171597 h 2323145"/>
              <a:gd name="connsiteX141" fmla="*/ 4533444 w 11269336"/>
              <a:gd name="connsiteY141" fmla="*/ 2181200 h 2323145"/>
              <a:gd name="connsiteX142" fmla="*/ 4492832 w 11269336"/>
              <a:gd name="connsiteY142" fmla="*/ 2188033 h 2323145"/>
              <a:gd name="connsiteX143" fmla="*/ 4467257 w 11269336"/>
              <a:gd name="connsiteY143" fmla="*/ 2196121 h 2323145"/>
              <a:gd name="connsiteX144" fmla="*/ 4459937 w 11269336"/>
              <a:gd name="connsiteY144" fmla="*/ 2195182 h 2323145"/>
              <a:gd name="connsiteX145" fmla="*/ 4433312 w 11269336"/>
              <a:gd name="connsiteY145" fmla="*/ 2199004 h 2323145"/>
              <a:gd name="connsiteX146" fmla="*/ 4420601 w 11269336"/>
              <a:gd name="connsiteY146" fmla="*/ 2205158 h 2323145"/>
              <a:gd name="connsiteX147" fmla="*/ 4405765 w 11269336"/>
              <a:gd name="connsiteY147" fmla="*/ 2199902 h 2323145"/>
              <a:gd name="connsiteX148" fmla="*/ 4401354 w 11269336"/>
              <a:gd name="connsiteY148" fmla="*/ 2194745 h 2323145"/>
              <a:gd name="connsiteX149" fmla="*/ 4366646 w 11269336"/>
              <a:gd name="connsiteY149" fmla="*/ 2198564 h 2323145"/>
              <a:gd name="connsiteX150" fmla="*/ 4354009 w 11269336"/>
              <a:gd name="connsiteY150" fmla="*/ 2204984 h 2323145"/>
              <a:gd name="connsiteX151" fmla="*/ 4348284 w 11269336"/>
              <a:gd name="connsiteY151" fmla="*/ 2205270 h 2323145"/>
              <a:gd name="connsiteX152" fmla="*/ 4333906 w 11269336"/>
              <a:gd name="connsiteY152" fmla="*/ 2205251 h 2323145"/>
              <a:gd name="connsiteX153" fmla="*/ 4308819 w 11269336"/>
              <a:gd name="connsiteY153" fmla="*/ 2203822 h 2323145"/>
              <a:gd name="connsiteX154" fmla="*/ 4301210 w 11269336"/>
              <a:gd name="connsiteY154" fmla="*/ 2204456 h 2323145"/>
              <a:gd name="connsiteX155" fmla="*/ 4283095 w 11269336"/>
              <a:gd name="connsiteY155" fmla="*/ 2198177 h 2323145"/>
              <a:gd name="connsiteX156" fmla="*/ 4250119 w 11269336"/>
              <a:gd name="connsiteY156" fmla="*/ 2196342 h 2323145"/>
              <a:gd name="connsiteX157" fmla="*/ 4189203 w 11269336"/>
              <a:gd name="connsiteY157" fmla="*/ 2178994 h 2323145"/>
              <a:gd name="connsiteX158" fmla="*/ 4154035 w 11269336"/>
              <a:gd name="connsiteY158" fmla="*/ 2171950 h 2323145"/>
              <a:gd name="connsiteX159" fmla="*/ 4129569 w 11269336"/>
              <a:gd name="connsiteY159" fmla="*/ 2163850 h 2323145"/>
              <a:gd name="connsiteX160" fmla="*/ 4061250 w 11269336"/>
              <a:gd name="connsiteY160" fmla="*/ 2159236 h 2323145"/>
              <a:gd name="connsiteX161" fmla="*/ 3945480 w 11269336"/>
              <a:gd name="connsiteY161" fmla="*/ 2158279 h 2323145"/>
              <a:gd name="connsiteX162" fmla="*/ 3921468 w 11269336"/>
              <a:gd name="connsiteY162" fmla="*/ 2156588 h 2323145"/>
              <a:gd name="connsiteX163" fmla="*/ 3903348 w 11269336"/>
              <a:gd name="connsiteY163" fmla="*/ 2149220 h 2323145"/>
              <a:gd name="connsiteX164" fmla="*/ 3901342 w 11269336"/>
              <a:gd name="connsiteY164" fmla="*/ 2142355 h 2323145"/>
              <a:gd name="connsiteX165" fmla="*/ 3888539 w 11269336"/>
              <a:gd name="connsiteY165" fmla="*/ 2140476 h 2323145"/>
              <a:gd name="connsiteX166" fmla="*/ 3885662 w 11269336"/>
              <a:gd name="connsiteY166" fmla="*/ 2138740 h 2323145"/>
              <a:gd name="connsiteX167" fmla="*/ 3868627 w 11269336"/>
              <a:gd name="connsiteY167" fmla="*/ 2130023 h 2323145"/>
              <a:gd name="connsiteX168" fmla="*/ 3819177 w 11269336"/>
              <a:gd name="connsiteY168" fmla="*/ 2142111 h 2323145"/>
              <a:gd name="connsiteX169" fmla="*/ 3769100 w 11269336"/>
              <a:gd name="connsiteY169" fmla="*/ 2131731 h 2323145"/>
              <a:gd name="connsiteX170" fmla="*/ 3562752 w 11269336"/>
              <a:gd name="connsiteY170" fmla="*/ 2131785 h 2323145"/>
              <a:gd name="connsiteX171" fmla="*/ 3541402 w 11269336"/>
              <a:gd name="connsiteY171" fmla="*/ 2106821 h 2323145"/>
              <a:gd name="connsiteX172" fmla="*/ 3365341 w 11269336"/>
              <a:gd name="connsiteY172" fmla="*/ 2077638 h 2323145"/>
              <a:gd name="connsiteX173" fmla="*/ 3170922 w 11269336"/>
              <a:gd name="connsiteY173" fmla="*/ 2115957 h 2323145"/>
              <a:gd name="connsiteX174" fmla="*/ 3156256 w 11269336"/>
              <a:gd name="connsiteY174" fmla="*/ 2124773 h 2323145"/>
              <a:gd name="connsiteX175" fmla="*/ 3140298 w 11269336"/>
              <a:gd name="connsiteY175" fmla="*/ 2129182 h 2323145"/>
              <a:gd name="connsiteX176" fmla="*/ 3138514 w 11269336"/>
              <a:gd name="connsiteY176" fmla="*/ 2128069 h 2323145"/>
              <a:gd name="connsiteX177" fmla="*/ 3120467 w 11269336"/>
              <a:gd name="connsiteY177" fmla="*/ 2128281 h 2323145"/>
              <a:gd name="connsiteX178" fmla="*/ 3116175 w 11269336"/>
              <a:gd name="connsiteY178" fmla="*/ 2131633 h 2323145"/>
              <a:gd name="connsiteX179" fmla="*/ 3103685 w 11269336"/>
              <a:gd name="connsiteY179" fmla="*/ 2132814 h 2323145"/>
              <a:gd name="connsiteX180" fmla="*/ 3078794 w 11269336"/>
              <a:gd name="connsiteY180" fmla="*/ 2137935 h 2323145"/>
              <a:gd name="connsiteX181" fmla="*/ 3074407 w 11269336"/>
              <a:gd name="connsiteY181" fmla="*/ 2136274 h 2323145"/>
              <a:gd name="connsiteX182" fmla="*/ 3037285 w 11269336"/>
              <a:gd name="connsiteY182" fmla="*/ 2139919 h 2323145"/>
              <a:gd name="connsiteX183" fmla="*/ 3036901 w 11269336"/>
              <a:gd name="connsiteY183" fmla="*/ 2138726 h 2323145"/>
              <a:gd name="connsiteX184" fmla="*/ 3026996 w 11269336"/>
              <a:gd name="connsiteY184" fmla="*/ 2134322 h 2323145"/>
              <a:gd name="connsiteX185" fmla="*/ 3007772 w 11269336"/>
              <a:gd name="connsiteY185" fmla="*/ 2128742 h 2323145"/>
              <a:gd name="connsiteX186" fmla="*/ 2965030 w 11269336"/>
              <a:gd name="connsiteY186" fmla="*/ 2100494 h 2323145"/>
              <a:gd name="connsiteX187" fmla="*/ 2926342 w 11269336"/>
              <a:gd name="connsiteY187" fmla="*/ 2104155 h 2323145"/>
              <a:gd name="connsiteX188" fmla="*/ 2918608 w 11269336"/>
              <a:gd name="connsiteY188" fmla="*/ 2104215 h 2323145"/>
              <a:gd name="connsiteX189" fmla="*/ 2918475 w 11269336"/>
              <a:gd name="connsiteY189" fmla="*/ 2103937 h 2323145"/>
              <a:gd name="connsiteX190" fmla="*/ 2910360 w 11269336"/>
              <a:gd name="connsiteY190" fmla="*/ 2103444 h 2323145"/>
              <a:gd name="connsiteX191" fmla="*/ 2904507 w 11269336"/>
              <a:gd name="connsiteY191" fmla="*/ 2104326 h 2323145"/>
              <a:gd name="connsiteX192" fmla="*/ 2889503 w 11269336"/>
              <a:gd name="connsiteY192" fmla="*/ 2104443 h 2323145"/>
              <a:gd name="connsiteX193" fmla="*/ 2884480 w 11269336"/>
              <a:gd name="connsiteY193" fmla="*/ 2102626 h 2323145"/>
              <a:gd name="connsiteX194" fmla="*/ 2882689 w 11269336"/>
              <a:gd name="connsiteY194" fmla="*/ 2099228 h 2323145"/>
              <a:gd name="connsiteX195" fmla="*/ 2881291 w 11269336"/>
              <a:gd name="connsiteY195" fmla="*/ 2099618 h 2323145"/>
              <a:gd name="connsiteX196" fmla="*/ 2853979 w 11269336"/>
              <a:gd name="connsiteY196" fmla="*/ 2090388 h 2323145"/>
              <a:gd name="connsiteX197" fmla="*/ 2791790 w 11269336"/>
              <a:gd name="connsiteY197" fmla="*/ 2080332 h 2323145"/>
              <a:gd name="connsiteX198" fmla="*/ 2755844 w 11269336"/>
              <a:gd name="connsiteY198" fmla="*/ 2078874 h 2323145"/>
              <a:gd name="connsiteX199" fmla="*/ 2657742 w 11269336"/>
              <a:gd name="connsiteY199" fmla="*/ 2070179 h 2323145"/>
              <a:gd name="connsiteX200" fmla="*/ 2559549 w 11269336"/>
              <a:gd name="connsiteY200" fmla="*/ 2057873 h 2323145"/>
              <a:gd name="connsiteX201" fmla="*/ 2512054 w 11269336"/>
              <a:gd name="connsiteY201" fmla="*/ 2031671 h 2323145"/>
              <a:gd name="connsiteX202" fmla="*/ 2506437 w 11269336"/>
              <a:gd name="connsiteY202" fmla="*/ 2030918 h 2323145"/>
              <a:gd name="connsiteX203" fmla="*/ 2491752 w 11269336"/>
              <a:gd name="connsiteY203" fmla="*/ 2033906 h 2323145"/>
              <a:gd name="connsiteX204" fmla="*/ 2486338 w 11269336"/>
              <a:gd name="connsiteY204" fmla="*/ 2035862 h 2323145"/>
              <a:gd name="connsiteX205" fmla="*/ 2478186 w 11269336"/>
              <a:gd name="connsiteY205" fmla="*/ 2036953 h 2323145"/>
              <a:gd name="connsiteX206" fmla="*/ 2477950 w 11269336"/>
              <a:gd name="connsiteY206" fmla="*/ 2036715 h 2323145"/>
              <a:gd name="connsiteX207" fmla="*/ 2470381 w 11269336"/>
              <a:gd name="connsiteY207" fmla="*/ 2038256 h 2323145"/>
              <a:gd name="connsiteX208" fmla="*/ 2433781 w 11269336"/>
              <a:gd name="connsiteY208" fmla="*/ 2049140 h 2323145"/>
              <a:gd name="connsiteX209" fmla="*/ 2381172 w 11269336"/>
              <a:gd name="connsiteY209" fmla="*/ 2030645 h 2323145"/>
              <a:gd name="connsiteX210" fmla="*/ 2360198 w 11269336"/>
              <a:gd name="connsiteY210" fmla="*/ 2029059 h 2323145"/>
              <a:gd name="connsiteX211" fmla="*/ 2348815 w 11269336"/>
              <a:gd name="connsiteY211" fmla="*/ 2026798 h 2323145"/>
              <a:gd name="connsiteX212" fmla="*/ 2347988 w 11269336"/>
              <a:gd name="connsiteY212" fmla="*/ 2025745 h 2323145"/>
              <a:gd name="connsiteX213" fmla="*/ 2312920 w 11269336"/>
              <a:gd name="connsiteY213" fmla="*/ 2036311 h 2323145"/>
              <a:gd name="connsiteX214" fmla="*/ 2307986 w 11269336"/>
              <a:gd name="connsiteY214" fmla="*/ 2035583 h 2323145"/>
              <a:gd name="connsiteX215" fmla="*/ 2285481 w 11269336"/>
              <a:gd name="connsiteY215" fmla="*/ 2045197 h 2323145"/>
              <a:gd name="connsiteX216" fmla="*/ 2273666 w 11269336"/>
              <a:gd name="connsiteY216" fmla="*/ 2048710 h 2323145"/>
              <a:gd name="connsiteX217" fmla="*/ 2270719 w 11269336"/>
              <a:gd name="connsiteY217" fmla="*/ 2052702 h 2323145"/>
              <a:gd name="connsiteX218" fmla="*/ 2253080 w 11269336"/>
              <a:gd name="connsiteY218" fmla="*/ 2056363 h 2323145"/>
              <a:gd name="connsiteX219" fmla="*/ 2250906 w 11269336"/>
              <a:gd name="connsiteY219" fmla="*/ 2055654 h 2323145"/>
              <a:gd name="connsiteX220" fmla="*/ 2236905 w 11269336"/>
              <a:gd name="connsiteY220" fmla="*/ 2062882 h 2323145"/>
              <a:gd name="connsiteX221" fmla="*/ 2225830 w 11269336"/>
              <a:gd name="connsiteY221" fmla="*/ 2074027 h 2323145"/>
              <a:gd name="connsiteX222" fmla="*/ 2073776 w 11269336"/>
              <a:gd name="connsiteY222" fmla="*/ 2089244 h 2323145"/>
              <a:gd name="connsiteX223" fmla="*/ 1948256 w 11269336"/>
              <a:gd name="connsiteY223" fmla="*/ 2146616 h 2323145"/>
              <a:gd name="connsiteX224" fmla="*/ 1865582 w 11269336"/>
              <a:gd name="connsiteY224" fmla="*/ 2153738 h 2323145"/>
              <a:gd name="connsiteX225" fmla="*/ 1835210 w 11269336"/>
              <a:gd name="connsiteY225" fmla="*/ 2134244 h 2323145"/>
              <a:gd name="connsiteX226" fmla="*/ 1632661 w 11269336"/>
              <a:gd name="connsiteY226" fmla="*/ 2173882 h 2323145"/>
              <a:gd name="connsiteX227" fmla="*/ 1579590 w 11269336"/>
              <a:gd name="connsiteY227" fmla="*/ 2173680 h 2323145"/>
              <a:gd name="connsiteX228" fmla="*/ 1535601 w 11269336"/>
              <a:gd name="connsiteY228" fmla="*/ 2194590 h 2323145"/>
              <a:gd name="connsiteX229" fmla="*/ 1515594 w 11269336"/>
              <a:gd name="connsiteY229" fmla="*/ 2189622 h 2323145"/>
              <a:gd name="connsiteX230" fmla="*/ 1512113 w 11269336"/>
              <a:gd name="connsiteY230" fmla="*/ 2188534 h 2323145"/>
              <a:gd name="connsiteX231" fmla="*/ 1498838 w 11269336"/>
              <a:gd name="connsiteY231" fmla="*/ 2189213 h 2323145"/>
              <a:gd name="connsiteX232" fmla="*/ 1494279 w 11269336"/>
              <a:gd name="connsiteY232" fmla="*/ 2183112 h 2323145"/>
              <a:gd name="connsiteX233" fmla="*/ 1473714 w 11269336"/>
              <a:gd name="connsiteY233" fmla="*/ 2179625 h 2323145"/>
              <a:gd name="connsiteX234" fmla="*/ 1449503 w 11269336"/>
              <a:gd name="connsiteY234" fmla="*/ 2182633 h 2323145"/>
              <a:gd name="connsiteX235" fmla="*/ 1266687 w 11269336"/>
              <a:gd name="connsiteY235" fmla="*/ 2212688 h 2323145"/>
              <a:gd name="connsiteX236" fmla="*/ 1239614 w 11269336"/>
              <a:gd name="connsiteY236" fmla="*/ 2209727 h 2323145"/>
              <a:gd name="connsiteX237" fmla="*/ 1202436 w 11269336"/>
              <a:gd name="connsiteY237" fmla="*/ 2209817 h 2323145"/>
              <a:gd name="connsiteX238" fmla="*/ 1136097 w 11269336"/>
              <a:gd name="connsiteY238" fmla="*/ 2205112 h 2323145"/>
              <a:gd name="connsiteX239" fmla="*/ 988232 w 11269336"/>
              <a:gd name="connsiteY239" fmla="*/ 2235635 h 2323145"/>
              <a:gd name="connsiteX240" fmla="*/ 981959 w 11269336"/>
              <a:gd name="connsiteY240" fmla="*/ 2231607 h 2323145"/>
              <a:gd name="connsiteX241" fmla="*/ 938600 w 11269336"/>
              <a:gd name="connsiteY241" fmla="*/ 2238113 h 2323145"/>
              <a:gd name="connsiteX242" fmla="*/ 791788 w 11269336"/>
              <a:gd name="connsiteY242" fmla="*/ 2293224 h 2323145"/>
              <a:gd name="connsiteX243" fmla="*/ 706914 w 11269336"/>
              <a:gd name="connsiteY243" fmla="*/ 2305046 h 2323145"/>
              <a:gd name="connsiteX244" fmla="*/ 675971 w 11269336"/>
              <a:gd name="connsiteY244" fmla="*/ 2304030 h 2323145"/>
              <a:gd name="connsiteX245" fmla="*/ 624180 w 11269336"/>
              <a:gd name="connsiteY245" fmla="*/ 2302650 h 2323145"/>
              <a:gd name="connsiteX246" fmla="*/ 583453 w 11269336"/>
              <a:gd name="connsiteY246" fmla="*/ 2288788 h 2323145"/>
              <a:gd name="connsiteX247" fmla="*/ 540946 w 11269336"/>
              <a:gd name="connsiteY247" fmla="*/ 2292721 h 2323145"/>
              <a:gd name="connsiteX248" fmla="*/ 533680 w 11269336"/>
              <a:gd name="connsiteY248" fmla="*/ 2310233 h 2323145"/>
              <a:gd name="connsiteX249" fmla="*/ 487366 w 11269336"/>
              <a:gd name="connsiteY249" fmla="*/ 2309053 h 2323145"/>
              <a:gd name="connsiteX250" fmla="*/ 416820 w 11269336"/>
              <a:gd name="connsiteY250" fmla="*/ 2305443 h 2323145"/>
              <a:gd name="connsiteX251" fmla="*/ 376805 w 11269336"/>
              <a:gd name="connsiteY251" fmla="*/ 2307647 h 2323145"/>
              <a:gd name="connsiteX252" fmla="*/ 266777 w 11269336"/>
              <a:gd name="connsiteY252" fmla="*/ 2309012 h 2323145"/>
              <a:gd name="connsiteX253" fmla="*/ 156013 w 11269336"/>
              <a:gd name="connsiteY253" fmla="*/ 2306832 h 2323145"/>
              <a:gd name="connsiteX254" fmla="*/ 87258 w 11269336"/>
              <a:gd name="connsiteY254" fmla="*/ 2285511 h 2323145"/>
              <a:gd name="connsiteX255" fmla="*/ 23798 w 11269336"/>
              <a:gd name="connsiteY255" fmla="*/ 2281822 h 2323145"/>
              <a:gd name="connsiteX256" fmla="*/ 0 w 11269336"/>
              <a:gd name="connsiteY256" fmla="*/ 2285369 h 2323145"/>
              <a:gd name="connsiteX257" fmla="*/ 0 w 11269336"/>
              <a:gd name="connsiteY257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765388 w 11269336"/>
              <a:gd name="connsiteY135" fmla="*/ 2162525 h 2323145"/>
              <a:gd name="connsiteX136" fmla="*/ 4745033 w 11269336"/>
              <a:gd name="connsiteY136" fmla="*/ 2158859 h 2323145"/>
              <a:gd name="connsiteX137" fmla="*/ 4741475 w 11269336"/>
              <a:gd name="connsiteY137" fmla="*/ 2157998 h 2323145"/>
              <a:gd name="connsiteX138" fmla="*/ 4728247 w 11269336"/>
              <a:gd name="connsiteY138" fmla="*/ 2159526 h 2323145"/>
              <a:gd name="connsiteX139" fmla="*/ 4723263 w 11269336"/>
              <a:gd name="connsiteY139" fmla="*/ 2153742 h 2323145"/>
              <a:gd name="connsiteX140" fmla="*/ 4593061 w 11269336"/>
              <a:gd name="connsiteY140" fmla="*/ 2171597 h 2323145"/>
              <a:gd name="connsiteX141" fmla="*/ 4533444 w 11269336"/>
              <a:gd name="connsiteY141" fmla="*/ 2181200 h 2323145"/>
              <a:gd name="connsiteX142" fmla="*/ 4492832 w 11269336"/>
              <a:gd name="connsiteY142" fmla="*/ 2188033 h 2323145"/>
              <a:gd name="connsiteX143" fmla="*/ 4467257 w 11269336"/>
              <a:gd name="connsiteY143" fmla="*/ 2196121 h 2323145"/>
              <a:gd name="connsiteX144" fmla="*/ 4459937 w 11269336"/>
              <a:gd name="connsiteY144" fmla="*/ 2195182 h 2323145"/>
              <a:gd name="connsiteX145" fmla="*/ 4433312 w 11269336"/>
              <a:gd name="connsiteY145" fmla="*/ 2199004 h 2323145"/>
              <a:gd name="connsiteX146" fmla="*/ 4405765 w 11269336"/>
              <a:gd name="connsiteY146" fmla="*/ 2199902 h 2323145"/>
              <a:gd name="connsiteX147" fmla="*/ 4401354 w 11269336"/>
              <a:gd name="connsiteY147" fmla="*/ 2194745 h 2323145"/>
              <a:gd name="connsiteX148" fmla="*/ 4366646 w 11269336"/>
              <a:gd name="connsiteY148" fmla="*/ 2198564 h 2323145"/>
              <a:gd name="connsiteX149" fmla="*/ 4354009 w 11269336"/>
              <a:gd name="connsiteY149" fmla="*/ 2204984 h 2323145"/>
              <a:gd name="connsiteX150" fmla="*/ 4348284 w 11269336"/>
              <a:gd name="connsiteY150" fmla="*/ 2205270 h 2323145"/>
              <a:gd name="connsiteX151" fmla="*/ 4333906 w 11269336"/>
              <a:gd name="connsiteY151" fmla="*/ 2205251 h 2323145"/>
              <a:gd name="connsiteX152" fmla="*/ 4308819 w 11269336"/>
              <a:gd name="connsiteY152" fmla="*/ 2203822 h 2323145"/>
              <a:gd name="connsiteX153" fmla="*/ 4301210 w 11269336"/>
              <a:gd name="connsiteY153" fmla="*/ 2204456 h 2323145"/>
              <a:gd name="connsiteX154" fmla="*/ 4283095 w 11269336"/>
              <a:gd name="connsiteY154" fmla="*/ 2198177 h 2323145"/>
              <a:gd name="connsiteX155" fmla="*/ 4250119 w 11269336"/>
              <a:gd name="connsiteY155" fmla="*/ 2196342 h 2323145"/>
              <a:gd name="connsiteX156" fmla="*/ 4189203 w 11269336"/>
              <a:gd name="connsiteY156" fmla="*/ 2178994 h 2323145"/>
              <a:gd name="connsiteX157" fmla="*/ 4154035 w 11269336"/>
              <a:gd name="connsiteY157" fmla="*/ 2171950 h 2323145"/>
              <a:gd name="connsiteX158" fmla="*/ 4129569 w 11269336"/>
              <a:gd name="connsiteY158" fmla="*/ 2163850 h 2323145"/>
              <a:gd name="connsiteX159" fmla="*/ 4061250 w 11269336"/>
              <a:gd name="connsiteY159" fmla="*/ 2159236 h 2323145"/>
              <a:gd name="connsiteX160" fmla="*/ 3945480 w 11269336"/>
              <a:gd name="connsiteY160" fmla="*/ 2158279 h 2323145"/>
              <a:gd name="connsiteX161" fmla="*/ 3921468 w 11269336"/>
              <a:gd name="connsiteY161" fmla="*/ 2156588 h 2323145"/>
              <a:gd name="connsiteX162" fmla="*/ 3903348 w 11269336"/>
              <a:gd name="connsiteY162" fmla="*/ 2149220 h 2323145"/>
              <a:gd name="connsiteX163" fmla="*/ 3901342 w 11269336"/>
              <a:gd name="connsiteY163" fmla="*/ 2142355 h 2323145"/>
              <a:gd name="connsiteX164" fmla="*/ 3888539 w 11269336"/>
              <a:gd name="connsiteY164" fmla="*/ 2140476 h 2323145"/>
              <a:gd name="connsiteX165" fmla="*/ 3885662 w 11269336"/>
              <a:gd name="connsiteY165" fmla="*/ 2138740 h 2323145"/>
              <a:gd name="connsiteX166" fmla="*/ 3868627 w 11269336"/>
              <a:gd name="connsiteY166" fmla="*/ 2130023 h 2323145"/>
              <a:gd name="connsiteX167" fmla="*/ 3819177 w 11269336"/>
              <a:gd name="connsiteY167" fmla="*/ 2142111 h 2323145"/>
              <a:gd name="connsiteX168" fmla="*/ 3769100 w 11269336"/>
              <a:gd name="connsiteY168" fmla="*/ 2131731 h 2323145"/>
              <a:gd name="connsiteX169" fmla="*/ 3562752 w 11269336"/>
              <a:gd name="connsiteY169" fmla="*/ 2131785 h 2323145"/>
              <a:gd name="connsiteX170" fmla="*/ 3541402 w 11269336"/>
              <a:gd name="connsiteY170" fmla="*/ 2106821 h 2323145"/>
              <a:gd name="connsiteX171" fmla="*/ 3365341 w 11269336"/>
              <a:gd name="connsiteY171" fmla="*/ 2077638 h 2323145"/>
              <a:gd name="connsiteX172" fmla="*/ 3170922 w 11269336"/>
              <a:gd name="connsiteY172" fmla="*/ 2115957 h 2323145"/>
              <a:gd name="connsiteX173" fmla="*/ 3156256 w 11269336"/>
              <a:gd name="connsiteY173" fmla="*/ 2124773 h 2323145"/>
              <a:gd name="connsiteX174" fmla="*/ 3140298 w 11269336"/>
              <a:gd name="connsiteY174" fmla="*/ 2129182 h 2323145"/>
              <a:gd name="connsiteX175" fmla="*/ 3138514 w 11269336"/>
              <a:gd name="connsiteY175" fmla="*/ 2128069 h 2323145"/>
              <a:gd name="connsiteX176" fmla="*/ 3120467 w 11269336"/>
              <a:gd name="connsiteY176" fmla="*/ 2128281 h 2323145"/>
              <a:gd name="connsiteX177" fmla="*/ 3116175 w 11269336"/>
              <a:gd name="connsiteY177" fmla="*/ 2131633 h 2323145"/>
              <a:gd name="connsiteX178" fmla="*/ 3103685 w 11269336"/>
              <a:gd name="connsiteY178" fmla="*/ 2132814 h 2323145"/>
              <a:gd name="connsiteX179" fmla="*/ 3078794 w 11269336"/>
              <a:gd name="connsiteY179" fmla="*/ 2137935 h 2323145"/>
              <a:gd name="connsiteX180" fmla="*/ 3074407 w 11269336"/>
              <a:gd name="connsiteY180" fmla="*/ 2136274 h 2323145"/>
              <a:gd name="connsiteX181" fmla="*/ 3037285 w 11269336"/>
              <a:gd name="connsiteY181" fmla="*/ 2139919 h 2323145"/>
              <a:gd name="connsiteX182" fmla="*/ 3036901 w 11269336"/>
              <a:gd name="connsiteY182" fmla="*/ 2138726 h 2323145"/>
              <a:gd name="connsiteX183" fmla="*/ 3026996 w 11269336"/>
              <a:gd name="connsiteY183" fmla="*/ 2134322 h 2323145"/>
              <a:gd name="connsiteX184" fmla="*/ 3007772 w 11269336"/>
              <a:gd name="connsiteY184" fmla="*/ 2128742 h 2323145"/>
              <a:gd name="connsiteX185" fmla="*/ 2965030 w 11269336"/>
              <a:gd name="connsiteY185" fmla="*/ 2100494 h 2323145"/>
              <a:gd name="connsiteX186" fmla="*/ 2926342 w 11269336"/>
              <a:gd name="connsiteY186" fmla="*/ 2104155 h 2323145"/>
              <a:gd name="connsiteX187" fmla="*/ 2918608 w 11269336"/>
              <a:gd name="connsiteY187" fmla="*/ 2104215 h 2323145"/>
              <a:gd name="connsiteX188" fmla="*/ 2918475 w 11269336"/>
              <a:gd name="connsiteY188" fmla="*/ 2103937 h 2323145"/>
              <a:gd name="connsiteX189" fmla="*/ 2910360 w 11269336"/>
              <a:gd name="connsiteY189" fmla="*/ 2103444 h 2323145"/>
              <a:gd name="connsiteX190" fmla="*/ 2904507 w 11269336"/>
              <a:gd name="connsiteY190" fmla="*/ 2104326 h 2323145"/>
              <a:gd name="connsiteX191" fmla="*/ 2889503 w 11269336"/>
              <a:gd name="connsiteY191" fmla="*/ 2104443 h 2323145"/>
              <a:gd name="connsiteX192" fmla="*/ 2884480 w 11269336"/>
              <a:gd name="connsiteY192" fmla="*/ 2102626 h 2323145"/>
              <a:gd name="connsiteX193" fmla="*/ 2882689 w 11269336"/>
              <a:gd name="connsiteY193" fmla="*/ 2099228 h 2323145"/>
              <a:gd name="connsiteX194" fmla="*/ 2881291 w 11269336"/>
              <a:gd name="connsiteY194" fmla="*/ 2099618 h 2323145"/>
              <a:gd name="connsiteX195" fmla="*/ 2853979 w 11269336"/>
              <a:gd name="connsiteY195" fmla="*/ 2090388 h 2323145"/>
              <a:gd name="connsiteX196" fmla="*/ 2791790 w 11269336"/>
              <a:gd name="connsiteY196" fmla="*/ 2080332 h 2323145"/>
              <a:gd name="connsiteX197" fmla="*/ 2755844 w 11269336"/>
              <a:gd name="connsiteY197" fmla="*/ 2078874 h 2323145"/>
              <a:gd name="connsiteX198" fmla="*/ 2657742 w 11269336"/>
              <a:gd name="connsiteY198" fmla="*/ 2070179 h 2323145"/>
              <a:gd name="connsiteX199" fmla="*/ 2559549 w 11269336"/>
              <a:gd name="connsiteY199" fmla="*/ 2057873 h 2323145"/>
              <a:gd name="connsiteX200" fmla="*/ 2512054 w 11269336"/>
              <a:gd name="connsiteY200" fmla="*/ 2031671 h 2323145"/>
              <a:gd name="connsiteX201" fmla="*/ 2506437 w 11269336"/>
              <a:gd name="connsiteY201" fmla="*/ 2030918 h 2323145"/>
              <a:gd name="connsiteX202" fmla="*/ 2491752 w 11269336"/>
              <a:gd name="connsiteY202" fmla="*/ 2033906 h 2323145"/>
              <a:gd name="connsiteX203" fmla="*/ 2486338 w 11269336"/>
              <a:gd name="connsiteY203" fmla="*/ 2035862 h 2323145"/>
              <a:gd name="connsiteX204" fmla="*/ 2478186 w 11269336"/>
              <a:gd name="connsiteY204" fmla="*/ 2036953 h 2323145"/>
              <a:gd name="connsiteX205" fmla="*/ 2477950 w 11269336"/>
              <a:gd name="connsiteY205" fmla="*/ 2036715 h 2323145"/>
              <a:gd name="connsiteX206" fmla="*/ 2470381 w 11269336"/>
              <a:gd name="connsiteY206" fmla="*/ 2038256 h 2323145"/>
              <a:gd name="connsiteX207" fmla="*/ 2433781 w 11269336"/>
              <a:gd name="connsiteY207" fmla="*/ 2049140 h 2323145"/>
              <a:gd name="connsiteX208" fmla="*/ 2381172 w 11269336"/>
              <a:gd name="connsiteY208" fmla="*/ 2030645 h 2323145"/>
              <a:gd name="connsiteX209" fmla="*/ 2360198 w 11269336"/>
              <a:gd name="connsiteY209" fmla="*/ 2029059 h 2323145"/>
              <a:gd name="connsiteX210" fmla="*/ 2348815 w 11269336"/>
              <a:gd name="connsiteY210" fmla="*/ 2026798 h 2323145"/>
              <a:gd name="connsiteX211" fmla="*/ 2347988 w 11269336"/>
              <a:gd name="connsiteY211" fmla="*/ 2025745 h 2323145"/>
              <a:gd name="connsiteX212" fmla="*/ 2312920 w 11269336"/>
              <a:gd name="connsiteY212" fmla="*/ 2036311 h 2323145"/>
              <a:gd name="connsiteX213" fmla="*/ 2307986 w 11269336"/>
              <a:gd name="connsiteY213" fmla="*/ 2035583 h 2323145"/>
              <a:gd name="connsiteX214" fmla="*/ 2285481 w 11269336"/>
              <a:gd name="connsiteY214" fmla="*/ 2045197 h 2323145"/>
              <a:gd name="connsiteX215" fmla="*/ 2273666 w 11269336"/>
              <a:gd name="connsiteY215" fmla="*/ 2048710 h 2323145"/>
              <a:gd name="connsiteX216" fmla="*/ 2270719 w 11269336"/>
              <a:gd name="connsiteY216" fmla="*/ 2052702 h 2323145"/>
              <a:gd name="connsiteX217" fmla="*/ 2253080 w 11269336"/>
              <a:gd name="connsiteY217" fmla="*/ 2056363 h 2323145"/>
              <a:gd name="connsiteX218" fmla="*/ 2250906 w 11269336"/>
              <a:gd name="connsiteY218" fmla="*/ 2055654 h 2323145"/>
              <a:gd name="connsiteX219" fmla="*/ 2236905 w 11269336"/>
              <a:gd name="connsiteY219" fmla="*/ 2062882 h 2323145"/>
              <a:gd name="connsiteX220" fmla="*/ 2225830 w 11269336"/>
              <a:gd name="connsiteY220" fmla="*/ 2074027 h 2323145"/>
              <a:gd name="connsiteX221" fmla="*/ 2073776 w 11269336"/>
              <a:gd name="connsiteY221" fmla="*/ 2089244 h 2323145"/>
              <a:gd name="connsiteX222" fmla="*/ 1948256 w 11269336"/>
              <a:gd name="connsiteY222" fmla="*/ 2146616 h 2323145"/>
              <a:gd name="connsiteX223" fmla="*/ 1865582 w 11269336"/>
              <a:gd name="connsiteY223" fmla="*/ 2153738 h 2323145"/>
              <a:gd name="connsiteX224" fmla="*/ 1835210 w 11269336"/>
              <a:gd name="connsiteY224" fmla="*/ 2134244 h 2323145"/>
              <a:gd name="connsiteX225" fmla="*/ 1632661 w 11269336"/>
              <a:gd name="connsiteY225" fmla="*/ 2173882 h 2323145"/>
              <a:gd name="connsiteX226" fmla="*/ 1579590 w 11269336"/>
              <a:gd name="connsiteY226" fmla="*/ 2173680 h 2323145"/>
              <a:gd name="connsiteX227" fmla="*/ 1535601 w 11269336"/>
              <a:gd name="connsiteY227" fmla="*/ 2194590 h 2323145"/>
              <a:gd name="connsiteX228" fmla="*/ 1515594 w 11269336"/>
              <a:gd name="connsiteY228" fmla="*/ 2189622 h 2323145"/>
              <a:gd name="connsiteX229" fmla="*/ 1512113 w 11269336"/>
              <a:gd name="connsiteY229" fmla="*/ 2188534 h 2323145"/>
              <a:gd name="connsiteX230" fmla="*/ 1498838 w 11269336"/>
              <a:gd name="connsiteY230" fmla="*/ 2189213 h 2323145"/>
              <a:gd name="connsiteX231" fmla="*/ 1494279 w 11269336"/>
              <a:gd name="connsiteY231" fmla="*/ 2183112 h 2323145"/>
              <a:gd name="connsiteX232" fmla="*/ 1473714 w 11269336"/>
              <a:gd name="connsiteY232" fmla="*/ 2179625 h 2323145"/>
              <a:gd name="connsiteX233" fmla="*/ 1449503 w 11269336"/>
              <a:gd name="connsiteY233" fmla="*/ 2182633 h 2323145"/>
              <a:gd name="connsiteX234" fmla="*/ 1266687 w 11269336"/>
              <a:gd name="connsiteY234" fmla="*/ 2212688 h 2323145"/>
              <a:gd name="connsiteX235" fmla="*/ 1239614 w 11269336"/>
              <a:gd name="connsiteY235" fmla="*/ 2209727 h 2323145"/>
              <a:gd name="connsiteX236" fmla="*/ 1202436 w 11269336"/>
              <a:gd name="connsiteY236" fmla="*/ 2209817 h 2323145"/>
              <a:gd name="connsiteX237" fmla="*/ 1136097 w 11269336"/>
              <a:gd name="connsiteY237" fmla="*/ 2205112 h 2323145"/>
              <a:gd name="connsiteX238" fmla="*/ 988232 w 11269336"/>
              <a:gd name="connsiteY238" fmla="*/ 2235635 h 2323145"/>
              <a:gd name="connsiteX239" fmla="*/ 981959 w 11269336"/>
              <a:gd name="connsiteY239" fmla="*/ 2231607 h 2323145"/>
              <a:gd name="connsiteX240" fmla="*/ 938600 w 11269336"/>
              <a:gd name="connsiteY240" fmla="*/ 2238113 h 2323145"/>
              <a:gd name="connsiteX241" fmla="*/ 791788 w 11269336"/>
              <a:gd name="connsiteY241" fmla="*/ 2293224 h 2323145"/>
              <a:gd name="connsiteX242" fmla="*/ 706914 w 11269336"/>
              <a:gd name="connsiteY242" fmla="*/ 2305046 h 2323145"/>
              <a:gd name="connsiteX243" fmla="*/ 675971 w 11269336"/>
              <a:gd name="connsiteY243" fmla="*/ 2304030 h 2323145"/>
              <a:gd name="connsiteX244" fmla="*/ 624180 w 11269336"/>
              <a:gd name="connsiteY244" fmla="*/ 2302650 h 2323145"/>
              <a:gd name="connsiteX245" fmla="*/ 583453 w 11269336"/>
              <a:gd name="connsiteY245" fmla="*/ 2288788 h 2323145"/>
              <a:gd name="connsiteX246" fmla="*/ 540946 w 11269336"/>
              <a:gd name="connsiteY246" fmla="*/ 2292721 h 2323145"/>
              <a:gd name="connsiteX247" fmla="*/ 533680 w 11269336"/>
              <a:gd name="connsiteY247" fmla="*/ 2310233 h 2323145"/>
              <a:gd name="connsiteX248" fmla="*/ 487366 w 11269336"/>
              <a:gd name="connsiteY248" fmla="*/ 2309053 h 2323145"/>
              <a:gd name="connsiteX249" fmla="*/ 416820 w 11269336"/>
              <a:gd name="connsiteY249" fmla="*/ 2305443 h 2323145"/>
              <a:gd name="connsiteX250" fmla="*/ 376805 w 11269336"/>
              <a:gd name="connsiteY250" fmla="*/ 2307647 h 2323145"/>
              <a:gd name="connsiteX251" fmla="*/ 266777 w 11269336"/>
              <a:gd name="connsiteY251" fmla="*/ 2309012 h 2323145"/>
              <a:gd name="connsiteX252" fmla="*/ 156013 w 11269336"/>
              <a:gd name="connsiteY252" fmla="*/ 2306832 h 2323145"/>
              <a:gd name="connsiteX253" fmla="*/ 87258 w 11269336"/>
              <a:gd name="connsiteY253" fmla="*/ 2285511 h 2323145"/>
              <a:gd name="connsiteX254" fmla="*/ 23798 w 11269336"/>
              <a:gd name="connsiteY254" fmla="*/ 2281822 h 2323145"/>
              <a:gd name="connsiteX255" fmla="*/ 0 w 11269336"/>
              <a:gd name="connsiteY255" fmla="*/ 2285369 h 2323145"/>
              <a:gd name="connsiteX256" fmla="*/ 0 w 11269336"/>
              <a:gd name="connsiteY256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765388 w 11269336"/>
              <a:gd name="connsiteY135" fmla="*/ 2162525 h 2323145"/>
              <a:gd name="connsiteX136" fmla="*/ 4745033 w 11269336"/>
              <a:gd name="connsiteY136" fmla="*/ 2158859 h 2323145"/>
              <a:gd name="connsiteX137" fmla="*/ 4741475 w 11269336"/>
              <a:gd name="connsiteY137" fmla="*/ 2157998 h 2323145"/>
              <a:gd name="connsiteX138" fmla="*/ 4728247 w 11269336"/>
              <a:gd name="connsiteY138" fmla="*/ 2159526 h 2323145"/>
              <a:gd name="connsiteX139" fmla="*/ 4723263 w 11269336"/>
              <a:gd name="connsiteY139" fmla="*/ 2153742 h 2323145"/>
              <a:gd name="connsiteX140" fmla="*/ 4593061 w 11269336"/>
              <a:gd name="connsiteY140" fmla="*/ 2171597 h 2323145"/>
              <a:gd name="connsiteX141" fmla="*/ 4533444 w 11269336"/>
              <a:gd name="connsiteY141" fmla="*/ 2181200 h 2323145"/>
              <a:gd name="connsiteX142" fmla="*/ 4492832 w 11269336"/>
              <a:gd name="connsiteY142" fmla="*/ 2188033 h 2323145"/>
              <a:gd name="connsiteX143" fmla="*/ 4467257 w 11269336"/>
              <a:gd name="connsiteY143" fmla="*/ 2196121 h 2323145"/>
              <a:gd name="connsiteX144" fmla="*/ 4459937 w 11269336"/>
              <a:gd name="connsiteY144" fmla="*/ 2195182 h 2323145"/>
              <a:gd name="connsiteX145" fmla="*/ 4405765 w 11269336"/>
              <a:gd name="connsiteY145" fmla="*/ 2199902 h 2323145"/>
              <a:gd name="connsiteX146" fmla="*/ 4401354 w 11269336"/>
              <a:gd name="connsiteY146" fmla="*/ 2194745 h 2323145"/>
              <a:gd name="connsiteX147" fmla="*/ 4366646 w 11269336"/>
              <a:gd name="connsiteY147" fmla="*/ 2198564 h 2323145"/>
              <a:gd name="connsiteX148" fmla="*/ 4354009 w 11269336"/>
              <a:gd name="connsiteY148" fmla="*/ 2204984 h 2323145"/>
              <a:gd name="connsiteX149" fmla="*/ 4348284 w 11269336"/>
              <a:gd name="connsiteY149" fmla="*/ 2205270 h 2323145"/>
              <a:gd name="connsiteX150" fmla="*/ 4333906 w 11269336"/>
              <a:gd name="connsiteY150" fmla="*/ 2205251 h 2323145"/>
              <a:gd name="connsiteX151" fmla="*/ 4308819 w 11269336"/>
              <a:gd name="connsiteY151" fmla="*/ 2203822 h 2323145"/>
              <a:gd name="connsiteX152" fmla="*/ 4301210 w 11269336"/>
              <a:gd name="connsiteY152" fmla="*/ 2204456 h 2323145"/>
              <a:gd name="connsiteX153" fmla="*/ 4283095 w 11269336"/>
              <a:gd name="connsiteY153" fmla="*/ 2198177 h 2323145"/>
              <a:gd name="connsiteX154" fmla="*/ 4250119 w 11269336"/>
              <a:gd name="connsiteY154" fmla="*/ 2196342 h 2323145"/>
              <a:gd name="connsiteX155" fmla="*/ 4189203 w 11269336"/>
              <a:gd name="connsiteY155" fmla="*/ 2178994 h 2323145"/>
              <a:gd name="connsiteX156" fmla="*/ 4154035 w 11269336"/>
              <a:gd name="connsiteY156" fmla="*/ 2171950 h 2323145"/>
              <a:gd name="connsiteX157" fmla="*/ 4129569 w 11269336"/>
              <a:gd name="connsiteY157" fmla="*/ 2163850 h 2323145"/>
              <a:gd name="connsiteX158" fmla="*/ 4061250 w 11269336"/>
              <a:gd name="connsiteY158" fmla="*/ 2159236 h 2323145"/>
              <a:gd name="connsiteX159" fmla="*/ 3945480 w 11269336"/>
              <a:gd name="connsiteY159" fmla="*/ 2158279 h 2323145"/>
              <a:gd name="connsiteX160" fmla="*/ 3921468 w 11269336"/>
              <a:gd name="connsiteY160" fmla="*/ 2156588 h 2323145"/>
              <a:gd name="connsiteX161" fmla="*/ 3903348 w 11269336"/>
              <a:gd name="connsiteY161" fmla="*/ 2149220 h 2323145"/>
              <a:gd name="connsiteX162" fmla="*/ 3901342 w 11269336"/>
              <a:gd name="connsiteY162" fmla="*/ 2142355 h 2323145"/>
              <a:gd name="connsiteX163" fmla="*/ 3888539 w 11269336"/>
              <a:gd name="connsiteY163" fmla="*/ 2140476 h 2323145"/>
              <a:gd name="connsiteX164" fmla="*/ 3885662 w 11269336"/>
              <a:gd name="connsiteY164" fmla="*/ 2138740 h 2323145"/>
              <a:gd name="connsiteX165" fmla="*/ 3868627 w 11269336"/>
              <a:gd name="connsiteY165" fmla="*/ 2130023 h 2323145"/>
              <a:gd name="connsiteX166" fmla="*/ 3819177 w 11269336"/>
              <a:gd name="connsiteY166" fmla="*/ 2142111 h 2323145"/>
              <a:gd name="connsiteX167" fmla="*/ 3769100 w 11269336"/>
              <a:gd name="connsiteY167" fmla="*/ 2131731 h 2323145"/>
              <a:gd name="connsiteX168" fmla="*/ 3562752 w 11269336"/>
              <a:gd name="connsiteY168" fmla="*/ 2131785 h 2323145"/>
              <a:gd name="connsiteX169" fmla="*/ 3541402 w 11269336"/>
              <a:gd name="connsiteY169" fmla="*/ 2106821 h 2323145"/>
              <a:gd name="connsiteX170" fmla="*/ 3365341 w 11269336"/>
              <a:gd name="connsiteY170" fmla="*/ 2077638 h 2323145"/>
              <a:gd name="connsiteX171" fmla="*/ 3170922 w 11269336"/>
              <a:gd name="connsiteY171" fmla="*/ 2115957 h 2323145"/>
              <a:gd name="connsiteX172" fmla="*/ 3156256 w 11269336"/>
              <a:gd name="connsiteY172" fmla="*/ 2124773 h 2323145"/>
              <a:gd name="connsiteX173" fmla="*/ 3140298 w 11269336"/>
              <a:gd name="connsiteY173" fmla="*/ 2129182 h 2323145"/>
              <a:gd name="connsiteX174" fmla="*/ 3138514 w 11269336"/>
              <a:gd name="connsiteY174" fmla="*/ 2128069 h 2323145"/>
              <a:gd name="connsiteX175" fmla="*/ 3120467 w 11269336"/>
              <a:gd name="connsiteY175" fmla="*/ 2128281 h 2323145"/>
              <a:gd name="connsiteX176" fmla="*/ 3116175 w 11269336"/>
              <a:gd name="connsiteY176" fmla="*/ 2131633 h 2323145"/>
              <a:gd name="connsiteX177" fmla="*/ 3103685 w 11269336"/>
              <a:gd name="connsiteY177" fmla="*/ 2132814 h 2323145"/>
              <a:gd name="connsiteX178" fmla="*/ 3078794 w 11269336"/>
              <a:gd name="connsiteY178" fmla="*/ 2137935 h 2323145"/>
              <a:gd name="connsiteX179" fmla="*/ 3074407 w 11269336"/>
              <a:gd name="connsiteY179" fmla="*/ 2136274 h 2323145"/>
              <a:gd name="connsiteX180" fmla="*/ 3037285 w 11269336"/>
              <a:gd name="connsiteY180" fmla="*/ 2139919 h 2323145"/>
              <a:gd name="connsiteX181" fmla="*/ 3036901 w 11269336"/>
              <a:gd name="connsiteY181" fmla="*/ 2138726 h 2323145"/>
              <a:gd name="connsiteX182" fmla="*/ 3026996 w 11269336"/>
              <a:gd name="connsiteY182" fmla="*/ 2134322 h 2323145"/>
              <a:gd name="connsiteX183" fmla="*/ 3007772 w 11269336"/>
              <a:gd name="connsiteY183" fmla="*/ 2128742 h 2323145"/>
              <a:gd name="connsiteX184" fmla="*/ 2965030 w 11269336"/>
              <a:gd name="connsiteY184" fmla="*/ 2100494 h 2323145"/>
              <a:gd name="connsiteX185" fmla="*/ 2926342 w 11269336"/>
              <a:gd name="connsiteY185" fmla="*/ 2104155 h 2323145"/>
              <a:gd name="connsiteX186" fmla="*/ 2918608 w 11269336"/>
              <a:gd name="connsiteY186" fmla="*/ 2104215 h 2323145"/>
              <a:gd name="connsiteX187" fmla="*/ 2918475 w 11269336"/>
              <a:gd name="connsiteY187" fmla="*/ 2103937 h 2323145"/>
              <a:gd name="connsiteX188" fmla="*/ 2910360 w 11269336"/>
              <a:gd name="connsiteY188" fmla="*/ 2103444 h 2323145"/>
              <a:gd name="connsiteX189" fmla="*/ 2904507 w 11269336"/>
              <a:gd name="connsiteY189" fmla="*/ 2104326 h 2323145"/>
              <a:gd name="connsiteX190" fmla="*/ 2889503 w 11269336"/>
              <a:gd name="connsiteY190" fmla="*/ 2104443 h 2323145"/>
              <a:gd name="connsiteX191" fmla="*/ 2884480 w 11269336"/>
              <a:gd name="connsiteY191" fmla="*/ 2102626 h 2323145"/>
              <a:gd name="connsiteX192" fmla="*/ 2882689 w 11269336"/>
              <a:gd name="connsiteY192" fmla="*/ 2099228 h 2323145"/>
              <a:gd name="connsiteX193" fmla="*/ 2881291 w 11269336"/>
              <a:gd name="connsiteY193" fmla="*/ 2099618 h 2323145"/>
              <a:gd name="connsiteX194" fmla="*/ 2853979 w 11269336"/>
              <a:gd name="connsiteY194" fmla="*/ 2090388 h 2323145"/>
              <a:gd name="connsiteX195" fmla="*/ 2791790 w 11269336"/>
              <a:gd name="connsiteY195" fmla="*/ 2080332 h 2323145"/>
              <a:gd name="connsiteX196" fmla="*/ 2755844 w 11269336"/>
              <a:gd name="connsiteY196" fmla="*/ 2078874 h 2323145"/>
              <a:gd name="connsiteX197" fmla="*/ 2657742 w 11269336"/>
              <a:gd name="connsiteY197" fmla="*/ 2070179 h 2323145"/>
              <a:gd name="connsiteX198" fmla="*/ 2559549 w 11269336"/>
              <a:gd name="connsiteY198" fmla="*/ 2057873 h 2323145"/>
              <a:gd name="connsiteX199" fmla="*/ 2512054 w 11269336"/>
              <a:gd name="connsiteY199" fmla="*/ 2031671 h 2323145"/>
              <a:gd name="connsiteX200" fmla="*/ 2506437 w 11269336"/>
              <a:gd name="connsiteY200" fmla="*/ 2030918 h 2323145"/>
              <a:gd name="connsiteX201" fmla="*/ 2491752 w 11269336"/>
              <a:gd name="connsiteY201" fmla="*/ 2033906 h 2323145"/>
              <a:gd name="connsiteX202" fmla="*/ 2486338 w 11269336"/>
              <a:gd name="connsiteY202" fmla="*/ 2035862 h 2323145"/>
              <a:gd name="connsiteX203" fmla="*/ 2478186 w 11269336"/>
              <a:gd name="connsiteY203" fmla="*/ 2036953 h 2323145"/>
              <a:gd name="connsiteX204" fmla="*/ 2477950 w 11269336"/>
              <a:gd name="connsiteY204" fmla="*/ 2036715 h 2323145"/>
              <a:gd name="connsiteX205" fmla="*/ 2470381 w 11269336"/>
              <a:gd name="connsiteY205" fmla="*/ 2038256 h 2323145"/>
              <a:gd name="connsiteX206" fmla="*/ 2433781 w 11269336"/>
              <a:gd name="connsiteY206" fmla="*/ 2049140 h 2323145"/>
              <a:gd name="connsiteX207" fmla="*/ 2381172 w 11269336"/>
              <a:gd name="connsiteY207" fmla="*/ 2030645 h 2323145"/>
              <a:gd name="connsiteX208" fmla="*/ 2360198 w 11269336"/>
              <a:gd name="connsiteY208" fmla="*/ 2029059 h 2323145"/>
              <a:gd name="connsiteX209" fmla="*/ 2348815 w 11269336"/>
              <a:gd name="connsiteY209" fmla="*/ 2026798 h 2323145"/>
              <a:gd name="connsiteX210" fmla="*/ 2347988 w 11269336"/>
              <a:gd name="connsiteY210" fmla="*/ 2025745 h 2323145"/>
              <a:gd name="connsiteX211" fmla="*/ 2312920 w 11269336"/>
              <a:gd name="connsiteY211" fmla="*/ 2036311 h 2323145"/>
              <a:gd name="connsiteX212" fmla="*/ 2307986 w 11269336"/>
              <a:gd name="connsiteY212" fmla="*/ 2035583 h 2323145"/>
              <a:gd name="connsiteX213" fmla="*/ 2285481 w 11269336"/>
              <a:gd name="connsiteY213" fmla="*/ 2045197 h 2323145"/>
              <a:gd name="connsiteX214" fmla="*/ 2273666 w 11269336"/>
              <a:gd name="connsiteY214" fmla="*/ 2048710 h 2323145"/>
              <a:gd name="connsiteX215" fmla="*/ 2270719 w 11269336"/>
              <a:gd name="connsiteY215" fmla="*/ 2052702 h 2323145"/>
              <a:gd name="connsiteX216" fmla="*/ 2253080 w 11269336"/>
              <a:gd name="connsiteY216" fmla="*/ 2056363 h 2323145"/>
              <a:gd name="connsiteX217" fmla="*/ 2250906 w 11269336"/>
              <a:gd name="connsiteY217" fmla="*/ 2055654 h 2323145"/>
              <a:gd name="connsiteX218" fmla="*/ 2236905 w 11269336"/>
              <a:gd name="connsiteY218" fmla="*/ 2062882 h 2323145"/>
              <a:gd name="connsiteX219" fmla="*/ 2225830 w 11269336"/>
              <a:gd name="connsiteY219" fmla="*/ 2074027 h 2323145"/>
              <a:gd name="connsiteX220" fmla="*/ 2073776 w 11269336"/>
              <a:gd name="connsiteY220" fmla="*/ 2089244 h 2323145"/>
              <a:gd name="connsiteX221" fmla="*/ 1948256 w 11269336"/>
              <a:gd name="connsiteY221" fmla="*/ 2146616 h 2323145"/>
              <a:gd name="connsiteX222" fmla="*/ 1865582 w 11269336"/>
              <a:gd name="connsiteY222" fmla="*/ 2153738 h 2323145"/>
              <a:gd name="connsiteX223" fmla="*/ 1835210 w 11269336"/>
              <a:gd name="connsiteY223" fmla="*/ 2134244 h 2323145"/>
              <a:gd name="connsiteX224" fmla="*/ 1632661 w 11269336"/>
              <a:gd name="connsiteY224" fmla="*/ 2173882 h 2323145"/>
              <a:gd name="connsiteX225" fmla="*/ 1579590 w 11269336"/>
              <a:gd name="connsiteY225" fmla="*/ 2173680 h 2323145"/>
              <a:gd name="connsiteX226" fmla="*/ 1535601 w 11269336"/>
              <a:gd name="connsiteY226" fmla="*/ 2194590 h 2323145"/>
              <a:gd name="connsiteX227" fmla="*/ 1515594 w 11269336"/>
              <a:gd name="connsiteY227" fmla="*/ 2189622 h 2323145"/>
              <a:gd name="connsiteX228" fmla="*/ 1512113 w 11269336"/>
              <a:gd name="connsiteY228" fmla="*/ 2188534 h 2323145"/>
              <a:gd name="connsiteX229" fmla="*/ 1498838 w 11269336"/>
              <a:gd name="connsiteY229" fmla="*/ 2189213 h 2323145"/>
              <a:gd name="connsiteX230" fmla="*/ 1494279 w 11269336"/>
              <a:gd name="connsiteY230" fmla="*/ 2183112 h 2323145"/>
              <a:gd name="connsiteX231" fmla="*/ 1473714 w 11269336"/>
              <a:gd name="connsiteY231" fmla="*/ 2179625 h 2323145"/>
              <a:gd name="connsiteX232" fmla="*/ 1449503 w 11269336"/>
              <a:gd name="connsiteY232" fmla="*/ 2182633 h 2323145"/>
              <a:gd name="connsiteX233" fmla="*/ 1266687 w 11269336"/>
              <a:gd name="connsiteY233" fmla="*/ 2212688 h 2323145"/>
              <a:gd name="connsiteX234" fmla="*/ 1239614 w 11269336"/>
              <a:gd name="connsiteY234" fmla="*/ 2209727 h 2323145"/>
              <a:gd name="connsiteX235" fmla="*/ 1202436 w 11269336"/>
              <a:gd name="connsiteY235" fmla="*/ 2209817 h 2323145"/>
              <a:gd name="connsiteX236" fmla="*/ 1136097 w 11269336"/>
              <a:gd name="connsiteY236" fmla="*/ 2205112 h 2323145"/>
              <a:gd name="connsiteX237" fmla="*/ 988232 w 11269336"/>
              <a:gd name="connsiteY237" fmla="*/ 2235635 h 2323145"/>
              <a:gd name="connsiteX238" fmla="*/ 981959 w 11269336"/>
              <a:gd name="connsiteY238" fmla="*/ 2231607 h 2323145"/>
              <a:gd name="connsiteX239" fmla="*/ 938600 w 11269336"/>
              <a:gd name="connsiteY239" fmla="*/ 2238113 h 2323145"/>
              <a:gd name="connsiteX240" fmla="*/ 791788 w 11269336"/>
              <a:gd name="connsiteY240" fmla="*/ 2293224 h 2323145"/>
              <a:gd name="connsiteX241" fmla="*/ 706914 w 11269336"/>
              <a:gd name="connsiteY241" fmla="*/ 2305046 h 2323145"/>
              <a:gd name="connsiteX242" fmla="*/ 675971 w 11269336"/>
              <a:gd name="connsiteY242" fmla="*/ 2304030 h 2323145"/>
              <a:gd name="connsiteX243" fmla="*/ 624180 w 11269336"/>
              <a:gd name="connsiteY243" fmla="*/ 2302650 h 2323145"/>
              <a:gd name="connsiteX244" fmla="*/ 583453 w 11269336"/>
              <a:gd name="connsiteY244" fmla="*/ 2288788 h 2323145"/>
              <a:gd name="connsiteX245" fmla="*/ 540946 w 11269336"/>
              <a:gd name="connsiteY245" fmla="*/ 2292721 h 2323145"/>
              <a:gd name="connsiteX246" fmla="*/ 533680 w 11269336"/>
              <a:gd name="connsiteY246" fmla="*/ 2310233 h 2323145"/>
              <a:gd name="connsiteX247" fmla="*/ 487366 w 11269336"/>
              <a:gd name="connsiteY247" fmla="*/ 2309053 h 2323145"/>
              <a:gd name="connsiteX248" fmla="*/ 416820 w 11269336"/>
              <a:gd name="connsiteY248" fmla="*/ 2305443 h 2323145"/>
              <a:gd name="connsiteX249" fmla="*/ 376805 w 11269336"/>
              <a:gd name="connsiteY249" fmla="*/ 2307647 h 2323145"/>
              <a:gd name="connsiteX250" fmla="*/ 266777 w 11269336"/>
              <a:gd name="connsiteY250" fmla="*/ 2309012 h 2323145"/>
              <a:gd name="connsiteX251" fmla="*/ 156013 w 11269336"/>
              <a:gd name="connsiteY251" fmla="*/ 2306832 h 2323145"/>
              <a:gd name="connsiteX252" fmla="*/ 87258 w 11269336"/>
              <a:gd name="connsiteY252" fmla="*/ 2285511 h 2323145"/>
              <a:gd name="connsiteX253" fmla="*/ 23798 w 11269336"/>
              <a:gd name="connsiteY253" fmla="*/ 2281822 h 2323145"/>
              <a:gd name="connsiteX254" fmla="*/ 0 w 11269336"/>
              <a:gd name="connsiteY254" fmla="*/ 2285369 h 2323145"/>
              <a:gd name="connsiteX255" fmla="*/ 0 w 11269336"/>
              <a:gd name="connsiteY255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765388 w 11269336"/>
              <a:gd name="connsiteY135" fmla="*/ 2162525 h 2323145"/>
              <a:gd name="connsiteX136" fmla="*/ 4745033 w 11269336"/>
              <a:gd name="connsiteY136" fmla="*/ 2158859 h 2323145"/>
              <a:gd name="connsiteX137" fmla="*/ 4741475 w 11269336"/>
              <a:gd name="connsiteY137" fmla="*/ 2157998 h 2323145"/>
              <a:gd name="connsiteX138" fmla="*/ 4728247 w 11269336"/>
              <a:gd name="connsiteY138" fmla="*/ 2159526 h 2323145"/>
              <a:gd name="connsiteX139" fmla="*/ 4723263 w 11269336"/>
              <a:gd name="connsiteY139" fmla="*/ 2153742 h 2323145"/>
              <a:gd name="connsiteX140" fmla="*/ 4593061 w 11269336"/>
              <a:gd name="connsiteY140" fmla="*/ 2171597 h 2323145"/>
              <a:gd name="connsiteX141" fmla="*/ 4533444 w 11269336"/>
              <a:gd name="connsiteY141" fmla="*/ 2181200 h 2323145"/>
              <a:gd name="connsiteX142" fmla="*/ 4492832 w 11269336"/>
              <a:gd name="connsiteY142" fmla="*/ 2188033 h 2323145"/>
              <a:gd name="connsiteX143" fmla="*/ 4467257 w 11269336"/>
              <a:gd name="connsiteY143" fmla="*/ 2196121 h 2323145"/>
              <a:gd name="connsiteX144" fmla="*/ 4405765 w 11269336"/>
              <a:gd name="connsiteY144" fmla="*/ 2199902 h 2323145"/>
              <a:gd name="connsiteX145" fmla="*/ 4401354 w 11269336"/>
              <a:gd name="connsiteY145" fmla="*/ 2194745 h 2323145"/>
              <a:gd name="connsiteX146" fmla="*/ 4366646 w 11269336"/>
              <a:gd name="connsiteY146" fmla="*/ 2198564 h 2323145"/>
              <a:gd name="connsiteX147" fmla="*/ 4354009 w 11269336"/>
              <a:gd name="connsiteY147" fmla="*/ 2204984 h 2323145"/>
              <a:gd name="connsiteX148" fmla="*/ 4348284 w 11269336"/>
              <a:gd name="connsiteY148" fmla="*/ 2205270 h 2323145"/>
              <a:gd name="connsiteX149" fmla="*/ 4333906 w 11269336"/>
              <a:gd name="connsiteY149" fmla="*/ 2205251 h 2323145"/>
              <a:gd name="connsiteX150" fmla="*/ 4308819 w 11269336"/>
              <a:gd name="connsiteY150" fmla="*/ 2203822 h 2323145"/>
              <a:gd name="connsiteX151" fmla="*/ 4301210 w 11269336"/>
              <a:gd name="connsiteY151" fmla="*/ 2204456 h 2323145"/>
              <a:gd name="connsiteX152" fmla="*/ 4283095 w 11269336"/>
              <a:gd name="connsiteY152" fmla="*/ 2198177 h 2323145"/>
              <a:gd name="connsiteX153" fmla="*/ 4250119 w 11269336"/>
              <a:gd name="connsiteY153" fmla="*/ 2196342 h 2323145"/>
              <a:gd name="connsiteX154" fmla="*/ 4189203 w 11269336"/>
              <a:gd name="connsiteY154" fmla="*/ 2178994 h 2323145"/>
              <a:gd name="connsiteX155" fmla="*/ 4154035 w 11269336"/>
              <a:gd name="connsiteY155" fmla="*/ 2171950 h 2323145"/>
              <a:gd name="connsiteX156" fmla="*/ 4129569 w 11269336"/>
              <a:gd name="connsiteY156" fmla="*/ 2163850 h 2323145"/>
              <a:gd name="connsiteX157" fmla="*/ 4061250 w 11269336"/>
              <a:gd name="connsiteY157" fmla="*/ 2159236 h 2323145"/>
              <a:gd name="connsiteX158" fmla="*/ 3945480 w 11269336"/>
              <a:gd name="connsiteY158" fmla="*/ 2158279 h 2323145"/>
              <a:gd name="connsiteX159" fmla="*/ 3921468 w 11269336"/>
              <a:gd name="connsiteY159" fmla="*/ 2156588 h 2323145"/>
              <a:gd name="connsiteX160" fmla="*/ 3903348 w 11269336"/>
              <a:gd name="connsiteY160" fmla="*/ 2149220 h 2323145"/>
              <a:gd name="connsiteX161" fmla="*/ 3901342 w 11269336"/>
              <a:gd name="connsiteY161" fmla="*/ 2142355 h 2323145"/>
              <a:gd name="connsiteX162" fmla="*/ 3888539 w 11269336"/>
              <a:gd name="connsiteY162" fmla="*/ 2140476 h 2323145"/>
              <a:gd name="connsiteX163" fmla="*/ 3885662 w 11269336"/>
              <a:gd name="connsiteY163" fmla="*/ 2138740 h 2323145"/>
              <a:gd name="connsiteX164" fmla="*/ 3868627 w 11269336"/>
              <a:gd name="connsiteY164" fmla="*/ 2130023 h 2323145"/>
              <a:gd name="connsiteX165" fmla="*/ 3819177 w 11269336"/>
              <a:gd name="connsiteY165" fmla="*/ 2142111 h 2323145"/>
              <a:gd name="connsiteX166" fmla="*/ 3769100 w 11269336"/>
              <a:gd name="connsiteY166" fmla="*/ 2131731 h 2323145"/>
              <a:gd name="connsiteX167" fmla="*/ 3562752 w 11269336"/>
              <a:gd name="connsiteY167" fmla="*/ 2131785 h 2323145"/>
              <a:gd name="connsiteX168" fmla="*/ 3541402 w 11269336"/>
              <a:gd name="connsiteY168" fmla="*/ 2106821 h 2323145"/>
              <a:gd name="connsiteX169" fmla="*/ 3365341 w 11269336"/>
              <a:gd name="connsiteY169" fmla="*/ 2077638 h 2323145"/>
              <a:gd name="connsiteX170" fmla="*/ 3170922 w 11269336"/>
              <a:gd name="connsiteY170" fmla="*/ 2115957 h 2323145"/>
              <a:gd name="connsiteX171" fmla="*/ 3156256 w 11269336"/>
              <a:gd name="connsiteY171" fmla="*/ 2124773 h 2323145"/>
              <a:gd name="connsiteX172" fmla="*/ 3140298 w 11269336"/>
              <a:gd name="connsiteY172" fmla="*/ 2129182 h 2323145"/>
              <a:gd name="connsiteX173" fmla="*/ 3138514 w 11269336"/>
              <a:gd name="connsiteY173" fmla="*/ 2128069 h 2323145"/>
              <a:gd name="connsiteX174" fmla="*/ 3120467 w 11269336"/>
              <a:gd name="connsiteY174" fmla="*/ 2128281 h 2323145"/>
              <a:gd name="connsiteX175" fmla="*/ 3116175 w 11269336"/>
              <a:gd name="connsiteY175" fmla="*/ 2131633 h 2323145"/>
              <a:gd name="connsiteX176" fmla="*/ 3103685 w 11269336"/>
              <a:gd name="connsiteY176" fmla="*/ 2132814 h 2323145"/>
              <a:gd name="connsiteX177" fmla="*/ 3078794 w 11269336"/>
              <a:gd name="connsiteY177" fmla="*/ 2137935 h 2323145"/>
              <a:gd name="connsiteX178" fmla="*/ 3074407 w 11269336"/>
              <a:gd name="connsiteY178" fmla="*/ 2136274 h 2323145"/>
              <a:gd name="connsiteX179" fmla="*/ 3037285 w 11269336"/>
              <a:gd name="connsiteY179" fmla="*/ 2139919 h 2323145"/>
              <a:gd name="connsiteX180" fmla="*/ 3036901 w 11269336"/>
              <a:gd name="connsiteY180" fmla="*/ 2138726 h 2323145"/>
              <a:gd name="connsiteX181" fmla="*/ 3026996 w 11269336"/>
              <a:gd name="connsiteY181" fmla="*/ 2134322 h 2323145"/>
              <a:gd name="connsiteX182" fmla="*/ 3007772 w 11269336"/>
              <a:gd name="connsiteY182" fmla="*/ 2128742 h 2323145"/>
              <a:gd name="connsiteX183" fmla="*/ 2965030 w 11269336"/>
              <a:gd name="connsiteY183" fmla="*/ 2100494 h 2323145"/>
              <a:gd name="connsiteX184" fmla="*/ 2926342 w 11269336"/>
              <a:gd name="connsiteY184" fmla="*/ 2104155 h 2323145"/>
              <a:gd name="connsiteX185" fmla="*/ 2918608 w 11269336"/>
              <a:gd name="connsiteY185" fmla="*/ 2104215 h 2323145"/>
              <a:gd name="connsiteX186" fmla="*/ 2918475 w 11269336"/>
              <a:gd name="connsiteY186" fmla="*/ 2103937 h 2323145"/>
              <a:gd name="connsiteX187" fmla="*/ 2910360 w 11269336"/>
              <a:gd name="connsiteY187" fmla="*/ 2103444 h 2323145"/>
              <a:gd name="connsiteX188" fmla="*/ 2904507 w 11269336"/>
              <a:gd name="connsiteY188" fmla="*/ 2104326 h 2323145"/>
              <a:gd name="connsiteX189" fmla="*/ 2889503 w 11269336"/>
              <a:gd name="connsiteY189" fmla="*/ 2104443 h 2323145"/>
              <a:gd name="connsiteX190" fmla="*/ 2884480 w 11269336"/>
              <a:gd name="connsiteY190" fmla="*/ 2102626 h 2323145"/>
              <a:gd name="connsiteX191" fmla="*/ 2882689 w 11269336"/>
              <a:gd name="connsiteY191" fmla="*/ 2099228 h 2323145"/>
              <a:gd name="connsiteX192" fmla="*/ 2881291 w 11269336"/>
              <a:gd name="connsiteY192" fmla="*/ 2099618 h 2323145"/>
              <a:gd name="connsiteX193" fmla="*/ 2853979 w 11269336"/>
              <a:gd name="connsiteY193" fmla="*/ 2090388 h 2323145"/>
              <a:gd name="connsiteX194" fmla="*/ 2791790 w 11269336"/>
              <a:gd name="connsiteY194" fmla="*/ 2080332 h 2323145"/>
              <a:gd name="connsiteX195" fmla="*/ 2755844 w 11269336"/>
              <a:gd name="connsiteY195" fmla="*/ 2078874 h 2323145"/>
              <a:gd name="connsiteX196" fmla="*/ 2657742 w 11269336"/>
              <a:gd name="connsiteY196" fmla="*/ 2070179 h 2323145"/>
              <a:gd name="connsiteX197" fmla="*/ 2559549 w 11269336"/>
              <a:gd name="connsiteY197" fmla="*/ 2057873 h 2323145"/>
              <a:gd name="connsiteX198" fmla="*/ 2512054 w 11269336"/>
              <a:gd name="connsiteY198" fmla="*/ 2031671 h 2323145"/>
              <a:gd name="connsiteX199" fmla="*/ 2506437 w 11269336"/>
              <a:gd name="connsiteY199" fmla="*/ 2030918 h 2323145"/>
              <a:gd name="connsiteX200" fmla="*/ 2491752 w 11269336"/>
              <a:gd name="connsiteY200" fmla="*/ 2033906 h 2323145"/>
              <a:gd name="connsiteX201" fmla="*/ 2486338 w 11269336"/>
              <a:gd name="connsiteY201" fmla="*/ 2035862 h 2323145"/>
              <a:gd name="connsiteX202" fmla="*/ 2478186 w 11269336"/>
              <a:gd name="connsiteY202" fmla="*/ 2036953 h 2323145"/>
              <a:gd name="connsiteX203" fmla="*/ 2477950 w 11269336"/>
              <a:gd name="connsiteY203" fmla="*/ 2036715 h 2323145"/>
              <a:gd name="connsiteX204" fmla="*/ 2470381 w 11269336"/>
              <a:gd name="connsiteY204" fmla="*/ 2038256 h 2323145"/>
              <a:gd name="connsiteX205" fmla="*/ 2433781 w 11269336"/>
              <a:gd name="connsiteY205" fmla="*/ 2049140 h 2323145"/>
              <a:gd name="connsiteX206" fmla="*/ 2381172 w 11269336"/>
              <a:gd name="connsiteY206" fmla="*/ 2030645 h 2323145"/>
              <a:gd name="connsiteX207" fmla="*/ 2360198 w 11269336"/>
              <a:gd name="connsiteY207" fmla="*/ 2029059 h 2323145"/>
              <a:gd name="connsiteX208" fmla="*/ 2348815 w 11269336"/>
              <a:gd name="connsiteY208" fmla="*/ 2026798 h 2323145"/>
              <a:gd name="connsiteX209" fmla="*/ 2347988 w 11269336"/>
              <a:gd name="connsiteY209" fmla="*/ 2025745 h 2323145"/>
              <a:gd name="connsiteX210" fmla="*/ 2312920 w 11269336"/>
              <a:gd name="connsiteY210" fmla="*/ 2036311 h 2323145"/>
              <a:gd name="connsiteX211" fmla="*/ 2307986 w 11269336"/>
              <a:gd name="connsiteY211" fmla="*/ 2035583 h 2323145"/>
              <a:gd name="connsiteX212" fmla="*/ 2285481 w 11269336"/>
              <a:gd name="connsiteY212" fmla="*/ 2045197 h 2323145"/>
              <a:gd name="connsiteX213" fmla="*/ 2273666 w 11269336"/>
              <a:gd name="connsiteY213" fmla="*/ 2048710 h 2323145"/>
              <a:gd name="connsiteX214" fmla="*/ 2270719 w 11269336"/>
              <a:gd name="connsiteY214" fmla="*/ 2052702 h 2323145"/>
              <a:gd name="connsiteX215" fmla="*/ 2253080 w 11269336"/>
              <a:gd name="connsiteY215" fmla="*/ 2056363 h 2323145"/>
              <a:gd name="connsiteX216" fmla="*/ 2250906 w 11269336"/>
              <a:gd name="connsiteY216" fmla="*/ 2055654 h 2323145"/>
              <a:gd name="connsiteX217" fmla="*/ 2236905 w 11269336"/>
              <a:gd name="connsiteY217" fmla="*/ 2062882 h 2323145"/>
              <a:gd name="connsiteX218" fmla="*/ 2225830 w 11269336"/>
              <a:gd name="connsiteY218" fmla="*/ 2074027 h 2323145"/>
              <a:gd name="connsiteX219" fmla="*/ 2073776 w 11269336"/>
              <a:gd name="connsiteY219" fmla="*/ 2089244 h 2323145"/>
              <a:gd name="connsiteX220" fmla="*/ 1948256 w 11269336"/>
              <a:gd name="connsiteY220" fmla="*/ 2146616 h 2323145"/>
              <a:gd name="connsiteX221" fmla="*/ 1865582 w 11269336"/>
              <a:gd name="connsiteY221" fmla="*/ 2153738 h 2323145"/>
              <a:gd name="connsiteX222" fmla="*/ 1835210 w 11269336"/>
              <a:gd name="connsiteY222" fmla="*/ 2134244 h 2323145"/>
              <a:gd name="connsiteX223" fmla="*/ 1632661 w 11269336"/>
              <a:gd name="connsiteY223" fmla="*/ 2173882 h 2323145"/>
              <a:gd name="connsiteX224" fmla="*/ 1579590 w 11269336"/>
              <a:gd name="connsiteY224" fmla="*/ 2173680 h 2323145"/>
              <a:gd name="connsiteX225" fmla="*/ 1535601 w 11269336"/>
              <a:gd name="connsiteY225" fmla="*/ 2194590 h 2323145"/>
              <a:gd name="connsiteX226" fmla="*/ 1515594 w 11269336"/>
              <a:gd name="connsiteY226" fmla="*/ 2189622 h 2323145"/>
              <a:gd name="connsiteX227" fmla="*/ 1512113 w 11269336"/>
              <a:gd name="connsiteY227" fmla="*/ 2188534 h 2323145"/>
              <a:gd name="connsiteX228" fmla="*/ 1498838 w 11269336"/>
              <a:gd name="connsiteY228" fmla="*/ 2189213 h 2323145"/>
              <a:gd name="connsiteX229" fmla="*/ 1494279 w 11269336"/>
              <a:gd name="connsiteY229" fmla="*/ 2183112 h 2323145"/>
              <a:gd name="connsiteX230" fmla="*/ 1473714 w 11269336"/>
              <a:gd name="connsiteY230" fmla="*/ 2179625 h 2323145"/>
              <a:gd name="connsiteX231" fmla="*/ 1449503 w 11269336"/>
              <a:gd name="connsiteY231" fmla="*/ 2182633 h 2323145"/>
              <a:gd name="connsiteX232" fmla="*/ 1266687 w 11269336"/>
              <a:gd name="connsiteY232" fmla="*/ 2212688 h 2323145"/>
              <a:gd name="connsiteX233" fmla="*/ 1239614 w 11269336"/>
              <a:gd name="connsiteY233" fmla="*/ 2209727 h 2323145"/>
              <a:gd name="connsiteX234" fmla="*/ 1202436 w 11269336"/>
              <a:gd name="connsiteY234" fmla="*/ 2209817 h 2323145"/>
              <a:gd name="connsiteX235" fmla="*/ 1136097 w 11269336"/>
              <a:gd name="connsiteY235" fmla="*/ 2205112 h 2323145"/>
              <a:gd name="connsiteX236" fmla="*/ 988232 w 11269336"/>
              <a:gd name="connsiteY236" fmla="*/ 2235635 h 2323145"/>
              <a:gd name="connsiteX237" fmla="*/ 981959 w 11269336"/>
              <a:gd name="connsiteY237" fmla="*/ 2231607 h 2323145"/>
              <a:gd name="connsiteX238" fmla="*/ 938600 w 11269336"/>
              <a:gd name="connsiteY238" fmla="*/ 2238113 h 2323145"/>
              <a:gd name="connsiteX239" fmla="*/ 791788 w 11269336"/>
              <a:gd name="connsiteY239" fmla="*/ 2293224 h 2323145"/>
              <a:gd name="connsiteX240" fmla="*/ 706914 w 11269336"/>
              <a:gd name="connsiteY240" fmla="*/ 2305046 h 2323145"/>
              <a:gd name="connsiteX241" fmla="*/ 675971 w 11269336"/>
              <a:gd name="connsiteY241" fmla="*/ 2304030 h 2323145"/>
              <a:gd name="connsiteX242" fmla="*/ 624180 w 11269336"/>
              <a:gd name="connsiteY242" fmla="*/ 2302650 h 2323145"/>
              <a:gd name="connsiteX243" fmla="*/ 583453 w 11269336"/>
              <a:gd name="connsiteY243" fmla="*/ 2288788 h 2323145"/>
              <a:gd name="connsiteX244" fmla="*/ 540946 w 11269336"/>
              <a:gd name="connsiteY244" fmla="*/ 2292721 h 2323145"/>
              <a:gd name="connsiteX245" fmla="*/ 533680 w 11269336"/>
              <a:gd name="connsiteY245" fmla="*/ 2310233 h 2323145"/>
              <a:gd name="connsiteX246" fmla="*/ 487366 w 11269336"/>
              <a:gd name="connsiteY246" fmla="*/ 2309053 h 2323145"/>
              <a:gd name="connsiteX247" fmla="*/ 416820 w 11269336"/>
              <a:gd name="connsiteY247" fmla="*/ 2305443 h 2323145"/>
              <a:gd name="connsiteX248" fmla="*/ 376805 w 11269336"/>
              <a:gd name="connsiteY248" fmla="*/ 2307647 h 2323145"/>
              <a:gd name="connsiteX249" fmla="*/ 266777 w 11269336"/>
              <a:gd name="connsiteY249" fmla="*/ 2309012 h 2323145"/>
              <a:gd name="connsiteX250" fmla="*/ 156013 w 11269336"/>
              <a:gd name="connsiteY250" fmla="*/ 2306832 h 2323145"/>
              <a:gd name="connsiteX251" fmla="*/ 87258 w 11269336"/>
              <a:gd name="connsiteY251" fmla="*/ 2285511 h 2323145"/>
              <a:gd name="connsiteX252" fmla="*/ 23798 w 11269336"/>
              <a:gd name="connsiteY252" fmla="*/ 2281822 h 2323145"/>
              <a:gd name="connsiteX253" fmla="*/ 0 w 11269336"/>
              <a:gd name="connsiteY253" fmla="*/ 2285369 h 2323145"/>
              <a:gd name="connsiteX254" fmla="*/ 0 w 11269336"/>
              <a:gd name="connsiteY254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765388 w 11269336"/>
              <a:gd name="connsiteY135" fmla="*/ 2162525 h 2323145"/>
              <a:gd name="connsiteX136" fmla="*/ 4745033 w 11269336"/>
              <a:gd name="connsiteY136" fmla="*/ 2158859 h 2323145"/>
              <a:gd name="connsiteX137" fmla="*/ 4741475 w 11269336"/>
              <a:gd name="connsiteY137" fmla="*/ 2157998 h 2323145"/>
              <a:gd name="connsiteX138" fmla="*/ 4728247 w 11269336"/>
              <a:gd name="connsiteY138" fmla="*/ 2159526 h 2323145"/>
              <a:gd name="connsiteX139" fmla="*/ 4723263 w 11269336"/>
              <a:gd name="connsiteY139" fmla="*/ 2153742 h 2323145"/>
              <a:gd name="connsiteX140" fmla="*/ 4593061 w 11269336"/>
              <a:gd name="connsiteY140" fmla="*/ 2171597 h 2323145"/>
              <a:gd name="connsiteX141" fmla="*/ 4533444 w 11269336"/>
              <a:gd name="connsiteY141" fmla="*/ 2181200 h 2323145"/>
              <a:gd name="connsiteX142" fmla="*/ 4467257 w 11269336"/>
              <a:gd name="connsiteY142" fmla="*/ 2196121 h 2323145"/>
              <a:gd name="connsiteX143" fmla="*/ 4405765 w 11269336"/>
              <a:gd name="connsiteY143" fmla="*/ 2199902 h 2323145"/>
              <a:gd name="connsiteX144" fmla="*/ 4401354 w 11269336"/>
              <a:gd name="connsiteY144" fmla="*/ 2194745 h 2323145"/>
              <a:gd name="connsiteX145" fmla="*/ 4366646 w 11269336"/>
              <a:gd name="connsiteY145" fmla="*/ 2198564 h 2323145"/>
              <a:gd name="connsiteX146" fmla="*/ 4354009 w 11269336"/>
              <a:gd name="connsiteY146" fmla="*/ 2204984 h 2323145"/>
              <a:gd name="connsiteX147" fmla="*/ 4348284 w 11269336"/>
              <a:gd name="connsiteY147" fmla="*/ 2205270 h 2323145"/>
              <a:gd name="connsiteX148" fmla="*/ 4333906 w 11269336"/>
              <a:gd name="connsiteY148" fmla="*/ 2205251 h 2323145"/>
              <a:gd name="connsiteX149" fmla="*/ 4308819 w 11269336"/>
              <a:gd name="connsiteY149" fmla="*/ 2203822 h 2323145"/>
              <a:gd name="connsiteX150" fmla="*/ 4301210 w 11269336"/>
              <a:gd name="connsiteY150" fmla="*/ 2204456 h 2323145"/>
              <a:gd name="connsiteX151" fmla="*/ 4283095 w 11269336"/>
              <a:gd name="connsiteY151" fmla="*/ 2198177 h 2323145"/>
              <a:gd name="connsiteX152" fmla="*/ 4250119 w 11269336"/>
              <a:gd name="connsiteY152" fmla="*/ 2196342 h 2323145"/>
              <a:gd name="connsiteX153" fmla="*/ 4189203 w 11269336"/>
              <a:gd name="connsiteY153" fmla="*/ 2178994 h 2323145"/>
              <a:gd name="connsiteX154" fmla="*/ 4154035 w 11269336"/>
              <a:gd name="connsiteY154" fmla="*/ 2171950 h 2323145"/>
              <a:gd name="connsiteX155" fmla="*/ 4129569 w 11269336"/>
              <a:gd name="connsiteY155" fmla="*/ 2163850 h 2323145"/>
              <a:gd name="connsiteX156" fmla="*/ 4061250 w 11269336"/>
              <a:gd name="connsiteY156" fmla="*/ 2159236 h 2323145"/>
              <a:gd name="connsiteX157" fmla="*/ 3945480 w 11269336"/>
              <a:gd name="connsiteY157" fmla="*/ 2158279 h 2323145"/>
              <a:gd name="connsiteX158" fmla="*/ 3921468 w 11269336"/>
              <a:gd name="connsiteY158" fmla="*/ 2156588 h 2323145"/>
              <a:gd name="connsiteX159" fmla="*/ 3903348 w 11269336"/>
              <a:gd name="connsiteY159" fmla="*/ 2149220 h 2323145"/>
              <a:gd name="connsiteX160" fmla="*/ 3901342 w 11269336"/>
              <a:gd name="connsiteY160" fmla="*/ 2142355 h 2323145"/>
              <a:gd name="connsiteX161" fmla="*/ 3888539 w 11269336"/>
              <a:gd name="connsiteY161" fmla="*/ 2140476 h 2323145"/>
              <a:gd name="connsiteX162" fmla="*/ 3885662 w 11269336"/>
              <a:gd name="connsiteY162" fmla="*/ 2138740 h 2323145"/>
              <a:gd name="connsiteX163" fmla="*/ 3868627 w 11269336"/>
              <a:gd name="connsiteY163" fmla="*/ 2130023 h 2323145"/>
              <a:gd name="connsiteX164" fmla="*/ 3819177 w 11269336"/>
              <a:gd name="connsiteY164" fmla="*/ 2142111 h 2323145"/>
              <a:gd name="connsiteX165" fmla="*/ 3769100 w 11269336"/>
              <a:gd name="connsiteY165" fmla="*/ 2131731 h 2323145"/>
              <a:gd name="connsiteX166" fmla="*/ 3562752 w 11269336"/>
              <a:gd name="connsiteY166" fmla="*/ 2131785 h 2323145"/>
              <a:gd name="connsiteX167" fmla="*/ 3541402 w 11269336"/>
              <a:gd name="connsiteY167" fmla="*/ 2106821 h 2323145"/>
              <a:gd name="connsiteX168" fmla="*/ 3365341 w 11269336"/>
              <a:gd name="connsiteY168" fmla="*/ 2077638 h 2323145"/>
              <a:gd name="connsiteX169" fmla="*/ 3170922 w 11269336"/>
              <a:gd name="connsiteY169" fmla="*/ 2115957 h 2323145"/>
              <a:gd name="connsiteX170" fmla="*/ 3156256 w 11269336"/>
              <a:gd name="connsiteY170" fmla="*/ 2124773 h 2323145"/>
              <a:gd name="connsiteX171" fmla="*/ 3140298 w 11269336"/>
              <a:gd name="connsiteY171" fmla="*/ 2129182 h 2323145"/>
              <a:gd name="connsiteX172" fmla="*/ 3138514 w 11269336"/>
              <a:gd name="connsiteY172" fmla="*/ 2128069 h 2323145"/>
              <a:gd name="connsiteX173" fmla="*/ 3120467 w 11269336"/>
              <a:gd name="connsiteY173" fmla="*/ 2128281 h 2323145"/>
              <a:gd name="connsiteX174" fmla="*/ 3116175 w 11269336"/>
              <a:gd name="connsiteY174" fmla="*/ 2131633 h 2323145"/>
              <a:gd name="connsiteX175" fmla="*/ 3103685 w 11269336"/>
              <a:gd name="connsiteY175" fmla="*/ 2132814 h 2323145"/>
              <a:gd name="connsiteX176" fmla="*/ 3078794 w 11269336"/>
              <a:gd name="connsiteY176" fmla="*/ 2137935 h 2323145"/>
              <a:gd name="connsiteX177" fmla="*/ 3074407 w 11269336"/>
              <a:gd name="connsiteY177" fmla="*/ 2136274 h 2323145"/>
              <a:gd name="connsiteX178" fmla="*/ 3037285 w 11269336"/>
              <a:gd name="connsiteY178" fmla="*/ 2139919 h 2323145"/>
              <a:gd name="connsiteX179" fmla="*/ 3036901 w 11269336"/>
              <a:gd name="connsiteY179" fmla="*/ 2138726 h 2323145"/>
              <a:gd name="connsiteX180" fmla="*/ 3026996 w 11269336"/>
              <a:gd name="connsiteY180" fmla="*/ 2134322 h 2323145"/>
              <a:gd name="connsiteX181" fmla="*/ 3007772 w 11269336"/>
              <a:gd name="connsiteY181" fmla="*/ 2128742 h 2323145"/>
              <a:gd name="connsiteX182" fmla="*/ 2965030 w 11269336"/>
              <a:gd name="connsiteY182" fmla="*/ 2100494 h 2323145"/>
              <a:gd name="connsiteX183" fmla="*/ 2926342 w 11269336"/>
              <a:gd name="connsiteY183" fmla="*/ 2104155 h 2323145"/>
              <a:gd name="connsiteX184" fmla="*/ 2918608 w 11269336"/>
              <a:gd name="connsiteY184" fmla="*/ 2104215 h 2323145"/>
              <a:gd name="connsiteX185" fmla="*/ 2918475 w 11269336"/>
              <a:gd name="connsiteY185" fmla="*/ 2103937 h 2323145"/>
              <a:gd name="connsiteX186" fmla="*/ 2910360 w 11269336"/>
              <a:gd name="connsiteY186" fmla="*/ 2103444 h 2323145"/>
              <a:gd name="connsiteX187" fmla="*/ 2904507 w 11269336"/>
              <a:gd name="connsiteY187" fmla="*/ 2104326 h 2323145"/>
              <a:gd name="connsiteX188" fmla="*/ 2889503 w 11269336"/>
              <a:gd name="connsiteY188" fmla="*/ 2104443 h 2323145"/>
              <a:gd name="connsiteX189" fmla="*/ 2884480 w 11269336"/>
              <a:gd name="connsiteY189" fmla="*/ 2102626 h 2323145"/>
              <a:gd name="connsiteX190" fmla="*/ 2882689 w 11269336"/>
              <a:gd name="connsiteY190" fmla="*/ 2099228 h 2323145"/>
              <a:gd name="connsiteX191" fmla="*/ 2881291 w 11269336"/>
              <a:gd name="connsiteY191" fmla="*/ 2099618 h 2323145"/>
              <a:gd name="connsiteX192" fmla="*/ 2853979 w 11269336"/>
              <a:gd name="connsiteY192" fmla="*/ 2090388 h 2323145"/>
              <a:gd name="connsiteX193" fmla="*/ 2791790 w 11269336"/>
              <a:gd name="connsiteY193" fmla="*/ 2080332 h 2323145"/>
              <a:gd name="connsiteX194" fmla="*/ 2755844 w 11269336"/>
              <a:gd name="connsiteY194" fmla="*/ 2078874 h 2323145"/>
              <a:gd name="connsiteX195" fmla="*/ 2657742 w 11269336"/>
              <a:gd name="connsiteY195" fmla="*/ 2070179 h 2323145"/>
              <a:gd name="connsiteX196" fmla="*/ 2559549 w 11269336"/>
              <a:gd name="connsiteY196" fmla="*/ 2057873 h 2323145"/>
              <a:gd name="connsiteX197" fmla="*/ 2512054 w 11269336"/>
              <a:gd name="connsiteY197" fmla="*/ 2031671 h 2323145"/>
              <a:gd name="connsiteX198" fmla="*/ 2506437 w 11269336"/>
              <a:gd name="connsiteY198" fmla="*/ 2030918 h 2323145"/>
              <a:gd name="connsiteX199" fmla="*/ 2491752 w 11269336"/>
              <a:gd name="connsiteY199" fmla="*/ 2033906 h 2323145"/>
              <a:gd name="connsiteX200" fmla="*/ 2486338 w 11269336"/>
              <a:gd name="connsiteY200" fmla="*/ 2035862 h 2323145"/>
              <a:gd name="connsiteX201" fmla="*/ 2478186 w 11269336"/>
              <a:gd name="connsiteY201" fmla="*/ 2036953 h 2323145"/>
              <a:gd name="connsiteX202" fmla="*/ 2477950 w 11269336"/>
              <a:gd name="connsiteY202" fmla="*/ 2036715 h 2323145"/>
              <a:gd name="connsiteX203" fmla="*/ 2470381 w 11269336"/>
              <a:gd name="connsiteY203" fmla="*/ 2038256 h 2323145"/>
              <a:gd name="connsiteX204" fmla="*/ 2433781 w 11269336"/>
              <a:gd name="connsiteY204" fmla="*/ 2049140 h 2323145"/>
              <a:gd name="connsiteX205" fmla="*/ 2381172 w 11269336"/>
              <a:gd name="connsiteY205" fmla="*/ 2030645 h 2323145"/>
              <a:gd name="connsiteX206" fmla="*/ 2360198 w 11269336"/>
              <a:gd name="connsiteY206" fmla="*/ 2029059 h 2323145"/>
              <a:gd name="connsiteX207" fmla="*/ 2348815 w 11269336"/>
              <a:gd name="connsiteY207" fmla="*/ 2026798 h 2323145"/>
              <a:gd name="connsiteX208" fmla="*/ 2347988 w 11269336"/>
              <a:gd name="connsiteY208" fmla="*/ 2025745 h 2323145"/>
              <a:gd name="connsiteX209" fmla="*/ 2312920 w 11269336"/>
              <a:gd name="connsiteY209" fmla="*/ 2036311 h 2323145"/>
              <a:gd name="connsiteX210" fmla="*/ 2307986 w 11269336"/>
              <a:gd name="connsiteY210" fmla="*/ 2035583 h 2323145"/>
              <a:gd name="connsiteX211" fmla="*/ 2285481 w 11269336"/>
              <a:gd name="connsiteY211" fmla="*/ 2045197 h 2323145"/>
              <a:gd name="connsiteX212" fmla="*/ 2273666 w 11269336"/>
              <a:gd name="connsiteY212" fmla="*/ 2048710 h 2323145"/>
              <a:gd name="connsiteX213" fmla="*/ 2270719 w 11269336"/>
              <a:gd name="connsiteY213" fmla="*/ 2052702 h 2323145"/>
              <a:gd name="connsiteX214" fmla="*/ 2253080 w 11269336"/>
              <a:gd name="connsiteY214" fmla="*/ 2056363 h 2323145"/>
              <a:gd name="connsiteX215" fmla="*/ 2250906 w 11269336"/>
              <a:gd name="connsiteY215" fmla="*/ 2055654 h 2323145"/>
              <a:gd name="connsiteX216" fmla="*/ 2236905 w 11269336"/>
              <a:gd name="connsiteY216" fmla="*/ 2062882 h 2323145"/>
              <a:gd name="connsiteX217" fmla="*/ 2225830 w 11269336"/>
              <a:gd name="connsiteY217" fmla="*/ 2074027 h 2323145"/>
              <a:gd name="connsiteX218" fmla="*/ 2073776 w 11269336"/>
              <a:gd name="connsiteY218" fmla="*/ 2089244 h 2323145"/>
              <a:gd name="connsiteX219" fmla="*/ 1948256 w 11269336"/>
              <a:gd name="connsiteY219" fmla="*/ 2146616 h 2323145"/>
              <a:gd name="connsiteX220" fmla="*/ 1865582 w 11269336"/>
              <a:gd name="connsiteY220" fmla="*/ 2153738 h 2323145"/>
              <a:gd name="connsiteX221" fmla="*/ 1835210 w 11269336"/>
              <a:gd name="connsiteY221" fmla="*/ 2134244 h 2323145"/>
              <a:gd name="connsiteX222" fmla="*/ 1632661 w 11269336"/>
              <a:gd name="connsiteY222" fmla="*/ 2173882 h 2323145"/>
              <a:gd name="connsiteX223" fmla="*/ 1579590 w 11269336"/>
              <a:gd name="connsiteY223" fmla="*/ 2173680 h 2323145"/>
              <a:gd name="connsiteX224" fmla="*/ 1535601 w 11269336"/>
              <a:gd name="connsiteY224" fmla="*/ 2194590 h 2323145"/>
              <a:gd name="connsiteX225" fmla="*/ 1515594 w 11269336"/>
              <a:gd name="connsiteY225" fmla="*/ 2189622 h 2323145"/>
              <a:gd name="connsiteX226" fmla="*/ 1512113 w 11269336"/>
              <a:gd name="connsiteY226" fmla="*/ 2188534 h 2323145"/>
              <a:gd name="connsiteX227" fmla="*/ 1498838 w 11269336"/>
              <a:gd name="connsiteY227" fmla="*/ 2189213 h 2323145"/>
              <a:gd name="connsiteX228" fmla="*/ 1494279 w 11269336"/>
              <a:gd name="connsiteY228" fmla="*/ 2183112 h 2323145"/>
              <a:gd name="connsiteX229" fmla="*/ 1473714 w 11269336"/>
              <a:gd name="connsiteY229" fmla="*/ 2179625 h 2323145"/>
              <a:gd name="connsiteX230" fmla="*/ 1449503 w 11269336"/>
              <a:gd name="connsiteY230" fmla="*/ 2182633 h 2323145"/>
              <a:gd name="connsiteX231" fmla="*/ 1266687 w 11269336"/>
              <a:gd name="connsiteY231" fmla="*/ 2212688 h 2323145"/>
              <a:gd name="connsiteX232" fmla="*/ 1239614 w 11269336"/>
              <a:gd name="connsiteY232" fmla="*/ 2209727 h 2323145"/>
              <a:gd name="connsiteX233" fmla="*/ 1202436 w 11269336"/>
              <a:gd name="connsiteY233" fmla="*/ 2209817 h 2323145"/>
              <a:gd name="connsiteX234" fmla="*/ 1136097 w 11269336"/>
              <a:gd name="connsiteY234" fmla="*/ 2205112 h 2323145"/>
              <a:gd name="connsiteX235" fmla="*/ 988232 w 11269336"/>
              <a:gd name="connsiteY235" fmla="*/ 2235635 h 2323145"/>
              <a:gd name="connsiteX236" fmla="*/ 981959 w 11269336"/>
              <a:gd name="connsiteY236" fmla="*/ 2231607 h 2323145"/>
              <a:gd name="connsiteX237" fmla="*/ 938600 w 11269336"/>
              <a:gd name="connsiteY237" fmla="*/ 2238113 h 2323145"/>
              <a:gd name="connsiteX238" fmla="*/ 791788 w 11269336"/>
              <a:gd name="connsiteY238" fmla="*/ 2293224 h 2323145"/>
              <a:gd name="connsiteX239" fmla="*/ 706914 w 11269336"/>
              <a:gd name="connsiteY239" fmla="*/ 2305046 h 2323145"/>
              <a:gd name="connsiteX240" fmla="*/ 675971 w 11269336"/>
              <a:gd name="connsiteY240" fmla="*/ 2304030 h 2323145"/>
              <a:gd name="connsiteX241" fmla="*/ 624180 w 11269336"/>
              <a:gd name="connsiteY241" fmla="*/ 2302650 h 2323145"/>
              <a:gd name="connsiteX242" fmla="*/ 583453 w 11269336"/>
              <a:gd name="connsiteY242" fmla="*/ 2288788 h 2323145"/>
              <a:gd name="connsiteX243" fmla="*/ 540946 w 11269336"/>
              <a:gd name="connsiteY243" fmla="*/ 2292721 h 2323145"/>
              <a:gd name="connsiteX244" fmla="*/ 533680 w 11269336"/>
              <a:gd name="connsiteY244" fmla="*/ 2310233 h 2323145"/>
              <a:gd name="connsiteX245" fmla="*/ 487366 w 11269336"/>
              <a:gd name="connsiteY245" fmla="*/ 2309053 h 2323145"/>
              <a:gd name="connsiteX246" fmla="*/ 416820 w 11269336"/>
              <a:gd name="connsiteY246" fmla="*/ 2305443 h 2323145"/>
              <a:gd name="connsiteX247" fmla="*/ 376805 w 11269336"/>
              <a:gd name="connsiteY247" fmla="*/ 2307647 h 2323145"/>
              <a:gd name="connsiteX248" fmla="*/ 266777 w 11269336"/>
              <a:gd name="connsiteY248" fmla="*/ 2309012 h 2323145"/>
              <a:gd name="connsiteX249" fmla="*/ 156013 w 11269336"/>
              <a:gd name="connsiteY249" fmla="*/ 2306832 h 2323145"/>
              <a:gd name="connsiteX250" fmla="*/ 87258 w 11269336"/>
              <a:gd name="connsiteY250" fmla="*/ 2285511 h 2323145"/>
              <a:gd name="connsiteX251" fmla="*/ 23798 w 11269336"/>
              <a:gd name="connsiteY251" fmla="*/ 2281822 h 2323145"/>
              <a:gd name="connsiteX252" fmla="*/ 0 w 11269336"/>
              <a:gd name="connsiteY252" fmla="*/ 2285369 h 2323145"/>
              <a:gd name="connsiteX253" fmla="*/ 0 w 11269336"/>
              <a:gd name="connsiteY253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765388 w 11269336"/>
              <a:gd name="connsiteY135" fmla="*/ 2162525 h 2323145"/>
              <a:gd name="connsiteX136" fmla="*/ 4745033 w 11269336"/>
              <a:gd name="connsiteY136" fmla="*/ 2158859 h 2323145"/>
              <a:gd name="connsiteX137" fmla="*/ 4741475 w 11269336"/>
              <a:gd name="connsiteY137" fmla="*/ 2157998 h 2323145"/>
              <a:gd name="connsiteX138" fmla="*/ 4728247 w 11269336"/>
              <a:gd name="connsiteY138" fmla="*/ 2159526 h 2323145"/>
              <a:gd name="connsiteX139" fmla="*/ 4723263 w 11269336"/>
              <a:gd name="connsiteY139" fmla="*/ 2153742 h 2323145"/>
              <a:gd name="connsiteX140" fmla="*/ 4593061 w 11269336"/>
              <a:gd name="connsiteY140" fmla="*/ 2171597 h 2323145"/>
              <a:gd name="connsiteX141" fmla="*/ 4467257 w 11269336"/>
              <a:gd name="connsiteY141" fmla="*/ 2196121 h 2323145"/>
              <a:gd name="connsiteX142" fmla="*/ 4405765 w 11269336"/>
              <a:gd name="connsiteY142" fmla="*/ 2199902 h 2323145"/>
              <a:gd name="connsiteX143" fmla="*/ 4401354 w 11269336"/>
              <a:gd name="connsiteY143" fmla="*/ 2194745 h 2323145"/>
              <a:gd name="connsiteX144" fmla="*/ 4366646 w 11269336"/>
              <a:gd name="connsiteY144" fmla="*/ 2198564 h 2323145"/>
              <a:gd name="connsiteX145" fmla="*/ 4354009 w 11269336"/>
              <a:gd name="connsiteY145" fmla="*/ 2204984 h 2323145"/>
              <a:gd name="connsiteX146" fmla="*/ 4348284 w 11269336"/>
              <a:gd name="connsiteY146" fmla="*/ 2205270 h 2323145"/>
              <a:gd name="connsiteX147" fmla="*/ 4333906 w 11269336"/>
              <a:gd name="connsiteY147" fmla="*/ 2205251 h 2323145"/>
              <a:gd name="connsiteX148" fmla="*/ 4308819 w 11269336"/>
              <a:gd name="connsiteY148" fmla="*/ 2203822 h 2323145"/>
              <a:gd name="connsiteX149" fmla="*/ 4301210 w 11269336"/>
              <a:gd name="connsiteY149" fmla="*/ 2204456 h 2323145"/>
              <a:gd name="connsiteX150" fmla="*/ 4283095 w 11269336"/>
              <a:gd name="connsiteY150" fmla="*/ 2198177 h 2323145"/>
              <a:gd name="connsiteX151" fmla="*/ 4250119 w 11269336"/>
              <a:gd name="connsiteY151" fmla="*/ 2196342 h 2323145"/>
              <a:gd name="connsiteX152" fmla="*/ 4189203 w 11269336"/>
              <a:gd name="connsiteY152" fmla="*/ 2178994 h 2323145"/>
              <a:gd name="connsiteX153" fmla="*/ 4154035 w 11269336"/>
              <a:gd name="connsiteY153" fmla="*/ 2171950 h 2323145"/>
              <a:gd name="connsiteX154" fmla="*/ 4129569 w 11269336"/>
              <a:gd name="connsiteY154" fmla="*/ 2163850 h 2323145"/>
              <a:gd name="connsiteX155" fmla="*/ 4061250 w 11269336"/>
              <a:gd name="connsiteY155" fmla="*/ 2159236 h 2323145"/>
              <a:gd name="connsiteX156" fmla="*/ 3945480 w 11269336"/>
              <a:gd name="connsiteY156" fmla="*/ 2158279 h 2323145"/>
              <a:gd name="connsiteX157" fmla="*/ 3921468 w 11269336"/>
              <a:gd name="connsiteY157" fmla="*/ 2156588 h 2323145"/>
              <a:gd name="connsiteX158" fmla="*/ 3903348 w 11269336"/>
              <a:gd name="connsiteY158" fmla="*/ 2149220 h 2323145"/>
              <a:gd name="connsiteX159" fmla="*/ 3901342 w 11269336"/>
              <a:gd name="connsiteY159" fmla="*/ 2142355 h 2323145"/>
              <a:gd name="connsiteX160" fmla="*/ 3888539 w 11269336"/>
              <a:gd name="connsiteY160" fmla="*/ 2140476 h 2323145"/>
              <a:gd name="connsiteX161" fmla="*/ 3885662 w 11269336"/>
              <a:gd name="connsiteY161" fmla="*/ 2138740 h 2323145"/>
              <a:gd name="connsiteX162" fmla="*/ 3868627 w 11269336"/>
              <a:gd name="connsiteY162" fmla="*/ 2130023 h 2323145"/>
              <a:gd name="connsiteX163" fmla="*/ 3819177 w 11269336"/>
              <a:gd name="connsiteY163" fmla="*/ 2142111 h 2323145"/>
              <a:gd name="connsiteX164" fmla="*/ 3769100 w 11269336"/>
              <a:gd name="connsiteY164" fmla="*/ 2131731 h 2323145"/>
              <a:gd name="connsiteX165" fmla="*/ 3562752 w 11269336"/>
              <a:gd name="connsiteY165" fmla="*/ 2131785 h 2323145"/>
              <a:gd name="connsiteX166" fmla="*/ 3541402 w 11269336"/>
              <a:gd name="connsiteY166" fmla="*/ 2106821 h 2323145"/>
              <a:gd name="connsiteX167" fmla="*/ 3365341 w 11269336"/>
              <a:gd name="connsiteY167" fmla="*/ 2077638 h 2323145"/>
              <a:gd name="connsiteX168" fmla="*/ 3170922 w 11269336"/>
              <a:gd name="connsiteY168" fmla="*/ 2115957 h 2323145"/>
              <a:gd name="connsiteX169" fmla="*/ 3156256 w 11269336"/>
              <a:gd name="connsiteY169" fmla="*/ 2124773 h 2323145"/>
              <a:gd name="connsiteX170" fmla="*/ 3140298 w 11269336"/>
              <a:gd name="connsiteY170" fmla="*/ 2129182 h 2323145"/>
              <a:gd name="connsiteX171" fmla="*/ 3138514 w 11269336"/>
              <a:gd name="connsiteY171" fmla="*/ 2128069 h 2323145"/>
              <a:gd name="connsiteX172" fmla="*/ 3120467 w 11269336"/>
              <a:gd name="connsiteY172" fmla="*/ 2128281 h 2323145"/>
              <a:gd name="connsiteX173" fmla="*/ 3116175 w 11269336"/>
              <a:gd name="connsiteY173" fmla="*/ 2131633 h 2323145"/>
              <a:gd name="connsiteX174" fmla="*/ 3103685 w 11269336"/>
              <a:gd name="connsiteY174" fmla="*/ 2132814 h 2323145"/>
              <a:gd name="connsiteX175" fmla="*/ 3078794 w 11269336"/>
              <a:gd name="connsiteY175" fmla="*/ 2137935 h 2323145"/>
              <a:gd name="connsiteX176" fmla="*/ 3074407 w 11269336"/>
              <a:gd name="connsiteY176" fmla="*/ 2136274 h 2323145"/>
              <a:gd name="connsiteX177" fmla="*/ 3037285 w 11269336"/>
              <a:gd name="connsiteY177" fmla="*/ 2139919 h 2323145"/>
              <a:gd name="connsiteX178" fmla="*/ 3036901 w 11269336"/>
              <a:gd name="connsiteY178" fmla="*/ 2138726 h 2323145"/>
              <a:gd name="connsiteX179" fmla="*/ 3026996 w 11269336"/>
              <a:gd name="connsiteY179" fmla="*/ 2134322 h 2323145"/>
              <a:gd name="connsiteX180" fmla="*/ 3007772 w 11269336"/>
              <a:gd name="connsiteY180" fmla="*/ 2128742 h 2323145"/>
              <a:gd name="connsiteX181" fmla="*/ 2965030 w 11269336"/>
              <a:gd name="connsiteY181" fmla="*/ 2100494 h 2323145"/>
              <a:gd name="connsiteX182" fmla="*/ 2926342 w 11269336"/>
              <a:gd name="connsiteY182" fmla="*/ 2104155 h 2323145"/>
              <a:gd name="connsiteX183" fmla="*/ 2918608 w 11269336"/>
              <a:gd name="connsiteY183" fmla="*/ 2104215 h 2323145"/>
              <a:gd name="connsiteX184" fmla="*/ 2918475 w 11269336"/>
              <a:gd name="connsiteY184" fmla="*/ 2103937 h 2323145"/>
              <a:gd name="connsiteX185" fmla="*/ 2910360 w 11269336"/>
              <a:gd name="connsiteY185" fmla="*/ 2103444 h 2323145"/>
              <a:gd name="connsiteX186" fmla="*/ 2904507 w 11269336"/>
              <a:gd name="connsiteY186" fmla="*/ 2104326 h 2323145"/>
              <a:gd name="connsiteX187" fmla="*/ 2889503 w 11269336"/>
              <a:gd name="connsiteY187" fmla="*/ 2104443 h 2323145"/>
              <a:gd name="connsiteX188" fmla="*/ 2884480 w 11269336"/>
              <a:gd name="connsiteY188" fmla="*/ 2102626 h 2323145"/>
              <a:gd name="connsiteX189" fmla="*/ 2882689 w 11269336"/>
              <a:gd name="connsiteY189" fmla="*/ 2099228 h 2323145"/>
              <a:gd name="connsiteX190" fmla="*/ 2881291 w 11269336"/>
              <a:gd name="connsiteY190" fmla="*/ 2099618 h 2323145"/>
              <a:gd name="connsiteX191" fmla="*/ 2853979 w 11269336"/>
              <a:gd name="connsiteY191" fmla="*/ 2090388 h 2323145"/>
              <a:gd name="connsiteX192" fmla="*/ 2791790 w 11269336"/>
              <a:gd name="connsiteY192" fmla="*/ 2080332 h 2323145"/>
              <a:gd name="connsiteX193" fmla="*/ 2755844 w 11269336"/>
              <a:gd name="connsiteY193" fmla="*/ 2078874 h 2323145"/>
              <a:gd name="connsiteX194" fmla="*/ 2657742 w 11269336"/>
              <a:gd name="connsiteY194" fmla="*/ 2070179 h 2323145"/>
              <a:gd name="connsiteX195" fmla="*/ 2559549 w 11269336"/>
              <a:gd name="connsiteY195" fmla="*/ 2057873 h 2323145"/>
              <a:gd name="connsiteX196" fmla="*/ 2512054 w 11269336"/>
              <a:gd name="connsiteY196" fmla="*/ 2031671 h 2323145"/>
              <a:gd name="connsiteX197" fmla="*/ 2506437 w 11269336"/>
              <a:gd name="connsiteY197" fmla="*/ 2030918 h 2323145"/>
              <a:gd name="connsiteX198" fmla="*/ 2491752 w 11269336"/>
              <a:gd name="connsiteY198" fmla="*/ 2033906 h 2323145"/>
              <a:gd name="connsiteX199" fmla="*/ 2486338 w 11269336"/>
              <a:gd name="connsiteY199" fmla="*/ 2035862 h 2323145"/>
              <a:gd name="connsiteX200" fmla="*/ 2478186 w 11269336"/>
              <a:gd name="connsiteY200" fmla="*/ 2036953 h 2323145"/>
              <a:gd name="connsiteX201" fmla="*/ 2477950 w 11269336"/>
              <a:gd name="connsiteY201" fmla="*/ 2036715 h 2323145"/>
              <a:gd name="connsiteX202" fmla="*/ 2470381 w 11269336"/>
              <a:gd name="connsiteY202" fmla="*/ 2038256 h 2323145"/>
              <a:gd name="connsiteX203" fmla="*/ 2433781 w 11269336"/>
              <a:gd name="connsiteY203" fmla="*/ 2049140 h 2323145"/>
              <a:gd name="connsiteX204" fmla="*/ 2381172 w 11269336"/>
              <a:gd name="connsiteY204" fmla="*/ 2030645 h 2323145"/>
              <a:gd name="connsiteX205" fmla="*/ 2360198 w 11269336"/>
              <a:gd name="connsiteY205" fmla="*/ 2029059 h 2323145"/>
              <a:gd name="connsiteX206" fmla="*/ 2348815 w 11269336"/>
              <a:gd name="connsiteY206" fmla="*/ 2026798 h 2323145"/>
              <a:gd name="connsiteX207" fmla="*/ 2347988 w 11269336"/>
              <a:gd name="connsiteY207" fmla="*/ 2025745 h 2323145"/>
              <a:gd name="connsiteX208" fmla="*/ 2312920 w 11269336"/>
              <a:gd name="connsiteY208" fmla="*/ 2036311 h 2323145"/>
              <a:gd name="connsiteX209" fmla="*/ 2307986 w 11269336"/>
              <a:gd name="connsiteY209" fmla="*/ 2035583 h 2323145"/>
              <a:gd name="connsiteX210" fmla="*/ 2285481 w 11269336"/>
              <a:gd name="connsiteY210" fmla="*/ 2045197 h 2323145"/>
              <a:gd name="connsiteX211" fmla="*/ 2273666 w 11269336"/>
              <a:gd name="connsiteY211" fmla="*/ 2048710 h 2323145"/>
              <a:gd name="connsiteX212" fmla="*/ 2270719 w 11269336"/>
              <a:gd name="connsiteY212" fmla="*/ 2052702 h 2323145"/>
              <a:gd name="connsiteX213" fmla="*/ 2253080 w 11269336"/>
              <a:gd name="connsiteY213" fmla="*/ 2056363 h 2323145"/>
              <a:gd name="connsiteX214" fmla="*/ 2250906 w 11269336"/>
              <a:gd name="connsiteY214" fmla="*/ 2055654 h 2323145"/>
              <a:gd name="connsiteX215" fmla="*/ 2236905 w 11269336"/>
              <a:gd name="connsiteY215" fmla="*/ 2062882 h 2323145"/>
              <a:gd name="connsiteX216" fmla="*/ 2225830 w 11269336"/>
              <a:gd name="connsiteY216" fmla="*/ 2074027 h 2323145"/>
              <a:gd name="connsiteX217" fmla="*/ 2073776 w 11269336"/>
              <a:gd name="connsiteY217" fmla="*/ 2089244 h 2323145"/>
              <a:gd name="connsiteX218" fmla="*/ 1948256 w 11269336"/>
              <a:gd name="connsiteY218" fmla="*/ 2146616 h 2323145"/>
              <a:gd name="connsiteX219" fmla="*/ 1865582 w 11269336"/>
              <a:gd name="connsiteY219" fmla="*/ 2153738 h 2323145"/>
              <a:gd name="connsiteX220" fmla="*/ 1835210 w 11269336"/>
              <a:gd name="connsiteY220" fmla="*/ 2134244 h 2323145"/>
              <a:gd name="connsiteX221" fmla="*/ 1632661 w 11269336"/>
              <a:gd name="connsiteY221" fmla="*/ 2173882 h 2323145"/>
              <a:gd name="connsiteX222" fmla="*/ 1579590 w 11269336"/>
              <a:gd name="connsiteY222" fmla="*/ 2173680 h 2323145"/>
              <a:gd name="connsiteX223" fmla="*/ 1535601 w 11269336"/>
              <a:gd name="connsiteY223" fmla="*/ 2194590 h 2323145"/>
              <a:gd name="connsiteX224" fmla="*/ 1515594 w 11269336"/>
              <a:gd name="connsiteY224" fmla="*/ 2189622 h 2323145"/>
              <a:gd name="connsiteX225" fmla="*/ 1512113 w 11269336"/>
              <a:gd name="connsiteY225" fmla="*/ 2188534 h 2323145"/>
              <a:gd name="connsiteX226" fmla="*/ 1498838 w 11269336"/>
              <a:gd name="connsiteY226" fmla="*/ 2189213 h 2323145"/>
              <a:gd name="connsiteX227" fmla="*/ 1494279 w 11269336"/>
              <a:gd name="connsiteY227" fmla="*/ 2183112 h 2323145"/>
              <a:gd name="connsiteX228" fmla="*/ 1473714 w 11269336"/>
              <a:gd name="connsiteY228" fmla="*/ 2179625 h 2323145"/>
              <a:gd name="connsiteX229" fmla="*/ 1449503 w 11269336"/>
              <a:gd name="connsiteY229" fmla="*/ 2182633 h 2323145"/>
              <a:gd name="connsiteX230" fmla="*/ 1266687 w 11269336"/>
              <a:gd name="connsiteY230" fmla="*/ 2212688 h 2323145"/>
              <a:gd name="connsiteX231" fmla="*/ 1239614 w 11269336"/>
              <a:gd name="connsiteY231" fmla="*/ 2209727 h 2323145"/>
              <a:gd name="connsiteX232" fmla="*/ 1202436 w 11269336"/>
              <a:gd name="connsiteY232" fmla="*/ 2209817 h 2323145"/>
              <a:gd name="connsiteX233" fmla="*/ 1136097 w 11269336"/>
              <a:gd name="connsiteY233" fmla="*/ 2205112 h 2323145"/>
              <a:gd name="connsiteX234" fmla="*/ 988232 w 11269336"/>
              <a:gd name="connsiteY234" fmla="*/ 2235635 h 2323145"/>
              <a:gd name="connsiteX235" fmla="*/ 981959 w 11269336"/>
              <a:gd name="connsiteY235" fmla="*/ 2231607 h 2323145"/>
              <a:gd name="connsiteX236" fmla="*/ 938600 w 11269336"/>
              <a:gd name="connsiteY236" fmla="*/ 2238113 h 2323145"/>
              <a:gd name="connsiteX237" fmla="*/ 791788 w 11269336"/>
              <a:gd name="connsiteY237" fmla="*/ 2293224 h 2323145"/>
              <a:gd name="connsiteX238" fmla="*/ 706914 w 11269336"/>
              <a:gd name="connsiteY238" fmla="*/ 2305046 h 2323145"/>
              <a:gd name="connsiteX239" fmla="*/ 675971 w 11269336"/>
              <a:gd name="connsiteY239" fmla="*/ 2304030 h 2323145"/>
              <a:gd name="connsiteX240" fmla="*/ 624180 w 11269336"/>
              <a:gd name="connsiteY240" fmla="*/ 2302650 h 2323145"/>
              <a:gd name="connsiteX241" fmla="*/ 583453 w 11269336"/>
              <a:gd name="connsiteY241" fmla="*/ 2288788 h 2323145"/>
              <a:gd name="connsiteX242" fmla="*/ 540946 w 11269336"/>
              <a:gd name="connsiteY242" fmla="*/ 2292721 h 2323145"/>
              <a:gd name="connsiteX243" fmla="*/ 533680 w 11269336"/>
              <a:gd name="connsiteY243" fmla="*/ 2310233 h 2323145"/>
              <a:gd name="connsiteX244" fmla="*/ 487366 w 11269336"/>
              <a:gd name="connsiteY244" fmla="*/ 2309053 h 2323145"/>
              <a:gd name="connsiteX245" fmla="*/ 416820 w 11269336"/>
              <a:gd name="connsiteY245" fmla="*/ 2305443 h 2323145"/>
              <a:gd name="connsiteX246" fmla="*/ 376805 w 11269336"/>
              <a:gd name="connsiteY246" fmla="*/ 2307647 h 2323145"/>
              <a:gd name="connsiteX247" fmla="*/ 266777 w 11269336"/>
              <a:gd name="connsiteY247" fmla="*/ 2309012 h 2323145"/>
              <a:gd name="connsiteX248" fmla="*/ 156013 w 11269336"/>
              <a:gd name="connsiteY248" fmla="*/ 2306832 h 2323145"/>
              <a:gd name="connsiteX249" fmla="*/ 87258 w 11269336"/>
              <a:gd name="connsiteY249" fmla="*/ 2285511 h 2323145"/>
              <a:gd name="connsiteX250" fmla="*/ 23798 w 11269336"/>
              <a:gd name="connsiteY250" fmla="*/ 2281822 h 2323145"/>
              <a:gd name="connsiteX251" fmla="*/ 0 w 11269336"/>
              <a:gd name="connsiteY251" fmla="*/ 2285369 h 2323145"/>
              <a:gd name="connsiteX252" fmla="*/ 0 w 11269336"/>
              <a:gd name="connsiteY252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765388 w 11269336"/>
              <a:gd name="connsiteY135" fmla="*/ 2162525 h 2323145"/>
              <a:gd name="connsiteX136" fmla="*/ 4745033 w 11269336"/>
              <a:gd name="connsiteY136" fmla="*/ 2158859 h 2323145"/>
              <a:gd name="connsiteX137" fmla="*/ 4741475 w 11269336"/>
              <a:gd name="connsiteY137" fmla="*/ 2157998 h 2323145"/>
              <a:gd name="connsiteX138" fmla="*/ 4728247 w 11269336"/>
              <a:gd name="connsiteY138" fmla="*/ 2159526 h 2323145"/>
              <a:gd name="connsiteX139" fmla="*/ 4723263 w 11269336"/>
              <a:gd name="connsiteY139" fmla="*/ 2153742 h 2323145"/>
              <a:gd name="connsiteX140" fmla="*/ 4593061 w 11269336"/>
              <a:gd name="connsiteY140" fmla="*/ 2171597 h 2323145"/>
              <a:gd name="connsiteX141" fmla="*/ 4405765 w 11269336"/>
              <a:gd name="connsiteY141" fmla="*/ 2199902 h 2323145"/>
              <a:gd name="connsiteX142" fmla="*/ 4401354 w 11269336"/>
              <a:gd name="connsiteY142" fmla="*/ 2194745 h 2323145"/>
              <a:gd name="connsiteX143" fmla="*/ 4366646 w 11269336"/>
              <a:gd name="connsiteY143" fmla="*/ 2198564 h 2323145"/>
              <a:gd name="connsiteX144" fmla="*/ 4354009 w 11269336"/>
              <a:gd name="connsiteY144" fmla="*/ 2204984 h 2323145"/>
              <a:gd name="connsiteX145" fmla="*/ 4348284 w 11269336"/>
              <a:gd name="connsiteY145" fmla="*/ 2205270 h 2323145"/>
              <a:gd name="connsiteX146" fmla="*/ 4333906 w 11269336"/>
              <a:gd name="connsiteY146" fmla="*/ 2205251 h 2323145"/>
              <a:gd name="connsiteX147" fmla="*/ 4308819 w 11269336"/>
              <a:gd name="connsiteY147" fmla="*/ 2203822 h 2323145"/>
              <a:gd name="connsiteX148" fmla="*/ 4301210 w 11269336"/>
              <a:gd name="connsiteY148" fmla="*/ 2204456 h 2323145"/>
              <a:gd name="connsiteX149" fmla="*/ 4283095 w 11269336"/>
              <a:gd name="connsiteY149" fmla="*/ 2198177 h 2323145"/>
              <a:gd name="connsiteX150" fmla="*/ 4250119 w 11269336"/>
              <a:gd name="connsiteY150" fmla="*/ 2196342 h 2323145"/>
              <a:gd name="connsiteX151" fmla="*/ 4189203 w 11269336"/>
              <a:gd name="connsiteY151" fmla="*/ 2178994 h 2323145"/>
              <a:gd name="connsiteX152" fmla="*/ 4154035 w 11269336"/>
              <a:gd name="connsiteY152" fmla="*/ 2171950 h 2323145"/>
              <a:gd name="connsiteX153" fmla="*/ 4129569 w 11269336"/>
              <a:gd name="connsiteY153" fmla="*/ 2163850 h 2323145"/>
              <a:gd name="connsiteX154" fmla="*/ 4061250 w 11269336"/>
              <a:gd name="connsiteY154" fmla="*/ 2159236 h 2323145"/>
              <a:gd name="connsiteX155" fmla="*/ 3945480 w 11269336"/>
              <a:gd name="connsiteY155" fmla="*/ 2158279 h 2323145"/>
              <a:gd name="connsiteX156" fmla="*/ 3921468 w 11269336"/>
              <a:gd name="connsiteY156" fmla="*/ 2156588 h 2323145"/>
              <a:gd name="connsiteX157" fmla="*/ 3903348 w 11269336"/>
              <a:gd name="connsiteY157" fmla="*/ 2149220 h 2323145"/>
              <a:gd name="connsiteX158" fmla="*/ 3901342 w 11269336"/>
              <a:gd name="connsiteY158" fmla="*/ 2142355 h 2323145"/>
              <a:gd name="connsiteX159" fmla="*/ 3888539 w 11269336"/>
              <a:gd name="connsiteY159" fmla="*/ 2140476 h 2323145"/>
              <a:gd name="connsiteX160" fmla="*/ 3885662 w 11269336"/>
              <a:gd name="connsiteY160" fmla="*/ 2138740 h 2323145"/>
              <a:gd name="connsiteX161" fmla="*/ 3868627 w 11269336"/>
              <a:gd name="connsiteY161" fmla="*/ 2130023 h 2323145"/>
              <a:gd name="connsiteX162" fmla="*/ 3819177 w 11269336"/>
              <a:gd name="connsiteY162" fmla="*/ 2142111 h 2323145"/>
              <a:gd name="connsiteX163" fmla="*/ 3769100 w 11269336"/>
              <a:gd name="connsiteY163" fmla="*/ 2131731 h 2323145"/>
              <a:gd name="connsiteX164" fmla="*/ 3562752 w 11269336"/>
              <a:gd name="connsiteY164" fmla="*/ 2131785 h 2323145"/>
              <a:gd name="connsiteX165" fmla="*/ 3541402 w 11269336"/>
              <a:gd name="connsiteY165" fmla="*/ 2106821 h 2323145"/>
              <a:gd name="connsiteX166" fmla="*/ 3365341 w 11269336"/>
              <a:gd name="connsiteY166" fmla="*/ 2077638 h 2323145"/>
              <a:gd name="connsiteX167" fmla="*/ 3170922 w 11269336"/>
              <a:gd name="connsiteY167" fmla="*/ 2115957 h 2323145"/>
              <a:gd name="connsiteX168" fmla="*/ 3156256 w 11269336"/>
              <a:gd name="connsiteY168" fmla="*/ 2124773 h 2323145"/>
              <a:gd name="connsiteX169" fmla="*/ 3140298 w 11269336"/>
              <a:gd name="connsiteY169" fmla="*/ 2129182 h 2323145"/>
              <a:gd name="connsiteX170" fmla="*/ 3138514 w 11269336"/>
              <a:gd name="connsiteY170" fmla="*/ 2128069 h 2323145"/>
              <a:gd name="connsiteX171" fmla="*/ 3120467 w 11269336"/>
              <a:gd name="connsiteY171" fmla="*/ 2128281 h 2323145"/>
              <a:gd name="connsiteX172" fmla="*/ 3116175 w 11269336"/>
              <a:gd name="connsiteY172" fmla="*/ 2131633 h 2323145"/>
              <a:gd name="connsiteX173" fmla="*/ 3103685 w 11269336"/>
              <a:gd name="connsiteY173" fmla="*/ 2132814 h 2323145"/>
              <a:gd name="connsiteX174" fmla="*/ 3078794 w 11269336"/>
              <a:gd name="connsiteY174" fmla="*/ 2137935 h 2323145"/>
              <a:gd name="connsiteX175" fmla="*/ 3074407 w 11269336"/>
              <a:gd name="connsiteY175" fmla="*/ 2136274 h 2323145"/>
              <a:gd name="connsiteX176" fmla="*/ 3037285 w 11269336"/>
              <a:gd name="connsiteY176" fmla="*/ 2139919 h 2323145"/>
              <a:gd name="connsiteX177" fmla="*/ 3036901 w 11269336"/>
              <a:gd name="connsiteY177" fmla="*/ 2138726 h 2323145"/>
              <a:gd name="connsiteX178" fmla="*/ 3026996 w 11269336"/>
              <a:gd name="connsiteY178" fmla="*/ 2134322 h 2323145"/>
              <a:gd name="connsiteX179" fmla="*/ 3007772 w 11269336"/>
              <a:gd name="connsiteY179" fmla="*/ 2128742 h 2323145"/>
              <a:gd name="connsiteX180" fmla="*/ 2965030 w 11269336"/>
              <a:gd name="connsiteY180" fmla="*/ 2100494 h 2323145"/>
              <a:gd name="connsiteX181" fmla="*/ 2926342 w 11269336"/>
              <a:gd name="connsiteY181" fmla="*/ 2104155 h 2323145"/>
              <a:gd name="connsiteX182" fmla="*/ 2918608 w 11269336"/>
              <a:gd name="connsiteY182" fmla="*/ 2104215 h 2323145"/>
              <a:gd name="connsiteX183" fmla="*/ 2918475 w 11269336"/>
              <a:gd name="connsiteY183" fmla="*/ 2103937 h 2323145"/>
              <a:gd name="connsiteX184" fmla="*/ 2910360 w 11269336"/>
              <a:gd name="connsiteY184" fmla="*/ 2103444 h 2323145"/>
              <a:gd name="connsiteX185" fmla="*/ 2904507 w 11269336"/>
              <a:gd name="connsiteY185" fmla="*/ 2104326 h 2323145"/>
              <a:gd name="connsiteX186" fmla="*/ 2889503 w 11269336"/>
              <a:gd name="connsiteY186" fmla="*/ 2104443 h 2323145"/>
              <a:gd name="connsiteX187" fmla="*/ 2884480 w 11269336"/>
              <a:gd name="connsiteY187" fmla="*/ 2102626 h 2323145"/>
              <a:gd name="connsiteX188" fmla="*/ 2882689 w 11269336"/>
              <a:gd name="connsiteY188" fmla="*/ 2099228 h 2323145"/>
              <a:gd name="connsiteX189" fmla="*/ 2881291 w 11269336"/>
              <a:gd name="connsiteY189" fmla="*/ 2099618 h 2323145"/>
              <a:gd name="connsiteX190" fmla="*/ 2853979 w 11269336"/>
              <a:gd name="connsiteY190" fmla="*/ 2090388 h 2323145"/>
              <a:gd name="connsiteX191" fmla="*/ 2791790 w 11269336"/>
              <a:gd name="connsiteY191" fmla="*/ 2080332 h 2323145"/>
              <a:gd name="connsiteX192" fmla="*/ 2755844 w 11269336"/>
              <a:gd name="connsiteY192" fmla="*/ 2078874 h 2323145"/>
              <a:gd name="connsiteX193" fmla="*/ 2657742 w 11269336"/>
              <a:gd name="connsiteY193" fmla="*/ 2070179 h 2323145"/>
              <a:gd name="connsiteX194" fmla="*/ 2559549 w 11269336"/>
              <a:gd name="connsiteY194" fmla="*/ 2057873 h 2323145"/>
              <a:gd name="connsiteX195" fmla="*/ 2512054 w 11269336"/>
              <a:gd name="connsiteY195" fmla="*/ 2031671 h 2323145"/>
              <a:gd name="connsiteX196" fmla="*/ 2506437 w 11269336"/>
              <a:gd name="connsiteY196" fmla="*/ 2030918 h 2323145"/>
              <a:gd name="connsiteX197" fmla="*/ 2491752 w 11269336"/>
              <a:gd name="connsiteY197" fmla="*/ 2033906 h 2323145"/>
              <a:gd name="connsiteX198" fmla="*/ 2486338 w 11269336"/>
              <a:gd name="connsiteY198" fmla="*/ 2035862 h 2323145"/>
              <a:gd name="connsiteX199" fmla="*/ 2478186 w 11269336"/>
              <a:gd name="connsiteY199" fmla="*/ 2036953 h 2323145"/>
              <a:gd name="connsiteX200" fmla="*/ 2477950 w 11269336"/>
              <a:gd name="connsiteY200" fmla="*/ 2036715 h 2323145"/>
              <a:gd name="connsiteX201" fmla="*/ 2470381 w 11269336"/>
              <a:gd name="connsiteY201" fmla="*/ 2038256 h 2323145"/>
              <a:gd name="connsiteX202" fmla="*/ 2433781 w 11269336"/>
              <a:gd name="connsiteY202" fmla="*/ 2049140 h 2323145"/>
              <a:gd name="connsiteX203" fmla="*/ 2381172 w 11269336"/>
              <a:gd name="connsiteY203" fmla="*/ 2030645 h 2323145"/>
              <a:gd name="connsiteX204" fmla="*/ 2360198 w 11269336"/>
              <a:gd name="connsiteY204" fmla="*/ 2029059 h 2323145"/>
              <a:gd name="connsiteX205" fmla="*/ 2348815 w 11269336"/>
              <a:gd name="connsiteY205" fmla="*/ 2026798 h 2323145"/>
              <a:gd name="connsiteX206" fmla="*/ 2347988 w 11269336"/>
              <a:gd name="connsiteY206" fmla="*/ 2025745 h 2323145"/>
              <a:gd name="connsiteX207" fmla="*/ 2312920 w 11269336"/>
              <a:gd name="connsiteY207" fmla="*/ 2036311 h 2323145"/>
              <a:gd name="connsiteX208" fmla="*/ 2307986 w 11269336"/>
              <a:gd name="connsiteY208" fmla="*/ 2035583 h 2323145"/>
              <a:gd name="connsiteX209" fmla="*/ 2285481 w 11269336"/>
              <a:gd name="connsiteY209" fmla="*/ 2045197 h 2323145"/>
              <a:gd name="connsiteX210" fmla="*/ 2273666 w 11269336"/>
              <a:gd name="connsiteY210" fmla="*/ 2048710 h 2323145"/>
              <a:gd name="connsiteX211" fmla="*/ 2270719 w 11269336"/>
              <a:gd name="connsiteY211" fmla="*/ 2052702 h 2323145"/>
              <a:gd name="connsiteX212" fmla="*/ 2253080 w 11269336"/>
              <a:gd name="connsiteY212" fmla="*/ 2056363 h 2323145"/>
              <a:gd name="connsiteX213" fmla="*/ 2250906 w 11269336"/>
              <a:gd name="connsiteY213" fmla="*/ 2055654 h 2323145"/>
              <a:gd name="connsiteX214" fmla="*/ 2236905 w 11269336"/>
              <a:gd name="connsiteY214" fmla="*/ 2062882 h 2323145"/>
              <a:gd name="connsiteX215" fmla="*/ 2225830 w 11269336"/>
              <a:gd name="connsiteY215" fmla="*/ 2074027 h 2323145"/>
              <a:gd name="connsiteX216" fmla="*/ 2073776 w 11269336"/>
              <a:gd name="connsiteY216" fmla="*/ 2089244 h 2323145"/>
              <a:gd name="connsiteX217" fmla="*/ 1948256 w 11269336"/>
              <a:gd name="connsiteY217" fmla="*/ 2146616 h 2323145"/>
              <a:gd name="connsiteX218" fmla="*/ 1865582 w 11269336"/>
              <a:gd name="connsiteY218" fmla="*/ 2153738 h 2323145"/>
              <a:gd name="connsiteX219" fmla="*/ 1835210 w 11269336"/>
              <a:gd name="connsiteY219" fmla="*/ 2134244 h 2323145"/>
              <a:gd name="connsiteX220" fmla="*/ 1632661 w 11269336"/>
              <a:gd name="connsiteY220" fmla="*/ 2173882 h 2323145"/>
              <a:gd name="connsiteX221" fmla="*/ 1579590 w 11269336"/>
              <a:gd name="connsiteY221" fmla="*/ 2173680 h 2323145"/>
              <a:gd name="connsiteX222" fmla="*/ 1535601 w 11269336"/>
              <a:gd name="connsiteY222" fmla="*/ 2194590 h 2323145"/>
              <a:gd name="connsiteX223" fmla="*/ 1515594 w 11269336"/>
              <a:gd name="connsiteY223" fmla="*/ 2189622 h 2323145"/>
              <a:gd name="connsiteX224" fmla="*/ 1512113 w 11269336"/>
              <a:gd name="connsiteY224" fmla="*/ 2188534 h 2323145"/>
              <a:gd name="connsiteX225" fmla="*/ 1498838 w 11269336"/>
              <a:gd name="connsiteY225" fmla="*/ 2189213 h 2323145"/>
              <a:gd name="connsiteX226" fmla="*/ 1494279 w 11269336"/>
              <a:gd name="connsiteY226" fmla="*/ 2183112 h 2323145"/>
              <a:gd name="connsiteX227" fmla="*/ 1473714 w 11269336"/>
              <a:gd name="connsiteY227" fmla="*/ 2179625 h 2323145"/>
              <a:gd name="connsiteX228" fmla="*/ 1449503 w 11269336"/>
              <a:gd name="connsiteY228" fmla="*/ 2182633 h 2323145"/>
              <a:gd name="connsiteX229" fmla="*/ 1266687 w 11269336"/>
              <a:gd name="connsiteY229" fmla="*/ 2212688 h 2323145"/>
              <a:gd name="connsiteX230" fmla="*/ 1239614 w 11269336"/>
              <a:gd name="connsiteY230" fmla="*/ 2209727 h 2323145"/>
              <a:gd name="connsiteX231" fmla="*/ 1202436 w 11269336"/>
              <a:gd name="connsiteY231" fmla="*/ 2209817 h 2323145"/>
              <a:gd name="connsiteX232" fmla="*/ 1136097 w 11269336"/>
              <a:gd name="connsiteY232" fmla="*/ 2205112 h 2323145"/>
              <a:gd name="connsiteX233" fmla="*/ 988232 w 11269336"/>
              <a:gd name="connsiteY233" fmla="*/ 2235635 h 2323145"/>
              <a:gd name="connsiteX234" fmla="*/ 981959 w 11269336"/>
              <a:gd name="connsiteY234" fmla="*/ 2231607 h 2323145"/>
              <a:gd name="connsiteX235" fmla="*/ 938600 w 11269336"/>
              <a:gd name="connsiteY235" fmla="*/ 2238113 h 2323145"/>
              <a:gd name="connsiteX236" fmla="*/ 791788 w 11269336"/>
              <a:gd name="connsiteY236" fmla="*/ 2293224 h 2323145"/>
              <a:gd name="connsiteX237" fmla="*/ 706914 w 11269336"/>
              <a:gd name="connsiteY237" fmla="*/ 2305046 h 2323145"/>
              <a:gd name="connsiteX238" fmla="*/ 675971 w 11269336"/>
              <a:gd name="connsiteY238" fmla="*/ 2304030 h 2323145"/>
              <a:gd name="connsiteX239" fmla="*/ 624180 w 11269336"/>
              <a:gd name="connsiteY239" fmla="*/ 2302650 h 2323145"/>
              <a:gd name="connsiteX240" fmla="*/ 583453 w 11269336"/>
              <a:gd name="connsiteY240" fmla="*/ 2288788 h 2323145"/>
              <a:gd name="connsiteX241" fmla="*/ 540946 w 11269336"/>
              <a:gd name="connsiteY241" fmla="*/ 2292721 h 2323145"/>
              <a:gd name="connsiteX242" fmla="*/ 533680 w 11269336"/>
              <a:gd name="connsiteY242" fmla="*/ 2310233 h 2323145"/>
              <a:gd name="connsiteX243" fmla="*/ 487366 w 11269336"/>
              <a:gd name="connsiteY243" fmla="*/ 2309053 h 2323145"/>
              <a:gd name="connsiteX244" fmla="*/ 416820 w 11269336"/>
              <a:gd name="connsiteY244" fmla="*/ 2305443 h 2323145"/>
              <a:gd name="connsiteX245" fmla="*/ 376805 w 11269336"/>
              <a:gd name="connsiteY245" fmla="*/ 2307647 h 2323145"/>
              <a:gd name="connsiteX246" fmla="*/ 266777 w 11269336"/>
              <a:gd name="connsiteY246" fmla="*/ 2309012 h 2323145"/>
              <a:gd name="connsiteX247" fmla="*/ 156013 w 11269336"/>
              <a:gd name="connsiteY247" fmla="*/ 2306832 h 2323145"/>
              <a:gd name="connsiteX248" fmla="*/ 87258 w 11269336"/>
              <a:gd name="connsiteY248" fmla="*/ 2285511 h 2323145"/>
              <a:gd name="connsiteX249" fmla="*/ 23798 w 11269336"/>
              <a:gd name="connsiteY249" fmla="*/ 2281822 h 2323145"/>
              <a:gd name="connsiteX250" fmla="*/ 0 w 11269336"/>
              <a:gd name="connsiteY250" fmla="*/ 2285369 h 2323145"/>
              <a:gd name="connsiteX251" fmla="*/ 0 w 11269336"/>
              <a:gd name="connsiteY251" fmla="*/ 0 h 23231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</a:cxnLst>
            <a:rect l="l" t="t" r="r" b="b"/>
            <a:pathLst>
              <a:path w="11269336" h="2323145">
                <a:moveTo>
                  <a:pt x="0" y="0"/>
                </a:moveTo>
                <a:lnTo>
                  <a:pt x="11269336" y="0"/>
                </a:lnTo>
                <a:lnTo>
                  <a:pt x="11268645" y="511"/>
                </a:lnTo>
                <a:cubicBezTo>
                  <a:pt x="11257520" y="14091"/>
                  <a:pt x="11248967" y="32073"/>
                  <a:pt x="11230739" y="37096"/>
                </a:cubicBezTo>
                <a:cubicBezTo>
                  <a:pt x="11194283" y="47141"/>
                  <a:pt x="11124351" y="55013"/>
                  <a:pt x="11082485" y="78590"/>
                </a:cubicBezTo>
                <a:cubicBezTo>
                  <a:pt x="11064655" y="69818"/>
                  <a:pt x="11049588" y="97621"/>
                  <a:pt x="11031776" y="79197"/>
                </a:cubicBezTo>
                <a:cubicBezTo>
                  <a:pt x="11016683" y="85023"/>
                  <a:pt x="11009945" y="92832"/>
                  <a:pt x="10995894" y="83459"/>
                </a:cubicBezTo>
                <a:cubicBezTo>
                  <a:pt x="10971843" y="134740"/>
                  <a:pt x="10888992" y="106042"/>
                  <a:pt x="10861177" y="147419"/>
                </a:cubicBezTo>
                <a:cubicBezTo>
                  <a:pt x="10850370" y="129415"/>
                  <a:pt x="10807086" y="138624"/>
                  <a:pt x="10782732" y="135645"/>
                </a:cubicBezTo>
                <a:cubicBezTo>
                  <a:pt x="10869014" y="196205"/>
                  <a:pt x="10693356" y="147304"/>
                  <a:pt x="10660773" y="179312"/>
                </a:cubicBezTo>
                <a:cubicBezTo>
                  <a:pt x="10667385" y="121467"/>
                  <a:pt x="10595265" y="182241"/>
                  <a:pt x="10564442" y="160738"/>
                </a:cubicBezTo>
                <a:cubicBezTo>
                  <a:pt x="10544419" y="190949"/>
                  <a:pt x="10518436" y="167191"/>
                  <a:pt x="10490200" y="183533"/>
                </a:cubicBezTo>
                <a:cubicBezTo>
                  <a:pt x="10423905" y="202688"/>
                  <a:pt x="10362764" y="244779"/>
                  <a:pt x="10271351" y="243104"/>
                </a:cubicBezTo>
                <a:cubicBezTo>
                  <a:pt x="10247818" y="329775"/>
                  <a:pt x="10135674" y="303068"/>
                  <a:pt x="10061033" y="364937"/>
                </a:cubicBezTo>
                <a:cubicBezTo>
                  <a:pt x="10014289" y="383940"/>
                  <a:pt x="9930032" y="360289"/>
                  <a:pt x="9921770" y="406154"/>
                </a:cubicBezTo>
                <a:cubicBezTo>
                  <a:pt x="9894276" y="384665"/>
                  <a:pt x="9881945" y="430851"/>
                  <a:pt x="9858388" y="439489"/>
                </a:cubicBezTo>
                <a:cubicBezTo>
                  <a:pt x="9835642" y="426888"/>
                  <a:pt x="9828901" y="443125"/>
                  <a:pt x="9811914" y="449865"/>
                </a:cubicBezTo>
                <a:cubicBezTo>
                  <a:pt x="9801869" y="441287"/>
                  <a:pt x="9787055" y="444835"/>
                  <a:pt x="9784394" y="457816"/>
                </a:cubicBezTo>
                <a:cubicBezTo>
                  <a:pt x="9797169" y="483924"/>
                  <a:pt x="9656844" y="450179"/>
                  <a:pt x="9656836" y="469967"/>
                </a:cubicBezTo>
                <a:cubicBezTo>
                  <a:pt x="9589537" y="485301"/>
                  <a:pt x="9662097" y="527310"/>
                  <a:pt x="9561575" y="559978"/>
                </a:cubicBezTo>
                <a:cubicBezTo>
                  <a:pt x="9479149" y="599104"/>
                  <a:pt x="9215234" y="670585"/>
                  <a:pt x="9162278" y="704724"/>
                </a:cubicBezTo>
                <a:cubicBezTo>
                  <a:pt x="9173017" y="730567"/>
                  <a:pt x="9063215" y="727685"/>
                  <a:pt x="9062863" y="754656"/>
                </a:cubicBezTo>
                <a:cubicBezTo>
                  <a:pt x="9021608" y="774940"/>
                  <a:pt x="8924639" y="816390"/>
                  <a:pt x="8914746" y="826428"/>
                </a:cubicBezTo>
                <a:lnTo>
                  <a:pt x="8917778" y="835198"/>
                </a:lnTo>
                <a:lnTo>
                  <a:pt x="8905560" y="838358"/>
                </a:lnTo>
                <a:lnTo>
                  <a:pt x="8897564" y="834287"/>
                </a:lnTo>
                <a:lnTo>
                  <a:pt x="8878040" y="844150"/>
                </a:lnTo>
                <a:cubicBezTo>
                  <a:pt x="8861112" y="848992"/>
                  <a:pt x="8812843" y="856499"/>
                  <a:pt x="8795998" y="863337"/>
                </a:cubicBezTo>
                <a:cubicBezTo>
                  <a:pt x="8792888" y="873975"/>
                  <a:pt x="8786153" y="880792"/>
                  <a:pt x="8776970" y="885177"/>
                </a:cubicBezTo>
                <a:lnTo>
                  <a:pt x="8755719" y="889754"/>
                </a:lnTo>
                <a:lnTo>
                  <a:pt x="8743257" y="904723"/>
                </a:lnTo>
                <a:cubicBezTo>
                  <a:pt x="8737642" y="908108"/>
                  <a:pt x="8730651" y="908759"/>
                  <a:pt x="8721366" y="904711"/>
                </a:cubicBezTo>
                <a:cubicBezTo>
                  <a:pt x="8711895" y="915873"/>
                  <a:pt x="8676250" y="900745"/>
                  <a:pt x="8678353" y="926318"/>
                </a:cubicBezTo>
                <a:cubicBezTo>
                  <a:pt x="8658506" y="928813"/>
                  <a:pt x="8647569" y="933735"/>
                  <a:pt x="8636849" y="937900"/>
                </a:cubicBezTo>
                <a:lnTo>
                  <a:pt x="8620213" y="943068"/>
                </a:lnTo>
                <a:lnTo>
                  <a:pt x="8612581" y="952695"/>
                </a:lnTo>
                <a:cubicBezTo>
                  <a:pt x="8605836" y="959769"/>
                  <a:pt x="8598255" y="964412"/>
                  <a:pt x="8589038" y="963892"/>
                </a:cubicBezTo>
                <a:lnTo>
                  <a:pt x="8579950" y="960899"/>
                </a:lnTo>
                <a:cubicBezTo>
                  <a:pt x="8579740" y="962476"/>
                  <a:pt x="8579529" y="964053"/>
                  <a:pt x="8579319" y="965630"/>
                </a:cubicBezTo>
                <a:cubicBezTo>
                  <a:pt x="8579138" y="972972"/>
                  <a:pt x="8576531" y="980010"/>
                  <a:pt x="8547429" y="984506"/>
                </a:cubicBezTo>
                <a:cubicBezTo>
                  <a:pt x="8529238" y="1001725"/>
                  <a:pt x="8505565" y="1015840"/>
                  <a:pt x="8478704" y="1025490"/>
                </a:cubicBezTo>
                <a:cubicBezTo>
                  <a:pt x="8473109" y="1019545"/>
                  <a:pt x="8465819" y="1032194"/>
                  <a:pt x="8461421" y="1035512"/>
                </a:cubicBezTo>
                <a:cubicBezTo>
                  <a:pt x="8459739" y="1031087"/>
                  <a:pt x="8447663" y="1032074"/>
                  <a:pt x="8445003" y="1036851"/>
                </a:cubicBezTo>
                <a:cubicBezTo>
                  <a:pt x="8366593" y="1075951"/>
                  <a:pt x="8398773" y="1021402"/>
                  <a:pt x="8357350" y="1060213"/>
                </a:cubicBezTo>
                <a:cubicBezTo>
                  <a:pt x="8349366" y="1063843"/>
                  <a:pt x="8342208" y="1063367"/>
                  <a:pt x="8335565" y="1061151"/>
                </a:cubicBezTo>
                <a:lnTo>
                  <a:pt x="8325267" y="1055919"/>
                </a:lnTo>
                <a:lnTo>
                  <a:pt x="8293586" y="1076144"/>
                </a:lnTo>
                <a:cubicBezTo>
                  <a:pt x="8277595" y="1084193"/>
                  <a:pt x="8260401" y="1090863"/>
                  <a:pt x="8242405" y="1095960"/>
                </a:cubicBezTo>
                <a:cubicBezTo>
                  <a:pt x="8226373" y="1101227"/>
                  <a:pt x="8224213" y="1102052"/>
                  <a:pt x="8197391" y="1107746"/>
                </a:cubicBezTo>
                <a:cubicBezTo>
                  <a:pt x="8090266" y="1152133"/>
                  <a:pt x="8141491" y="1082372"/>
                  <a:pt x="8081474" y="1130125"/>
                </a:cubicBezTo>
                <a:cubicBezTo>
                  <a:pt x="8070634" y="1134173"/>
                  <a:pt x="8061619" y="1132810"/>
                  <a:pt x="8053585" y="1129169"/>
                </a:cubicBezTo>
                <a:lnTo>
                  <a:pt x="8038422" y="1119092"/>
                </a:lnTo>
                <a:lnTo>
                  <a:pt x="8029450" y="1125592"/>
                </a:lnTo>
                <a:cubicBezTo>
                  <a:pt x="7992226" y="1133484"/>
                  <a:pt x="7978616" y="1122765"/>
                  <a:pt x="7959552" y="1140188"/>
                </a:cubicBezTo>
                <a:cubicBezTo>
                  <a:pt x="7922008" y="1119572"/>
                  <a:pt x="7937737" y="1141786"/>
                  <a:pt x="7914188" y="1150862"/>
                </a:cubicBezTo>
                <a:cubicBezTo>
                  <a:pt x="7896037" y="1160155"/>
                  <a:pt x="7933463" y="1163411"/>
                  <a:pt x="7914918" y="1168758"/>
                </a:cubicBezTo>
                <a:cubicBezTo>
                  <a:pt x="7893102" y="1165887"/>
                  <a:pt x="7898453" y="1187420"/>
                  <a:pt x="7875510" y="1183153"/>
                </a:cubicBezTo>
                <a:cubicBezTo>
                  <a:pt x="7877354" y="1165743"/>
                  <a:pt x="7834286" y="1194789"/>
                  <a:pt x="7829932" y="1180782"/>
                </a:cubicBezTo>
                <a:cubicBezTo>
                  <a:pt x="7816047" y="1204874"/>
                  <a:pt x="7801901" y="1181513"/>
                  <a:pt x="7779182" y="1192665"/>
                </a:cubicBezTo>
                <a:cubicBezTo>
                  <a:pt x="7769446" y="1202686"/>
                  <a:pt x="7761564" y="1205661"/>
                  <a:pt x="7748774" y="1199586"/>
                </a:cubicBezTo>
                <a:cubicBezTo>
                  <a:pt x="7704339" y="1247771"/>
                  <a:pt x="7717626" y="1207638"/>
                  <a:pt x="7671846" y="1231966"/>
                </a:cubicBezTo>
                <a:cubicBezTo>
                  <a:pt x="7632956" y="1255682"/>
                  <a:pt x="7587383" y="1275180"/>
                  <a:pt x="7554146" y="1319748"/>
                </a:cubicBezTo>
                <a:cubicBezTo>
                  <a:pt x="7548775" y="1331557"/>
                  <a:pt x="7531272" y="1339155"/>
                  <a:pt x="7515052" y="1336718"/>
                </a:cubicBezTo>
                <a:cubicBezTo>
                  <a:pt x="7512260" y="1336298"/>
                  <a:pt x="7509613" y="1335590"/>
                  <a:pt x="7507193" y="1334617"/>
                </a:cubicBezTo>
                <a:cubicBezTo>
                  <a:pt x="7488273" y="1365207"/>
                  <a:pt x="7468925" y="1356298"/>
                  <a:pt x="7461694" y="1375866"/>
                </a:cubicBezTo>
                <a:cubicBezTo>
                  <a:pt x="7422434" y="1391917"/>
                  <a:pt x="7384603" y="1382819"/>
                  <a:pt x="7377571" y="1400128"/>
                </a:cubicBezTo>
                <a:cubicBezTo>
                  <a:pt x="7356236" y="1403926"/>
                  <a:pt x="7322509" y="1393138"/>
                  <a:pt x="7311261" y="1412652"/>
                </a:cubicBezTo>
                <a:cubicBezTo>
                  <a:pt x="7305349" y="1400071"/>
                  <a:pt x="7289966" y="1428039"/>
                  <a:pt x="7275307" y="1422171"/>
                </a:cubicBezTo>
                <a:cubicBezTo>
                  <a:pt x="7264529" y="1416601"/>
                  <a:pt x="7257348" y="1423786"/>
                  <a:pt x="7247783" y="1426330"/>
                </a:cubicBezTo>
                <a:cubicBezTo>
                  <a:pt x="7233839" y="1423056"/>
                  <a:pt x="7194363" y="1442037"/>
                  <a:pt x="7185047" y="1451812"/>
                </a:cubicBezTo>
                <a:cubicBezTo>
                  <a:pt x="7164447" y="1483396"/>
                  <a:pt x="7101577" y="1475742"/>
                  <a:pt x="7084117" y="1500281"/>
                </a:cubicBezTo>
                <a:cubicBezTo>
                  <a:pt x="7076899" y="1504821"/>
                  <a:pt x="7069494" y="1507565"/>
                  <a:pt x="7062011" y="1509183"/>
                </a:cubicBezTo>
                <a:lnTo>
                  <a:pt x="7040555" y="1511207"/>
                </a:lnTo>
                <a:lnTo>
                  <a:pt x="7033438" y="1506772"/>
                </a:lnTo>
                <a:lnTo>
                  <a:pt x="7020886" y="1510764"/>
                </a:lnTo>
                <a:lnTo>
                  <a:pt x="7017033" y="1510650"/>
                </a:lnTo>
                <a:lnTo>
                  <a:pt x="6995460" y="1511173"/>
                </a:lnTo>
                <a:cubicBezTo>
                  <a:pt x="7010208" y="1537643"/>
                  <a:pt x="6938512" y="1522467"/>
                  <a:pt x="6962144" y="1541508"/>
                </a:cubicBezTo>
                <a:cubicBezTo>
                  <a:pt x="6926351" y="1550586"/>
                  <a:pt x="6958236" y="1566326"/>
                  <a:pt x="6910674" y="1554793"/>
                </a:cubicBezTo>
                <a:cubicBezTo>
                  <a:pt x="6859225" y="1589274"/>
                  <a:pt x="6769015" y="1598548"/>
                  <a:pt x="6732152" y="1642538"/>
                </a:cubicBezTo>
                <a:cubicBezTo>
                  <a:pt x="6734901" y="1628031"/>
                  <a:pt x="6709146" y="1622413"/>
                  <a:pt x="6694106" y="1632377"/>
                </a:cubicBezTo>
                <a:cubicBezTo>
                  <a:pt x="6702628" y="1575914"/>
                  <a:pt x="6638899" y="1692862"/>
                  <a:pt x="6617223" y="1659889"/>
                </a:cubicBezTo>
                <a:cubicBezTo>
                  <a:pt x="6623246" y="1693349"/>
                  <a:pt x="6561228" y="1764690"/>
                  <a:pt x="6521138" y="1744340"/>
                </a:cubicBezTo>
                <a:cubicBezTo>
                  <a:pt x="6469831" y="1761656"/>
                  <a:pt x="6438109" y="1796731"/>
                  <a:pt x="6380677" y="1796883"/>
                </a:cubicBezTo>
                <a:cubicBezTo>
                  <a:pt x="6379865" y="1801686"/>
                  <a:pt x="6377810" y="1805986"/>
                  <a:pt x="6374897" y="1809910"/>
                </a:cubicBezTo>
                <a:lnTo>
                  <a:pt x="6364545" y="1820090"/>
                </a:lnTo>
                <a:lnTo>
                  <a:pt x="6362126" y="1819991"/>
                </a:lnTo>
                <a:cubicBezTo>
                  <a:pt x="6353055" y="1821720"/>
                  <a:pt x="6348796" y="1824537"/>
                  <a:pt x="6346673" y="1827824"/>
                </a:cubicBezTo>
                <a:lnTo>
                  <a:pt x="6345588" y="1832232"/>
                </a:lnTo>
                <a:lnTo>
                  <a:pt x="6335708" y="1838451"/>
                </a:lnTo>
                <a:lnTo>
                  <a:pt x="6318182" y="1852975"/>
                </a:lnTo>
                <a:lnTo>
                  <a:pt x="6313084" y="1853561"/>
                </a:lnTo>
                <a:lnTo>
                  <a:pt x="6283816" y="1872148"/>
                </a:lnTo>
                <a:lnTo>
                  <a:pt x="6282550" y="1871392"/>
                </a:lnTo>
                <a:cubicBezTo>
                  <a:pt x="6279041" y="1870121"/>
                  <a:pt x="6275192" y="1869982"/>
                  <a:pt x="6270527" y="1872208"/>
                </a:cubicBezTo>
                <a:cubicBezTo>
                  <a:pt x="6265029" y="1853962"/>
                  <a:pt x="6262790" y="1867903"/>
                  <a:pt x="6249518" y="1876079"/>
                </a:cubicBezTo>
                <a:cubicBezTo>
                  <a:pt x="6238019" y="1849564"/>
                  <a:pt x="6207959" y="1881750"/>
                  <a:pt x="6190386" y="1872478"/>
                </a:cubicBezTo>
                <a:cubicBezTo>
                  <a:pt x="6180893" y="1879083"/>
                  <a:pt x="6170646" y="1885584"/>
                  <a:pt x="6159777" y="1891745"/>
                </a:cubicBezTo>
                <a:lnTo>
                  <a:pt x="6153131" y="1895079"/>
                </a:lnTo>
                <a:lnTo>
                  <a:pt x="6152798" y="1894920"/>
                </a:lnTo>
                <a:cubicBezTo>
                  <a:pt x="6150925" y="1895166"/>
                  <a:pt x="6148578" y="1896082"/>
                  <a:pt x="6145388" y="1897990"/>
                </a:cubicBezTo>
                <a:lnTo>
                  <a:pt x="6141014" y="1901155"/>
                </a:lnTo>
                <a:lnTo>
                  <a:pt x="6128122" y="1907623"/>
                </a:lnTo>
                <a:lnTo>
                  <a:pt x="6122351" y="1908359"/>
                </a:lnTo>
                <a:cubicBezTo>
                  <a:pt x="6099508" y="1905910"/>
                  <a:pt x="6088334" y="1869006"/>
                  <a:pt x="6064750" y="1896394"/>
                </a:cubicBezTo>
                <a:cubicBezTo>
                  <a:pt x="6025977" y="1903785"/>
                  <a:pt x="5997095" y="1889190"/>
                  <a:pt x="5964230" y="1910038"/>
                </a:cubicBezTo>
                <a:cubicBezTo>
                  <a:pt x="5927910" y="1916874"/>
                  <a:pt x="5894873" y="1914928"/>
                  <a:pt x="5865399" y="1926966"/>
                </a:cubicBezTo>
                <a:cubicBezTo>
                  <a:pt x="5851644" y="1923038"/>
                  <a:pt x="5839380" y="1922808"/>
                  <a:pt x="5829951" y="1934755"/>
                </a:cubicBezTo>
                <a:cubicBezTo>
                  <a:pt x="5795498" y="1938369"/>
                  <a:pt x="5784532" y="1926246"/>
                  <a:pt x="5765285" y="1941322"/>
                </a:cubicBezTo>
                <a:cubicBezTo>
                  <a:pt x="5741789" y="1922874"/>
                  <a:pt x="5742385" y="1931607"/>
                  <a:pt x="5734750" y="1939793"/>
                </a:cubicBezTo>
                <a:lnTo>
                  <a:pt x="5733569" y="1940505"/>
                </a:lnTo>
                <a:lnTo>
                  <a:pt x="5730329" y="1937845"/>
                </a:lnTo>
                <a:lnTo>
                  <a:pt x="5724661" y="1937455"/>
                </a:lnTo>
                <a:lnTo>
                  <a:pt x="5710186" y="1941370"/>
                </a:lnTo>
                <a:lnTo>
                  <a:pt x="5704910" y="1943663"/>
                </a:lnTo>
                <a:cubicBezTo>
                  <a:pt x="5701213" y="1944937"/>
                  <a:pt x="5698678" y="1945391"/>
                  <a:pt x="5696836" y="1945271"/>
                </a:cubicBezTo>
                <a:lnTo>
                  <a:pt x="5696583" y="1945050"/>
                </a:lnTo>
                <a:lnTo>
                  <a:pt x="5689123" y="1947067"/>
                </a:lnTo>
                <a:cubicBezTo>
                  <a:pt x="5676655" y="1951072"/>
                  <a:pt x="5664639" y="1955533"/>
                  <a:pt x="5653291" y="1960245"/>
                </a:cubicBezTo>
                <a:cubicBezTo>
                  <a:pt x="5640346" y="1947636"/>
                  <a:pt x="5600180" y="1973739"/>
                  <a:pt x="5599385" y="1945198"/>
                </a:cubicBezTo>
                <a:cubicBezTo>
                  <a:pt x="5583913" y="1950736"/>
                  <a:pt x="5576590" y="1964134"/>
                  <a:pt x="5578300" y="1944963"/>
                </a:cubicBezTo>
                <a:cubicBezTo>
                  <a:pt x="5573104" y="1946266"/>
                  <a:pt x="5569560" y="1945382"/>
                  <a:pt x="5566758" y="1943441"/>
                </a:cubicBezTo>
                <a:lnTo>
                  <a:pt x="5565857" y="1942445"/>
                </a:lnTo>
                <a:lnTo>
                  <a:pt x="5531534" y="1955208"/>
                </a:lnTo>
                <a:lnTo>
                  <a:pt x="5526552" y="1954799"/>
                </a:lnTo>
                <a:lnTo>
                  <a:pt x="5504723" y="1965811"/>
                </a:lnTo>
                <a:lnTo>
                  <a:pt x="5493156" y="1970063"/>
                </a:lnTo>
                <a:lnTo>
                  <a:pt x="5490486" y="1974227"/>
                </a:lnTo>
                <a:cubicBezTo>
                  <a:pt x="5487271" y="1977077"/>
                  <a:pt x="5482233" y="1979045"/>
                  <a:pt x="5473107" y="1979001"/>
                </a:cubicBezTo>
                <a:lnTo>
                  <a:pt x="5470885" y="1978432"/>
                </a:lnTo>
                <a:lnTo>
                  <a:pt x="5457393" y="1986525"/>
                </a:lnTo>
                <a:cubicBezTo>
                  <a:pt x="5453194" y="1989853"/>
                  <a:pt x="5449663" y="1993721"/>
                  <a:pt x="5447102" y="1998329"/>
                </a:cubicBezTo>
                <a:cubicBezTo>
                  <a:pt x="5386283" y="2017364"/>
                  <a:pt x="5223545" y="2015483"/>
                  <a:pt x="5159151" y="2029640"/>
                </a:cubicBezTo>
                <a:cubicBezTo>
                  <a:pt x="5141359" y="2036610"/>
                  <a:pt x="5090827" y="2076822"/>
                  <a:pt x="5098838" y="2062961"/>
                </a:cubicBezTo>
                <a:cubicBezTo>
                  <a:pt x="5047883" y="2099457"/>
                  <a:pt x="4922007" y="2111466"/>
                  <a:pt x="4860988" y="2135698"/>
                </a:cubicBezTo>
                <a:cubicBezTo>
                  <a:pt x="4805413" y="2152292"/>
                  <a:pt x="4784714" y="2158665"/>
                  <a:pt x="4765388" y="2162525"/>
                </a:cubicBezTo>
                <a:cubicBezTo>
                  <a:pt x="4758560" y="2161978"/>
                  <a:pt x="4751823" y="2160531"/>
                  <a:pt x="4745033" y="2158859"/>
                </a:cubicBezTo>
                <a:lnTo>
                  <a:pt x="4741475" y="2157998"/>
                </a:lnTo>
                <a:lnTo>
                  <a:pt x="4728247" y="2159526"/>
                </a:lnTo>
                <a:lnTo>
                  <a:pt x="4723263" y="2153742"/>
                </a:lnTo>
                <a:lnTo>
                  <a:pt x="4593061" y="2171597"/>
                </a:lnTo>
                <a:lnTo>
                  <a:pt x="4405765" y="2199902"/>
                </a:lnTo>
                <a:cubicBezTo>
                  <a:pt x="4403942" y="2198353"/>
                  <a:pt x="4402457" y="2196614"/>
                  <a:pt x="4401354" y="2194745"/>
                </a:cubicBezTo>
                <a:lnTo>
                  <a:pt x="4366646" y="2198564"/>
                </a:lnTo>
                <a:lnTo>
                  <a:pt x="4354009" y="2204984"/>
                </a:lnTo>
                <a:lnTo>
                  <a:pt x="4348284" y="2205270"/>
                </a:lnTo>
                <a:lnTo>
                  <a:pt x="4333906" y="2205251"/>
                </a:lnTo>
                <a:cubicBezTo>
                  <a:pt x="4326429" y="2204713"/>
                  <a:pt x="4318024" y="2203940"/>
                  <a:pt x="4308819" y="2203822"/>
                </a:cubicBezTo>
                <a:lnTo>
                  <a:pt x="4301210" y="2204456"/>
                </a:lnTo>
                <a:lnTo>
                  <a:pt x="4283095" y="2198177"/>
                </a:lnTo>
                <a:cubicBezTo>
                  <a:pt x="4269863" y="2193337"/>
                  <a:pt x="4259612" y="2190345"/>
                  <a:pt x="4250119" y="2196342"/>
                </a:cubicBezTo>
                <a:cubicBezTo>
                  <a:pt x="4230702" y="2190559"/>
                  <a:pt x="4213171" y="2166890"/>
                  <a:pt x="4189203" y="2178994"/>
                </a:cubicBezTo>
                <a:cubicBezTo>
                  <a:pt x="4194512" y="2165594"/>
                  <a:pt x="4160734" y="2183257"/>
                  <a:pt x="4154035" y="2171950"/>
                </a:cubicBezTo>
                <a:cubicBezTo>
                  <a:pt x="4150098" y="2162547"/>
                  <a:pt x="4138934" y="2165714"/>
                  <a:pt x="4129569" y="2163850"/>
                </a:cubicBezTo>
                <a:cubicBezTo>
                  <a:pt x="4121391" y="2155090"/>
                  <a:pt x="4076089" y="2154737"/>
                  <a:pt x="4061250" y="2159236"/>
                </a:cubicBezTo>
                <a:cubicBezTo>
                  <a:pt x="4020618" y="2177811"/>
                  <a:pt x="3978175" y="2144465"/>
                  <a:pt x="3945480" y="2158279"/>
                </a:cubicBezTo>
                <a:cubicBezTo>
                  <a:pt x="3936362" y="2159139"/>
                  <a:pt x="3928502" y="2158369"/>
                  <a:pt x="3921468" y="2156588"/>
                </a:cubicBezTo>
                <a:lnTo>
                  <a:pt x="3903348" y="2149220"/>
                </a:lnTo>
                <a:lnTo>
                  <a:pt x="3901342" y="2142355"/>
                </a:lnTo>
                <a:lnTo>
                  <a:pt x="3888539" y="2140476"/>
                </a:lnTo>
                <a:lnTo>
                  <a:pt x="3885662" y="2138740"/>
                </a:lnTo>
                <a:cubicBezTo>
                  <a:pt x="3880178" y="2135398"/>
                  <a:pt x="3874645" y="2132286"/>
                  <a:pt x="3868627" y="2130023"/>
                </a:cubicBezTo>
                <a:cubicBezTo>
                  <a:pt x="3859240" y="2159198"/>
                  <a:pt x="3815892" y="2115590"/>
                  <a:pt x="3819177" y="2142111"/>
                </a:cubicBezTo>
                <a:cubicBezTo>
                  <a:pt x="3784478" y="2134756"/>
                  <a:pt x="3796708" y="2161930"/>
                  <a:pt x="3769100" y="2131731"/>
                </a:cubicBezTo>
                <a:cubicBezTo>
                  <a:pt x="3702423" y="2139704"/>
                  <a:pt x="3625642" y="2109386"/>
                  <a:pt x="3562752" y="2131785"/>
                </a:cubicBezTo>
                <a:cubicBezTo>
                  <a:pt x="3576244" y="2120400"/>
                  <a:pt x="3560801" y="2104591"/>
                  <a:pt x="3541402" y="2106821"/>
                </a:cubicBezTo>
                <a:cubicBezTo>
                  <a:pt x="3592232" y="2061584"/>
                  <a:pt x="3356194" y="2115384"/>
                  <a:pt x="3365341" y="2077638"/>
                </a:cubicBezTo>
                <a:cubicBezTo>
                  <a:pt x="3303594" y="2079161"/>
                  <a:pt x="3221644" y="2111487"/>
                  <a:pt x="3170922" y="2115957"/>
                </a:cubicBezTo>
                <a:cubicBezTo>
                  <a:pt x="3166532" y="2119769"/>
                  <a:pt x="3161579" y="2122617"/>
                  <a:pt x="3156256" y="2124773"/>
                </a:cubicBezTo>
                <a:lnTo>
                  <a:pt x="3140298" y="2129182"/>
                </a:lnTo>
                <a:lnTo>
                  <a:pt x="3138514" y="2128069"/>
                </a:lnTo>
                <a:cubicBezTo>
                  <a:pt x="3130169" y="2125710"/>
                  <a:pt x="3124679" y="2126336"/>
                  <a:pt x="3120467" y="2128281"/>
                </a:cubicBezTo>
                <a:lnTo>
                  <a:pt x="3116175" y="2131633"/>
                </a:lnTo>
                <a:lnTo>
                  <a:pt x="3103685" y="2132814"/>
                </a:lnTo>
                <a:lnTo>
                  <a:pt x="3078794" y="2137935"/>
                </a:lnTo>
                <a:lnTo>
                  <a:pt x="3074407" y="2136274"/>
                </a:lnTo>
                <a:lnTo>
                  <a:pt x="3037285" y="2139919"/>
                </a:lnTo>
                <a:lnTo>
                  <a:pt x="3036901" y="2138726"/>
                </a:lnTo>
                <a:cubicBezTo>
                  <a:pt x="3035193" y="2136135"/>
                  <a:pt x="3032337" y="2134379"/>
                  <a:pt x="3026996" y="2134322"/>
                </a:cubicBezTo>
                <a:cubicBezTo>
                  <a:pt x="3037063" y="2116196"/>
                  <a:pt x="3024412" y="2127308"/>
                  <a:pt x="3007772" y="2128742"/>
                </a:cubicBezTo>
                <a:cubicBezTo>
                  <a:pt x="3019697" y="2100910"/>
                  <a:pt x="2971305" y="2115987"/>
                  <a:pt x="2965030" y="2100494"/>
                </a:cubicBezTo>
                <a:cubicBezTo>
                  <a:pt x="2952539" y="2102174"/>
                  <a:pt x="2939545" y="2103445"/>
                  <a:pt x="2926342" y="2104155"/>
                </a:cubicBezTo>
                <a:lnTo>
                  <a:pt x="2918608" y="2104215"/>
                </a:lnTo>
                <a:cubicBezTo>
                  <a:pt x="2918564" y="2104122"/>
                  <a:pt x="2918519" y="2104030"/>
                  <a:pt x="2918475" y="2103937"/>
                </a:cubicBezTo>
                <a:cubicBezTo>
                  <a:pt x="2916840" y="2103354"/>
                  <a:pt x="2914314" y="2103149"/>
                  <a:pt x="2910360" y="2103444"/>
                </a:cubicBezTo>
                <a:lnTo>
                  <a:pt x="2904507" y="2104326"/>
                </a:lnTo>
                <a:lnTo>
                  <a:pt x="2889503" y="2104443"/>
                </a:lnTo>
                <a:lnTo>
                  <a:pt x="2884480" y="2102626"/>
                </a:lnTo>
                <a:lnTo>
                  <a:pt x="2882689" y="2099228"/>
                </a:lnTo>
                <a:lnTo>
                  <a:pt x="2881291" y="2099618"/>
                </a:lnTo>
                <a:cubicBezTo>
                  <a:pt x="2870663" y="2105606"/>
                  <a:pt x="2867338" y="2114210"/>
                  <a:pt x="2853979" y="2090388"/>
                </a:cubicBezTo>
                <a:cubicBezTo>
                  <a:pt x="2829652" y="2100099"/>
                  <a:pt x="2824975" y="2085577"/>
                  <a:pt x="2791790" y="2080332"/>
                </a:cubicBezTo>
                <a:cubicBezTo>
                  <a:pt x="2777850" y="2089504"/>
                  <a:pt x="2766709" y="2086170"/>
                  <a:pt x="2755844" y="2078874"/>
                </a:cubicBezTo>
                <a:cubicBezTo>
                  <a:pt x="2723488" y="2083049"/>
                  <a:pt x="2694065" y="2072780"/>
                  <a:pt x="2657742" y="2070179"/>
                </a:cubicBezTo>
                <a:cubicBezTo>
                  <a:pt x="2618372" y="2082020"/>
                  <a:pt x="2598368" y="2060559"/>
                  <a:pt x="2559549" y="2057873"/>
                </a:cubicBezTo>
                <a:cubicBezTo>
                  <a:pt x="2525789" y="2078403"/>
                  <a:pt x="2531908" y="2039838"/>
                  <a:pt x="2512054" y="2031671"/>
                </a:cubicBezTo>
                <a:lnTo>
                  <a:pt x="2506437" y="2030918"/>
                </a:lnTo>
                <a:lnTo>
                  <a:pt x="2491752" y="2033906"/>
                </a:lnTo>
                <a:lnTo>
                  <a:pt x="2486338" y="2035862"/>
                </a:lnTo>
                <a:cubicBezTo>
                  <a:pt x="2482568" y="2036899"/>
                  <a:pt x="2480011" y="2037191"/>
                  <a:pt x="2478186" y="2036953"/>
                </a:cubicBezTo>
                <a:lnTo>
                  <a:pt x="2477950" y="2036715"/>
                </a:lnTo>
                <a:lnTo>
                  <a:pt x="2470381" y="2038256"/>
                </a:lnTo>
                <a:cubicBezTo>
                  <a:pt x="2457686" y="2041461"/>
                  <a:pt x="2445410" y="2045155"/>
                  <a:pt x="2433781" y="2049140"/>
                </a:cubicBezTo>
                <a:cubicBezTo>
                  <a:pt x="2421781" y="2035703"/>
                  <a:pt x="2379959" y="2059234"/>
                  <a:pt x="2381172" y="2030645"/>
                </a:cubicBezTo>
                <a:cubicBezTo>
                  <a:pt x="2365380" y="2035192"/>
                  <a:pt x="2357148" y="2048120"/>
                  <a:pt x="2360198" y="2029059"/>
                </a:cubicBezTo>
                <a:cubicBezTo>
                  <a:pt x="2354933" y="2030031"/>
                  <a:pt x="2351467" y="2028919"/>
                  <a:pt x="2348815" y="2026798"/>
                </a:cubicBezTo>
                <a:lnTo>
                  <a:pt x="2347988" y="2025745"/>
                </a:lnTo>
                <a:lnTo>
                  <a:pt x="2312920" y="2036311"/>
                </a:lnTo>
                <a:lnTo>
                  <a:pt x="2307986" y="2035583"/>
                </a:lnTo>
                <a:lnTo>
                  <a:pt x="2285481" y="2045197"/>
                </a:lnTo>
                <a:lnTo>
                  <a:pt x="2273666" y="2048710"/>
                </a:lnTo>
                <a:lnTo>
                  <a:pt x="2270719" y="2052702"/>
                </a:lnTo>
                <a:cubicBezTo>
                  <a:pt x="2267315" y="2055347"/>
                  <a:pt x="2262161" y="2056992"/>
                  <a:pt x="2253080" y="2056363"/>
                </a:cubicBezTo>
                <a:lnTo>
                  <a:pt x="2250906" y="2055654"/>
                </a:lnTo>
                <a:lnTo>
                  <a:pt x="2236905" y="2062882"/>
                </a:lnTo>
                <a:cubicBezTo>
                  <a:pt x="2232493" y="2065942"/>
                  <a:pt x="2228705" y="2069583"/>
                  <a:pt x="2225830" y="2074027"/>
                </a:cubicBezTo>
                <a:cubicBezTo>
                  <a:pt x="2173117" y="2059597"/>
                  <a:pt x="2128486" y="2085502"/>
                  <a:pt x="2073776" y="2089244"/>
                </a:cubicBezTo>
                <a:cubicBezTo>
                  <a:pt x="2046050" y="2059365"/>
                  <a:pt x="1957570" y="2112693"/>
                  <a:pt x="1948256" y="2146616"/>
                </a:cubicBezTo>
                <a:cubicBezTo>
                  <a:pt x="1943005" y="2109192"/>
                  <a:pt x="1832736" y="2206239"/>
                  <a:pt x="1865582" y="2153738"/>
                </a:cubicBezTo>
                <a:cubicBezTo>
                  <a:pt x="1847376" y="2159567"/>
                  <a:pt x="1826258" y="2147592"/>
                  <a:pt x="1835210" y="2134244"/>
                </a:cubicBezTo>
                <a:cubicBezTo>
                  <a:pt x="1781916" y="2167476"/>
                  <a:pt x="1695112" y="2153556"/>
                  <a:pt x="1632661" y="2173882"/>
                </a:cubicBezTo>
                <a:cubicBezTo>
                  <a:pt x="1594177" y="2150642"/>
                  <a:pt x="1616426" y="2173975"/>
                  <a:pt x="1579590" y="2173680"/>
                </a:cubicBezTo>
                <a:cubicBezTo>
                  <a:pt x="1592812" y="2198112"/>
                  <a:pt x="1533818" y="2165220"/>
                  <a:pt x="1535601" y="2194590"/>
                </a:cubicBezTo>
                <a:cubicBezTo>
                  <a:pt x="1528840" y="2193608"/>
                  <a:pt x="1522236" y="2191728"/>
                  <a:pt x="1515594" y="2189622"/>
                </a:cubicBezTo>
                <a:lnTo>
                  <a:pt x="1512113" y="2188534"/>
                </a:lnTo>
                <a:lnTo>
                  <a:pt x="1498838" y="2189213"/>
                </a:lnTo>
                <a:lnTo>
                  <a:pt x="1494279" y="2183112"/>
                </a:lnTo>
                <a:lnTo>
                  <a:pt x="1473714" y="2179625"/>
                </a:lnTo>
                <a:cubicBezTo>
                  <a:pt x="1466138" y="2179292"/>
                  <a:pt x="1458132" y="2180071"/>
                  <a:pt x="1449503" y="2182633"/>
                </a:cubicBezTo>
                <a:lnTo>
                  <a:pt x="1266687" y="2212688"/>
                </a:lnTo>
                <a:cubicBezTo>
                  <a:pt x="1256792" y="2212722"/>
                  <a:pt x="1247024" y="2217857"/>
                  <a:pt x="1239614" y="2209727"/>
                </a:cubicBezTo>
                <a:cubicBezTo>
                  <a:pt x="1228778" y="2200326"/>
                  <a:pt x="1202276" y="2223497"/>
                  <a:pt x="1202436" y="2209817"/>
                </a:cubicBezTo>
                <a:cubicBezTo>
                  <a:pt x="1183471" y="2225854"/>
                  <a:pt x="1157340" y="2206849"/>
                  <a:pt x="1136097" y="2205112"/>
                </a:cubicBezTo>
                <a:cubicBezTo>
                  <a:pt x="1100396" y="2209415"/>
                  <a:pt x="1013922" y="2231219"/>
                  <a:pt x="988232" y="2235635"/>
                </a:cubicBezTo>
                <a:cubicBezTo>
                  <a:pt x="986445" y="2234079"/>
                  <a:pt x="984332" y="2232722"/>
                  <a:pt x="981959" y="2231607"/>
                </a:cubicBezTo>
                <a:cubicBezTo>
                  <a:pt x="968170" y="2225130"/>
                  <a:pt x="948759" y="2228043"/>
                  <a:pt x="938600" y="2238113"/>
                </a:cubicBezTo>
                <a:cubicBezTo>
                  <a:pt x="888371" y="2272824"/>
                  <a:pt x="837950" y="2280135"/>
                  <a:pt x="791788" y="2293224"/>
                </a:cubicBezTo>
                <a:cubicBezTo>
                  <a:pt x="739035" y="2305159"/>
                  <a:pt x="769009" y="2269676"/>
                  <a:pt x="706914" y="2305046"/>
                </a:cubicBezTo>
                <a:cubicBezTo>
                  <a:pt x="697882" y="2295919"/>
                  <a:pt x="689339" y="2296797"/>
                  <a:pt x="675971" y="2304030"/>
                </a:cubicBezTo>
                <a:cubicBezTo>
                  <a:pt x="650201" y="2309060"/>
                  <a:pt x="647591" y="2282853"/>
                  <a:pt x="624180" y="2302650"/>
                </a:cubicBezTo>
                <a:cubicBezTo>
                  <a:pt x="626400" y="2287987"/>
                  <a:pt x="574045" y="2305175"/>
                  <a:pt x="583453" y="2288788"/>
                </a:cubicBezTo>
                <a:cubicBezTo>
                  <a:pt x="564313" y="2278832"/>
                  <a:pt x="559671" y="2301039"/>
                  <a:pt x="540946" y="2292721"/>
                </a:cubicBezTo>
                <a:cubicBezTo>
                  <a:pt x="521576" y="2293191"/>
                  <a:pt x="554439" y="2305843"/>
                  <a:pt x="533680" y="2310233"/>
                </a:cubicBezTo>
                <a:cubicBezTo>
                  <a:pt x="508069" y="2313043"/>
                  <a:pt x="512638" y="2338541"/>
                  <a:pt x="487366" y="2309053"/>
                </a:cubicBezTo>
                <a:cubicBezTo>
                  <a:pt x="462164" y="2321083"/>
                  <a:pt x="454441" y="2307251"/>
                  <a:pt x="416820" y="2305443"/>
                </a:cubicBezTo>
                <a:cubicBezTo>
                  <a:pt x="403012" y="2315890"/>
                  <a:pt x="390105" y="2313733"/>
                  <a:pt x="376805" y="2307647"/>
                </a:cubicBezTo>
                <a:cubicBezTo>
                  <a:pt x="341751" y="2315035"/>
                  <a:pt x="307408" y="2307897"/>
                  <a:pt x="266777" y="2309012"/>
                </a:cubicBezTo>
                <a:cubicBezTo>
                  <a:pt x="225310" y="2324664"/>
                  <a:pt x="199419" y="2305548"/>
                  <a:pt x="156013" y="2306832"/>
                </a:cubicBezTo>
                <a:cubicBezTo>
                  <a:pt x="117457" y="2333851"/>
                  <a:pt x="122965" y="2279562"/>
                  <a:pt x="87258" y="2285511"/>
                </a:cubicBezTo>
                <a:cubicBezTo>
                  <a:pt x="38977" y="2309189"/>
                  <a:pt x="74043" y="2277969"/>
                  <a:pt x="23798" y="2281822"/>
                </a:cubicBezTo>
                <a:lnTo>
                  <a:pt x="0" y="2285369"/>
                </a:lnTo>
                <a:lnTo>
                  <a:pt x="0" y="0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>
              <a:solidFill>
                <a:schemeClr val="bg2"/>
              </a:solidFill>
            </a:endParaRPr>
          </a:p>
        </p:txBody>
      </p:sp>
      <p:sp>
        <p:nvSpPr>
          <p:cNvPr id="2" name="Otsikko 1">
            <a:extLst>
              <a:ext uri="{FF2B5EF4-FFF2-40B4-BE49-F238E27FC236}">
                <a16:creationId xmlns:a16="http://schemas.microsoft.com/office/drawing/2014/main" id="{FE49EC1E-6090-ED11-168D-0F5A665566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7973" y="393380"/>
            <a:ext cx="7655427" cy="739881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3600"/>
              <a:t>Bubble Sort</a:t>
            </a:r>
          </a:p>
        </p:txBody>
      </p:sp>
      <p:sp>
        <p:nvSpPr>
          <p:cNvPr id="3" name="Sisällön paikkamerkki 2">
            <a:extLst>
              <a:ext uri="{FF2B5EF4-FFF2-40B4-BE49-F238E27FC236}">
                <a16:creationId xmlns:a16="http://schemas.microsoft.com/office/drawing/2014/main" id="{A399B90E-1518-C89B-21D5-224560D28C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7973" y="1133262"/>
            <a:ext cx="5598027" cy="2295738"/>
          </a:xfrm>
        </p:spPr>
        <p:txBody>
          <a:bodyPr vert="horz" lIns="91440" tIns="45720" rIns="91440" bIns="45720" rtlCol="0">
            <a:normAutofit/>
          </a:bodyPr>
          <a:lstStyle/>
          <a:p>
            <a:pPr marL="0" indent="0">
              <a:buNone/>
            </a:pPr>
            <a:r>
              <a:rPr lang="en-US" sz="1100" dirty="0"/>
              <a:t>  Bubble </a:t>
            </a:r>
            <a:r>
              <a:rPr lang="en-US" sz="1100" dirty="0" err="1"/>
              <a:t>Sortin</a:t>
            </a:r>
            <a:r>
              <a:rPr lang="en-US" sz="1100" dirty="0"/>
              <a:t> </a:t>
            </a:r>
            <a:r>
              <a:rPr lang="en-US" sz="1100" dirty="0" err="1"/>
              <a:t>aika</a:t>
            </a:r>
            <a:r>
              <a:rPr lang="en-US" sz="1100" dirty="0"/>
              <a:t> 100 000 </a:t>
            </a:r>
            <a:r>
              <a:rPr lang="en-US" sz="1100" dirty="0" err="1"/>
              <a:t>luvun</a:t>
            </a:r>
            <a:r>
              <a:rPr lang="en-US" sz="1100" dirty="0"/>
              <a:t> </a:t>
            </a:r>
            <a:r>
              <a:rPr lang="en-US" sz="1100" dirty="0" err="1"/>
              <a:t>järjestämiseen</a:t>
            </a:r>
            <a:r>
              <a:rPr lang="en-US" sz="1100" dirty="0"/>
              <a:t>. Teoria </a:t>
            </a:r>
            <a:r>
              <a:rPr lang="en-US" sz="1100" dirty="0" err="1"/>
              <a:t>kertoo</a:t>
            </a:r>
            <a:r>
              <a:rPr lang="en-US" sz="1100" dirty="0"/>
              <a:t> </a:t>
            </a:r>
            <a:r>
              <a:rPr lang="en-US" sz="1100" dirty="0" err="1"/>
              <a:t>että</a:t>
            </a:r>
            <a:r>
              <a:rPr lang="en-US" sz="1100" dirty="0"/>
              <a:t> </a:t>
            </a:r>
            <a:r>
              <a:rPr lang="en-US" sz="1100" dirty="0" err="1"/>
              <a:t>sen</a:t>
            </a:r>
            <a:r>
              <a:rPr lang="en-US" sz="1100" dirty="0"/>
              <a:t> </a:t>
            </a:r>
            <a:r>
              <a:rPr lang="en-US" sz="1100" dirty="0" err="1"/>
              <a:t>nopeus</a:t>
            </a:r>
            <a:r>
              <a:rPr lang="en-US" sz="1100" dirty="0"/>
              <a:t> on:</a:t>
            </a:r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/>
              <a:t>https://medium.com/@anderson.meneses/understanding-sorting-algorithms-a-benchmarking-approach-with-b3r3ch1tsortingbenchmark-e810f7bc2c49 </a:t>
            </a:r>
          </a:p>
        </p:txBody>
      </p:sp>
      <p:pic>
        <p:nvPicPr>
          <p:cNvPr id="5" name="Kuva 4" descr="Kuva, joka sisältää kohteen teksti, kuvakaappaus, ohjelmisto, Fontti&#10;&#10;Tekoälyllä luotu sisältö voi olla virheellistä.">
            <a:extLst>
              <a:ext uri="{FF2B5EF4-FFF2-40B4-BE49-F238E27FC236}">
                <a16:creationId xmlns:a16="http://schemas.microsoft.com/office/drawing/2014/main" id="{3CF69A47-C5F8-2CD4-5C65-8899935B9D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973" y="2201735"/>
            <a:ext cx="2826759" cy="3365190"/>
          </a:xfrm>
          <a:prstGeom prst="rect">
            <a:avLst/>
          </a:prstGeom>
        </p:spPr>
      </p:pic>
      <p:pic>
        <p:nvPicPr>
          <p:cNvPr id="6" name="Kuva 5" descr="Kuva, joka sisältää kohteen teksti, kuvakaappaus, Fontti&#10;&#10;Tekoälyllä luotu sisältö voi olla virheellistä.">
            <a:extLst>
              <a:ext uri="{FF2B5EF4-FFF2-40B4-BE49-F238E27FC236}">
                <a16:creationId xmlns:a16="http://schemas.microsoft.com/office/drawing/2014/main" id="{EDCB38F5-D7DD-D691-9EFC-150CBEC577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97302" y="1649526"/>
            <a:ext cx="6009340" cy="4146443"/>
          </a:xfrm>
          <a:prstGeom prst="rect">
            <a:avLst/>
          </a:prstGeom>
        </p:spPr>
      </p:pic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CFDF195F-784B-4D00-8C92-6FC1B0499EA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307088" y="6277971"/>
            <a:ext cx="6884912" cy="580030"/>
          </a:xfrm>
          <a:custGeom>
            <a:avLst/>
            <a:gdLst>
              <a:gd name="connsiteX0" fmla="*/ 6884912 w 6884912"/>
              <a:gd name="connsiteY0" fmla="*/ 0 h 1161397"/>
              <a:gd name="connsiteX1" fmla="*/ 6884912 w 6884912"/>
              <a:gd name="connsiteY1" fmla="*/ 1161397 h 1161397"/>
              <a:gd name="connsiteX2" fmla="*/ 0 w 6884912"/>
              <a:gd name="connsiteY2" fmla="*/ 1161397 h 1161397"/>
              <a:gd name="connsiteX3" fmla="*/ 27135 w 6884912"/>
              <a:gd name="connsiteY3" fmla="*/ 1147460 h 1161397"/>
              <a:gd name="connsiteX4" fmla="*/ 115388 w 6884912"/>
              <a:gd name="connsiteY4" fmla="*/ 1159043 h 1161397"/>
              <a:gd name="connsiteX5" fmla="*/ 119094 w 6884912"/>
              <a:gd name="connsiteY5" fmla="*/ 1148463 h 1161397"/>
              <a:gd name="connsiteX6" fmla="*/ 171824 w 6884912"/>
              <a:gd name="connsiteY6" fmla="*/ 1133224 h 1161397"/>
              <a:gd name="connsiteX7" fmla="*/ 376455 w 6884912"/>
              <a:gd name="connsiteY7" fmla="*/ 1137381 h 1161397"/>
              <a:gd name="connsiteX8" fmla="*/ 478946 w 6884912"/>
              <a:gd name="connsiteY8" fmla="*/ 1106011 h 1161397"/>
              <a:gd name="connsiteX9" fmla="*/ 512111 w 6884912"/>
              <a:gd name="connsiteY9" fmla="*/ 1085599 h 1161397"/>
              <a:gd name="connsiteX10" fmla="*/ 567875 w 6884912"/>
              <a:gd name="connsiteY10" fmla="*/ 1051976 h 1161397"/>
              <a:gd name="connsiteX11" fmla="*/ 601644 w 6884912"/>
              <a:gd name="connsiteY11" fmla="*/ 1003997 h 1161397"/>
              <a:gd name="connsiteX12" fmla="*/ 651408 w 6884912"/>
              <a:gd name="connsiteY12" fmla="*/ 984938 h 1161397"/>
              <a:gd name="connsiteX13" fmla="*/ 673197 w 6884912"/>
              <a:gd name="connsiteY13" fmla="*/ 1010060 h 1161397"/>
              <a:gd name="connsiteX14" fmla="*/ 723108 w 6884912"/>
              <a:gd name="connsiteY14" fmla="*/ 980081 h 1161397"/>
              <a:gd name="connsiteX15" fmla="*/ 797699 w 6884912"/>
              <a:gd name="connsiteY15" fmla="*/ 931362 h 1161397"/>
              <a:gd name="connsiteX16" fmla="*/ 843359 w 6884912"/>
              <a:gd name="connsiteY16" fmla="*/ 910894 h 1161397"/>
              <a:gd name="connsiteX17" fmla="*/ 965215 w 6884912"/>
              <a:gd name="connsiteY17" fmla="*/ 846701 h 1161397"/>
              <a:gd name="connsiteX18" fmla="*/ 1085080 w 6884912"/>
              <a:gd name="connsiteY18" fmla="*/ 776086 h 1161397"/>
              <a:gd name="connsiteX19" fmla="*/ 1131224 w 6884912"/>
              <a:gd name="connsiteY19" fmla="*/ 706160 h 1161397"/>
              <a:gd name="connsiteX20" fmla="*/ 1138051 w 6884912"/>
              <a:gd name="connsiteY20" fmla="*/ 702034 h 1161397"/>
              <a:gd name="connsiteX21" fmla="*/ 1158800 w 6884912"/>
              <a:gd name="connsiteY21" fmla="*/ 700004 h 1161397"/>
              <a:gd name="connsiteX22" fmla="*/ 1166947 w 6884912"/>
              <a:gd name="connsiteY22" fmla="*/ 700762 h 1161397"/>
              <a:gd name="connsiteX23" fmla="*/ 1178135 w 6884912"/>
              <a:gd name="connsiteY23" fmla="*/ 698631 h 1161397"/>
              <a:gd name="connsiteX24" fmla="*/ 1178301 w 6884912"/>
              <a:gd name="connsiteY24" fmla="*/ 698094 h 1161397"/>
              <a:gd name="connsiteX25" fmla="*/ 1188995 w 6884912"/>
              <a:gd name="connsiteY25" fmla="*/ 697048 h 1161397"/>
              <a:gd name="connsiteX26" fmla="*/ 1242716 w 6884912"/>
              <a:gd name="connsiteY26" fmla="*/ 698052 h 1161397"/>
              <a:gd name="connsiteX27" fmla="*/ 1299977 w 6884912"/>
              <a:gd name="connsiteY27" fmla="*/ 639196 h 1161397"/>
              <a:gd name="connsiteX28" fmla="*/ 1326190 w 6884912"/>
              <a:gd name="connsiteY28" fmla="*/ 625955 h 1161397"/>
              <a:gd name="connsiteX29" fmla="*/ 1339600 w 6884912"/>
              <a:gd name="connsiteY29" fmla="*/ 616295 h 1161397"/>
              <a:gd name="connsiteX30" fmla="*/ 1340054 w 6884912"/>
              <a:gd name="connsiteY30" fmla="*/ 614022 h 1161397"/>
              <a:gd name="connsiteX31" fmla="*/ 1391606 w 6884912"/>
              <a:gd name="connsiteY31" fmla="*/ 615229 h 1161397"/>
              <a:gd name="connsiteX32" fmla="*/ 1397565 w 6884912"/>
              <a:gd name="connsiteY32" fmla="*/ 611490 h 1161397"/>
              <a:gd name="connsiteX33" fmla="*/ 1432302 w 6884912"/>
              <a:gd name="connsiteY33" fmla="*/ 617267 h 1161397"/>
              <a:gd name="connsiteX34" fmla="*/ 1449644 w 6884912"/>
              <a:gd name="connsiteY34" fmla="*/ 617591 h 1161397"/>
              <a:gd name="connsiteX35" fmla="*/ 1455793 w 6884912"/>
              <a:gd name="connsiteY35" fmla="*/ 623174 h 1161397"/>
              <a:gd name="connsiteX36" fmla="*/ 1480758 w 6884912"/>
              <a:gd name="connsiteY36" fmla="*/ 620863 h 1161397"/>
              <a:gd name="connsiteX37" fmla="*/ 1483154 w 6884912"/>
              <a:gd name="connsiteY37" fmla="*/ 618527 h 1161397"/>
              <a:gd name="connsiteX38" fmla="*/ 1505495 w 6884912"/>
              <a:gd name="connsiteY38" fmla="*/ 624325 h 1161397"/>
              <a:gd name="connsiteX39" fmla="*/ 1526340 w 6884912"/>
              <a:gd name="connsiteY39" fmla="*/ 638496 h 1161397"/>
              <a:gd name="connsiteX40" fmla="*/ 1731986 w 6884912"/>
              <a:gd name="connsiteY40" fmla="*/ 589682 h 1161397"/>
              <a:gd name="connsiteX41" fmla="*/ 1927935 w 6884912"/>
              <a:gd name="connsiteY41" fmla="*/ 628540 h 1161397"/>
              <a:gd name="connsiteX42" fmla="*/ 2039075 w 6884912"/>
              <a:gd name="connsiteY42" fmla="*/ 599964 h 1161397"/>
              <a:gd name="connsiteX43" fmla="*/ 2066980 w 6884912"/>
              <a:gd name="connsiteY43" fmla="*/ 550413 h 1161397"/>
              <a:gd name="connsiteX44" fmla="*/ 2352236 w 6884912"/>
              <a:gd name="connsiteY44" fmla="*/ 519602 h 1161397"/>
              <a:gd name="connsiteX45" fmla="*/ 2420791 w 6884912"/>
              <a:gd name="connsiteY45" fmla="*/ 492826 h 1161397"/>
              <a:gd name="connsiteX46" fmla="*/ 2489932 w 6884912"/>
              <a:gd name="connsiteY46" fmla="*/ 507864 h 1161397"/>
              <a:gd name="connsiteX47" fmla="*/ 2512917 w 6884912"/>
              <a:gd name="connsiteY47" fmla="*/ 489127 h 1161397"/>
              <a:gd name="connsiteX48" fmla="*/ 2516783 w 6884912"/>
              <a:gd name="connsiteY48" fmla="*/ 485473 h 1161397"/>
              <a:gd name="connsiteX49" fmla="*/ 2534360 w 6884912"/>
              <a:gd name="connsiteY49" fmla="*/ 480064 h 1161397"/>
              <a:gd name="connsiteX50" fmla="*/ 2536691 w 6884912"/>
              <a:gd name="connsiteY50" fmla="*/ 467018 h 1161397"/>
              <a:gd name="connsiteX51" fmla="*/ 2561265 w 6884912"/>
              <a:gd name="connsiteY51" fmla="*/ 450623 h 1161397"/>
              <a:gd name="connsiteX52" fmla="*/ 2594349 w 6884912"/>
              <a:gd name="connsiteY52" fmla="*/ 443884 h 1161397"/>
              <a:gd name="connsiteX53" fmla="*/ 2754324 w 6884912"/>
              <a:gd name="connsiteY53" fmla="*/ 424766 h 1161397"/>
              <a:gd name="connsiteX54" fmla="*/ 2848470 w 6884912"/>
              <a:gd name="connsiteY54" fmla="*/ 405966 h 1161397"/>
              <a:gd name="connsiteX55" fmla="*/ 2881772 w 6884912"/>
              <a:gd name="connsiteY55" fmla="*/ 387260 h 1161397"/>
              <a:gd name="connsiteX56" fmla="*/ 2929932 w 6884912"/>
              <a:gd name="connsiteY56" fmla="*/ 368912 h 1161397"/>
              <a:gd name="connsiteX57" fmla="*/ 3013020 w 6884912"/>
              <a:gd name="connsiteY57" fmla="*/ 327578 h 1161397"/>
              <a:gd name="connsiteX58" fmla="*/ 3127968 w 6884912"/>
              <a:gd name="connsiteY58" fmla="*/ 287613 h 1161397"/>
              <a:gd name="connsiteX59" fmla="*/ 3222191 w 6884912"/>
              <a:gd name="connsiteY59" fmla="*/ 307887 h 1161397"/>
              <a:gd name="connsiteX60" fmla="*/ 3227953 w 6884912"/>
              <a:gd name="connsiteY60" fmla="*/ 297650 h 1161397"/>
              <a:gd name="connsiteX61" fmla="*/ 3287859 w 6884912"/>
              <a:gd name="connsiteY61" fmla="*/ 287558 h 1161397"/>
              <a:gd name="connsiteX62" fmla="*/ 3510042 w 6884912"/>
              <a:gd name="connsiteY62" fmla="*/ 311820 h 1161397"/>
              <a:gd name="connsiteX63" fmla="*/ 3626773 w 6884912"/>
              <a:gd name="connsiteY63" fmla="*/ 290452 h 1161397"/>
              <a:gd name="connsiteX64" fmla="*/ 3666217 w 6884912"/>
              <a:gd name="connsiteY64" fmla="*/ 273255 h 1161397"/>
              <a:gd name="connsiteX65" fmla="*/ 3732427 w 6884912"/>
              <a:gd name="connsiteY65" fmla="*/ 245039 h 1161397"/>
              <a:gd name="connsiteX66" fmla="*/ 3777022 w 6884912"/>
              <a:gd name="connsiteY66" fmla="*/ 200276 h 1161397"/>
              <a:gd name="connsiteX67" fmla="*/ 3791246 w 6884912"/>
              <a:gd name="connsiteY67" fmla="*/ 189996 h 1161397"/>
              <a:gd name="connsiteX68" fmla="*/ 3819864 w 6884912"/>
              <a:gd name="connsiteY68" fmla="*/ 194605 h 1161397"/>
              <a:gd name="connsiteX69" fmla="*/ 3830398 w 6884912"/>
              <a:gd name="connsiteY69" fmla="*/ 188383 h 1161397"/>
              <a:gd name="connsiteX70" fmla="*/ 3834360 w 6884912"/>
              <a:gd name="connsiteY70" fmla="*/ 188992 h 1161397"/>
              <a:gd name="connsiteX71" fmla="*/ 3843715 w 6884912"/>
              <a:gd name="connsiteY71" fmla="*/ 188752 h 1161397"/>
              <a:gd name="connsiteX72" fmla="*/ 3842609 w 6884912"/>
              <a:gd name="connsiteY72" fmla="*/ 197386 h 1161397"/>
              <a:gd name="connsiteX73" fmla="*/ 3853961 w 6884912"/>
              <a:gd name="connsiteY73" fmla="*/ 213380 h 1161397"/>
              <a:gd name="connsiteX74" fmla="*/ 3907640 w 6884912"/>
              <a:gd name="connsiteY74" fmla="*/ 207568 h 1161397"/>
              <a:gd name="connsiteX75" fmla="*/ 3910449 w 6884912"/>
              <a:gd name="connsiteY75" fmla="*/ 197808 h 1161397"/>
              <a:gd name="connsiteX76" fmla="*/ 3917197 w 6884912"/>
              <a:gd name="connsiteY76" fmla="*/ 196121 h 1161397"/>
              <a:gd name="connsiteX77" fmla="*/ 3922400 w 6884912"/>
              <a:gd name="connsiteY77" fmla="*/ 205056 h 1161397"/>
              <a:gd name="connsiteX78" fmla="*/ 4013061 w 6884912"/>
              <a:gd name="connsiteY78" fmla="*/ 224874 h 1161397"/>
              <a:gd name="connsiteX79" fmla="*/ 4134285 w 6884912"/>
              <a:gd name="connsiteY79" fmla="*/ 235592 h 1161397"/>
              <a:gd name="connsiteX80" fmla="*/ 4220717 w 6884912"/>
              <a:gd name="connsiteY80" fmla="*/ 192946 h 1161397"/>
              <a:gd name="connsiteX81" fmla="*/ 4228802 w 6884912"/>
              <a:gd name="connsiteY81" fmla="*/ 201468 h 1161397"/>
              <a:gd name="connsiteX82" fmla="*/ 4289361 w 6884912"/>
              <a:gd name="connsiteY82" fmla="*/ 196642 h 1161397"/>
              <a:gd name="connsiteX83" fmla="*/ 4498913 w 6884912"/>
              <a:gd name="connsiteY83" fmla="*/ 118915 h 1161397"/>
              <a:gd name="connsiteX84" fmla="*/ 4617330 w 6884912"/>
              <a:gd name="connsiteY84" fmla="*/ 111163 h 1161397"/>
              <a:gd name="connsiteX85" fmla="*/ 4659778 w 6884912"/>
              <a:gd name="connsiteY85" fmla="*/ 118219 h 1161397"/>
              <a:gd name="connsiteX86" fmla="*/ 4730870 w 6884912"/>
              <a:gd name="connsiteY86" fmla="*/ 129432 h 1161397"/>
              <a:gd name="connsiteX87" fmla="*/ 4785037 w 6884912"/>
              <a:gd name="connsiteY87" fmla="*/ 161964 h 1161397"/>
              <a:gd name="connsiteX88" fmla="*/ 4844073 w 6884912"/>
              <a:gd name="connsiteY88" fmla="*/ 161768 h 1161397"/>
              <a:gd name="connsiteX89" fmla="*/ 4856454 w 6884912"/>
              <a:gd name="connsiteY89" fmla="*/ 130488 h 1161397"/>
              <a:gd name="connsiteX90" fmla="*/ 4920038 w 6884912"/>
              <a:gd name="connsiteY90" fmla="*/ 140418 h 1161397"/>
              <a:gd name="connsiteX91" fmla="*/ 5016639 w 6884912"/>
              <a:gd name="connsiteY91" fmla="*/ 158905 h 1161397"/>
              <a:gd name="connsiteX92" fmla="*/ 5072009 w 6884912"/>
              <a:gd name="connsiteY92" fmla="*/ 161502 h 1161397"/>
              <a:gd name="connsiteX93" fmla="*/ 5223626 w 6884912"/>
              <a:gd name="connsiteY93" fmla="*/ 177356 h 1161397"/>
              <a:gd name="connsiteX94" fmla="*/ 5375773 w 6884912"/>
              <a:gd name="connsiteY94" fmla="*/ 199913 h 1161397"/>
              <a:gd name="connsiteX95" fmla="*/ 5467502 w 6884912"/>
              <a:gd name="connsiteY95" fmla="*/ 250963 h 1161397"/>
              <a:gd name="connsiteX96" fmla="*/ 5592395 w 6884912"/>
              <a:gd name="connsiteY96" fmla="*/ 265434 h 1161397"/>
              <a:gd name="connsiteX97" fmla="*/ 5613532 w 6884912"/>
              <a:gd name="connsiteY97" fmla="*/ 273379 h 1161397"/>
              <a:gd name="connsiteX98" fmla="*/ 5642173 w 6884912"/>
              <a:gd name="connsiteY98" fmla="*/ 266904 h 1161397"/>
              <a:gd name="connsiteX99" fmla="*/ 5756910 w 6884912"/>
              <a:gd name="connsiteY99" fmla="*/ 239211 h 1161397"/>
              <a:gd name="connsiteX100" fmla="*/ 5846667 w 6884912"/>
              <a:gd name="connsiteY100" fmla="*/ 201786 h 1161397"/>
              <a:gd name="connsiteX101" fmla="*/ 5960732 w 6884912"/>
              <a:gd name="connsiteY101" fmla="*/ 220708 h 1161397"/>
              <a:gd name="connsiteX102" fmla="*/ 6029542 w 6884912"/>
              <a:gd name="connsiteY102" fmla="*/ 210339 h 1161397"/>
              <a:gd name="connsiteX103" fmla="*/ 6141123 w 6884912"/>
              <a:gd name="connsiteY103" fmla="*/ 159923 h 1161397"/>
              <a:gd name="connsiteX104" fmla="*/ 6290640 w 6884912"/>
              <a:gd name="connsiteY104" fmla="*/ 167441 h 1161397"/>
              <a:gd name="connsiteX105" fmla="*/ 6322806 w 6884912"/>
              <a:gd name="connsiteY105" fmla="*/ 213293 h 1161397"/>
              <a:gd name="connsiteX106" fmla="*/ 6364914 w 6884912"/>
              <a:gd name="connsiteY106" fmla="*/ 240140 h 1161397"/>
              <a:gd name="connsiteX107" fmla="*/ 6380420 w 6884912"/>
              <a:gd name="connsiteY107" fmla="*/ 173195 h 1161397"/>
              <a:gd name="connsiteX108" fmla="*/ 6507891 w 6884912"/>
              <a:gd name="connsiteY108" fmla="*/ 118474 h 1161397"/>
              <a:gd name="connsiteX109" fmla="*/ 6571807 w 6884912"/>
              <a:gd name="connsiteY109" fmla="*/ 98636 h 1161397"/>
              <a:gd name="connsiteX110" fmla="*/ 6671880 w 6884912"/>
              <a:gd name="connsiteY110" fmla="*/ 82931 h 1161397"/>
              <a:gd name="connsiteX111" fmla="*/ 6702266 w 6884912"/>
              <a:gd name="connsiteY111" fmla="*/ 75470 h 1161397"/>
              <a:gd name="connsiteX112" fmla="*/ 6845802 w 6884912"/>
              <a:gd name="connsiteY112" fmla="*/ 24496 h 11613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</a:cxnLst>
            <a:rect l="l" t="t" r="r" b="b"/>
            <a:pathLst>
              <a:path w="6884912" h="1161397">
                <a:moveTo>
                  <a:pt x="6884912" y="0"/>
                </a:moveTo>
                <a:lnTo>
                  <a:pt x="6884912" y="1161397"/>
                </a:lnTo>
                <a:lnTo>
                  <a:pt x="0" y="1161397"/>
                </a:lnTo>
                <a:lnTo>
                  <a:pt x="27135" y="1147460"/>
                </a:lnTo>
                <a:cubicBezTo>
                  <a:pt x="57431" y="1167048"/>
                  <a:pt x="61886" y="1135904"/>
                  <a:pt x="115388" y="1159043"/>
                </a:cubicBezTo>
                <a:cubicBezTo>
                  <a:pt x="116121" y="1155340"/>
                  <a:pt x="117370" y="1151777"/>
                  <a:pt x="119094" y="1148463"/>
                </a:cubicBezTo>
                <a:cubicBezTo>
                  <a:pt x="129121" y="1129214"/>
                  <a:pt x="152727" y="1122391"/>
                  <a:pt x="171824" y="1133224"/>
                </a:cubicBezTo>
                <a:cubicBezTo>
                  <a:pt x="254344" y="1161369"/>
                  <a:pt x="315458" y="1143220"/>
                  <a:pt x="376455" y="1137381"/>
                </a:cubicBezTo>
                <a:cubicBezTo>
                  <a:pt x="443775" y="1125614"/>
                  <a:pt x="382885" y="1083927"/>
                  <a:pt x="478946" y="1106011"/>
                </a:cubicBezTo>
                <a:cubicBezTo>
                  <a:pt x="481662" y="1085172"/>
                  <a:pt x="491731" y="1081489"/>
                  <a:pt x="512111" y="1085599"/>
                </a:cubicBezTo>
                <a:cubicBezTo>
                  <a:pt x="544368" y="1078502"/>
                  <a:pt x="526559" y="1032754"/>
                  <a:pt x="567875" y="1051976"/>
                </a:cubicBezTo>
                <a:cubicBezTo>
                  <a:pt x="553871" y="1028602"/>
                  <a:pt x="624901" y="1025930"/>
                  <a:pt x="601644" y="1003997"/>
                </a:cubicBezTo>
                <a:cubicBezTo>
                  <a:pt x="614803" y="975652"/>
                  <a:pt x="637415" y="1010272"/>
                  <a:pt x="651408" y="984938"/>
                </a:cubicBezTo>
                <a:cubicBezTo>
                  <a:pt x="673042" y="974024"/>
                  <a:pt x="646948" y="1015207"/>
                  <a:pt x="673197" y="1010060"/>
                </a:cubicBezTo>
                <a:cubicBezTo>
                  <a:pt x="703527" y="999318"/>
                  <a:pt x="718626" y="1045053"/>
                  <a:pt x="723108" y="980081"/>
                </a:cubicBezTo>
                <a:cubicBezTo>
                  <a:pt x="760262" y="985126"/>
                  <a:pt x="757827" y="957145"/>
                  <a:pt x="797699" y="931362"/>
                </a:cubicBezTo>
                <a:cubicBezTo>
                  <a:pt x="821097" y="940623"/>
                  <a:pt x="833565" y="929189"/>
                  <a:pt x="843359" y="910894"/>
                </a:cubicBezTo>
                <a:cubicBezTo>
                  <a:pt x="887668" y="902160"/>
                  <a:pt x="919738" y="869376"/>
                  <a:pt x="965215" y="846701"/>
                </a:cubicBezTo>
                <a:cubicBezTo>
                  <a:pt x="1023081" y="848019"/>
                  <a:pt x="1036422" y="800154"/>
                  <a:pt x="1085080" y="776086"/>
                </a:cubicBezTo>
                <a:cubicBezTo>
                  <a:pt x="1140763" y="795544"/>
                  <a:pt x="1110309" y="730471"/>
                  <a:pt x="1131224" y="706160"/>
                </a:cubicBezTo>
                <a:lnTo>
                  <a:pt x="1138051" y="702034"/>
                </a:lnTo>
                <a:lnTo>
                  <a:pt x="1158800" y="700004"/>
                </a:lnTo>
                <a:lnTo>
                  <a:pt x="1166947" y="700762"/>
                </a:lnTo>
                <a:cubicBezTo>
                  <a:pt x="1172432" y="700717"/>
                  <a:pt x="1175913" y="699961"/>
                  <a:pt x="1178135" y="698631"/>
                </a:cubicBezTo>
                <a:lnTo>
                  <a:pt x="1178301" y="698094"/>
                </a:lnTo>
                <a:lnTo>
                  <a:pt x="1188995" y="697048"/>
                </a:lnTo>
                <a:cubicBezTo>
                  <a:pt x="1207294" y="696390"/>
                  <a:pt x="1225337" y="696802"/>
                  <a:pt x="1242716" y="698052"/>
                </a:cubicBezTo>
                <a:cubicBezTo>
                  <a:pt x="1250387" y="668345"/>
                  <a:pt x="1318259" y="689091"/>
                  <a:pt x="1299977" y="639196"/>
                </a:cubicBezTo>
                <a:cubicBezTo>
                  <a:pt x="1323072" y="639367"/>
                  <a:pt x="1341279" y="658105"/>
                  <a:pt x="1326190" y="625955"/>
                </a:cubicBezTo>
                <a:cubicBezTo>
                  <a:pt x="1333572" y="625050"/>
                  <a:pt x="1337406" y="621362"/>
                  <a:pt x="1339600" y="616295"/>
                </a:cubicBezTo>
                <a:lnTo>
                  <a:pt x="1340054" y="614022"/>
                </a:lnTo>
                <a:lnTo>
                  <a:pt x="1391606" y="615229"/>
                </a:lnTo>
                <a:lnTo>
                  <a:pt x="1397565" y="611490"/>
                </a:lnTo>
                <a:lnTo>
                  <a:pt x="1432302" y="617267"/>
                </a:lnTo>
                <a:lnTo>
                  <a:pt x="1449644" y="617591"/>
                </a:lnTo>
                <a:lnTo>
                  <a:pt x="1455793" y="623174"/>
                </a:lnTo>
                <a:cubicBezTo>
                  <a:pt x="1461744" y="626151"/>
                  <a:pt x="1469373" y="626493"/>
                  <a:pt x="1480758" y="620863"/>
                </a:cubicBezTo>
                <a:lnTo>
                  <a:pt x="1483154" y="618527"/>
                </a:lnTo>
                <a:lnTo>
                  <a:pt x="1505495" y="624325"/>
                </a:lnTo>
                <a:cubicBezTo>
                  <a:pt x="1512992" y="627532"/>
                  <a:pt x="1520025" y="632078"/>
                  <a:pt x="1526340" y="638496"/>
                </a:cubicBezTo>
                <a:cubicBezTo>
                  <a:pt x="1586113" y="586768"/>
                  <a:pt x="1659006" y="610309"/>
                  <a:pt x="1731986" y="589682"/>
                </a:cubicBezTo>
                <a:cubicBezTo>
                  <a:pt x="1750397" y="523106"/>
                  <a:pt x="1896056" y="573257"/>
                  <a:pt x="1927935" y="628540"/>
                </a:cubicBezTo>
                <a:cubicBezTo>
                  <a:pt x="1912854" y="559823"/>
                  <a:pt x="2112261" y="676347"/>
                  <a:pt x="2039075" y="599964"/>
                </a:cubicBezTo>
                <a:cubicBezTo>
                  <a:pt x="2066036" y="601198"/>
                  <a:pt x="2086366" y="569532"/>
                  <a:pt x="2066980" y="550413"/>
                </a:cubicBezTo>
                <a:cubicBezTo>
                  <a:pt x="2155364" y="582582"/>
                  <a:pt x="2259548" y="514786"/>
                  <a:pt x="2352236" y="519602"/>
                </a:cubicBezTo>
                <a:cubicBezTo>
                  <a:pt x="2388450" y="459394"/>
                  <a:pt x="2373298" y="511682"/>
                  <a:pt x="2420791" y="492826"/>
                </a:cubicBezTo>
                <a:cubicBezTo>
                  <a:pt x="2417962" y="542563"/>
                  <a:pt x="2475071" y="455098"/>
                  <a:pt x="2489932" y="507864"/>
                </a:cubicBezTo>
                <a:cubicBezTo>
                  <a:pt x="2498105" y="502761"/>
                  <a:pt x="2505553" y="496153"/>
                  <a:pt x="2512917" y="489127"/>
                </a:cubicBezTo>
                <a:lnTo>
                  <a:pt x="2516783" y="485473"/>
                </a:lnTo>
                <a:lnTo>
                  <a:pt x="2534360" y="480064"/>
                </a:lnTo>
                <a:lnTo>
                  <a:pt x="2536691" y="467018"/>
                </a:lnTo>
                <a:lnTo>
                  <a:pt x="2561265" y="450623"/>
                </a:lnTo>
                <a:cubicBezTo>
                  <a:pt x="2570872" y="446262"/>
                  <a:pt x="2581686" y="443655"/>
                  <a:pt x="2594349" y="443884"/>
                </a:cubicBezTo>
                <a:cubicBezTo>
                  <a:pt x="2640435" y="464638"/>
                  <a:pt x="2696955" y="396361"/>
                  <a:pt x="2754324" y="424766"/>
                </a:cubicBezTo>
                <a:cubicBezTo>
                  <a:pt x="2775130" y="430896"/>
                  <a:pt x="2837731" y="423458"/>
                  <a:pt x="2848470" y="405966"/>
                </a:cubicBezTo>
                <a:cubicBezTo>
                  <a:pt x="2861295" y="401100"/>
                  <a:pt x="2876936" y="405309"/>
                  <a:pt x="2881772" y="387260"/>
                </a:cubicBezTo>
                <a:cubicBezTo>
                  <a:pt x="2890299" y="365261"/>
                  <a:pt x="2938134" y="392997"/>
                  <a:pt x="2929932" y="368912"/>
                </a:cubicBezTo>
                <a:cubicBezTo>
                  <a:pt x="2963844" y="387799"/>
                  <a:pt x="2986550" y="341223"/>
                  <a:pt x="3013020" y="327578"/>
                </a:cubicBezTo>
                <a:cubicBezTo>
                  <a:pt x="3040041" y="346996"/>
                  <a:pt x="3068934" y="299222"/>
                  <a:pt x="3127968" y="287613"/>
                </a:cubicBezTo>
                <a:cubicBezTo>
                  <a:pt x="3157770" y="310215"/>
                  <a:pt x="3167695" y="279445"/>
                  <a:pt x="3222191" y="307887"/>
                </a:cubicBezTo>
                <a:cubicBezTo>
                  <a:pt x="3223593" y="304249"/>
                  <a:pt x="3225533" y="300801"/>
                  <a:pt x="3227953" y="297650"/>
                </a:cubicBezTo>
                <a:cubicBezTo>
                  <a:pt x="3242008" y="279345"/>
                  <a:pt x="3268831" y="274825"/>
                  <a:pt x="3287859" y="287558"/>
                </a:cubicBezTo>
                <a:cubicBezTo>
                  <a:pt x="3373144" y="323866"/>
                  <a:pt x="3442657" y="311681"/>
                  <a:pt x="3510042" y="311820"/>
                </a:cubicBezTo>
                <a:cubicBezTo>
                  <a:pt x="3585274" y="306641"/>
                  <a:pt x="3525753" y="258887"/>
                  <a:pt x="3626773" y="290452"/>
                </a:cubicBezTo>
                <a:cubicBezTo>
                  <a:pt x="3633124" y="269835"/>
                  <a:pt x="3644693" y="267134"/>
                  <a:pt x="3666217" y="273255"/>
                </a:cubicBezTo>
                <a:cubicBezTo>
                  <a:pt x="3702502" y="269310"/>
                  <a:pt x="3690563" y="221720"/>
                  <a:pt x="3732427" y="245039"/>
                </a:cubicBezTo>
                <a:cubicBezTo>
                  <a:pt x="3720985" y="220241"/>
                  <a:pt x="3798776" y="224539"/>
                  <a:pt x="3777022" y="200276"/>
                </a:cubicBezTo>
                <a:cubicBezTo>
                  <a:pt x="3781759" y="193499"/>
                  <a:pt x="3786499" y="190723"/>
                  <a:pt x="3791246" y="189996"/>
                </a:cubicBezTo>
                <a:cubicBezTo>
                  <a:pt x="3800740" y="188542"/>
                  <a:pt x="3810265" y="195284"/>
                  <a:pt x="3819864" y="194605"/>
                </a:cubicBezTo>
                <a:lnTo>
                  <a:pt x="3830398" y="188383"/>
                </a:lnTo>
                <a:lnTo>
                  <a:pt x="3834360" y="188992"/>
                </a:lnTo>
                <a:lnTo>
                  <a:pt x="3843715" y="188752"/>
                </a:lnTo>
                <a:lnTo>
                  <a:pt x="3842609" y="197386"/>
                </a:lnTo>
                <a:cubicBezTo>
                  <a:pt x="3840673" y="205638"/>
                  <a:pt x="3839248" y="214671"/>
                  <a:pt x="3853961" y="213380"/>
                </a:cubicBezTo>
                <a:cubicBezTo>
                  <a:pt x="3884396" y="206569"/>
                  <a:pt x="3895082" y="241941"/>
                  <a:pt x="3907640" y="207568"/>
                </a:cubicBezTo>
                <a:lnTo>
                  <a:pt x="3910449" y="197808"/>
                </a:lnTo>
                <a:lnTo>
                  <a:pt x="3917197" y="196121"/>
                </a:lnTo>
                <a:cubicBezTo>
                  <a:pt x="3920833" y="196372"/>
                  <a:pt x="3922919" y="198717"/>
                  <a:pt x="3922400" y="205056"/>
                </a:cubicBezTo>
                <a:cubicBezTo>
                  <a:pt x="3950680" y="178467"/>
                  <a:pt x="3984062" y="218098"/>
                  <a:pt x="4013061" y="224874"/>
                </a:cubicBezTo>
                <a:cubicBezTo>
                  <a:pt x="4034530" y="199451"/>
                  <a:pt x="4074202" y="238734"/>
                  <a:pt x="4134285" y="235592"/>
                </a:cubicBezTo>
                <a:cubicBezTo>
                  <a:pt x="4157674" y="206403"/>
                  <a:pt x="4174806" y="233822"/>
                  <a:pt x="4220717" y="192946"/>
                </a:cubicBezTo>
                <a:cubicBezTo>
                  <a:pt x="4222964" y="196132"/>
                  <a:pt x="4225687" y="199002"/>
                  <a:pt x="4228802" y="201468"/>
                </a:cubicBezTo>
                <a:cubicBezTo>
                  <a:pt x="4246898" y="215792"/>
                  <a:pt x="4274013" y="213632"/>
                  <a:pt x="4289361" y="196642"/>
                </a:cubicBezTo>
                <a:cubicBezTo>
                  <a:pt x="4363212" y="140627"/>
                  <a:pt x="4433598" y="135488"/>
                  <a:pt x="4498913" y="118915"/>
                </a:cubicBezTo>
                <a:cubicBezTo>
                  <a:pt x="4573135" y="105586"/>
                  <a:pt x="4527062" y="166416"/>
                  <a:pt x="4617330" y="111163"/>
                </a:cubicBezTo>
                <a:cubicBezTo>
                  <a:pt x="4628518" y="129608"/>
                  <a:pt x="4640397" y="129405"/>
                  <a:pt x="4659778" y="118219"/>
                </a:cubicBezTo>
                <a:cubicBezTo>
                  <a:pt x="4695929" y="113193"/>
                  <a:pt x="4695958" y="162259"/>
                  <a:pt x="4730870" y="129432"/>
                </a:cubicBezTo>
                <a:cubicBezTo>
                  <a:pt x="4725822" y="156271"/>
                  <a:pt x="4800214" y="133127"/>
                  <a:pt x="4785037" y="161964"/>
                </a:cubicBezTo>
                <a:cubicBezTo>
                  <a:pt x="4810025" y="183633"/>
                  <a:pt x="4819434" y="143205"/>
                  <a:pt x="4844073" y="161768"/>
                </a:cubicBezTo>
                <a:cubicBezTo>
                  <a:pt x="4870797" y="164132"/>
                  <a:pt x="4827288" y="135164"/>
                  <a:pt x="4856454" y="130488"/>
                </a:cubicBezTo>
                <a:cubicBezTo>
                  <a:pt x="4892086" y="129553"/>
                  <a:pt x="4889263" y="81477"/>
                  <a:pt x="4920038" y="140418"/>
                </a:cubicBezTo>
                <a:cubicBezTo>
                  <a:pt x="4956358" y="122308"/>
                  <a:pt x="4965108" y="149263"/>
                  <a:pt x="5016639" y="158905"/>
                </a:cubicBezTo>
                <a:cubicBezTo>
                  <a:pt x="5037063" y="141828"/>
                  <a:pt x="5054534" y="147986"/>
                  <a:pt x="5072009" y="161502"/>
                </a:cubicBezTo>
                <a:cubicBezTo>
                  <a:pt x="5121260" y="153653"/>
                  <a:pt x="5167555" y="172635"/>
                  <a:pt x="5223626" y="177356"/>
                </a:cubicBezTo>
                <a:cubicBezTo>
                  <a:pt x="5282824" y="155243"/>
                  <a:pt x="5315859" y="195041"/>
                  <a:pt x="5375773" y="199913"/>
                </a:cubicBezTo>
                <a:cubicBezTo>
                  <a:pt x="5432511" y="156218"/>
                  <a:pt x="5417550" y="256036"/>
                  <a:pt x="5467502" y="250963"/>
                </a:cubicBezTo>
                <a:cubicBezTo>
                  <a:pt x="5547124" y="209975"/>
                  <a:pt x="5467171" y="283839"/>
                  <a:pt x="5592395" y="265434"/>
                </a:cubicBezTo>
                <a:cubicBezTo>
                  <a:pt x="5599201" y="258867"/>
                  <a:pt x="5614752" y="264706"/>
                  <a:pt x="5613532" y="273379"/>
                </a:cubicBezTo>
                <a:cubicBezTo>
                  <a:pt x="5621390" y="270408"/>
                  <a:pt x="5639720" y="253173"/>
                  <a:pt x="5642173" y="266904"/>
                </a:cubicBezTo>
                <a:cubicBezTo>
                  <a:pt x="5682296" y="267049"/>
                  <a:pt x="5721812" y="257513"/>
                  <a:pt x="5756910" y="239211"/>
                </a:cubicBezTo>
                <a:cubicBezTo>
                  <a:pt x="5834998" y="260050"/>
                  <a:pt x="5790596" y="197229"/>
                  <a:pt x="5846667" y="201786"/>
                </a:cubicBezTo>
                <a:cubicBezTo>
                  <a:pt x="5892444" y="227312"/>
                  <a:pt x="5908324" y="204527"/>
                  <a:pt x="5960732" y="220708"/>
                </a:cubicBezTo>
                <a:cubicBezTo>
                  <a:pt x="5977124" y="175349"/>
                  <a:pt x="6009640" y="223654"/>
                  <a:pt x="6029542" y="210339"/>
                </a:cubicBezTo>
                <a:cubicBezTo>
                  <a:pt x="6063108" y="261420"/>
                  <a:pt x="6107411" y="160034"/>
                  <a:pt x="6141123" y="159923"/>
                </a:cubicBezTo>
                <a:cubicBezTo>
                  <a:pt x="6198068" y="167749"/>
                  <a:pt x="6260628" y="219715"/>
                  <a:pt x="6290640" y="167441"/>
                </a:cubicBezTo>
                <a:cubicBezTo>
                  <a:pt x="6295193" y="188689"/>
                  <a:pt x="6290494" y="217816"/>
                  <a:pt x="6322806" y="213293"/>
                </a:cubicBezTo>
                <a:cubicBezTo>
                  <a:pt x="6335911" y="223881"/>
                  <a:pt x="6338726" y="256581"/>
                  <a:pt x="6364914" y="240140"/>
                </a:cubicBezTo>
                <a:cubicBezTo>
                  <a:pt x="6331888" y="211628"/>
                  <a:pt x="6385856" y="207033"/>
                  <a:pt x="6380420" y="173195"/>
                </a:cubicBezTo>
                <a:cubicBezTo>
                  <a:pt x="6420580" y="151473"/>
                  <a:pt x="6513519" y="179296"/>
                  <a:pt x="6507891" y="118474"/>
                </a:cubicBezTo>
                <a:cubicBezTo>
                  <a:pt x="6519398" y="82452"/>
                  <a:pt x="6571830" y="137398"/>
                  <a:pt x="6571807" y="98636"/>
                </a:cubicBezTo>
                <a:cubicBezTo>
                  <a:pt x="6594702" y="123421"/>
                  <a:pt x="6634676" y="82071"/>
                  <a:pt x="6671880" y="82931"/>
                </a:cubicBezTo>
                <a:cubicBezTo>
                  <a:pt x="6678855" y="65407"/>
                  <a:pt x="6687415" y="66196"/>
                  <a:pt x="6702266" y="75470"/>
                </a:cubicBezTo>
                <a:cubicBezTo>
                  <a:pt x="6747004" y="78450"/>
                  <a:pt x="6798307" y="53072"/>
                  <a:pt x="6845802" y="24496"/>
                </a:cubicBez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181366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te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-te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8e83a730-1a46-40ed-8797-1d2d98cac2d1}" enabled="0" method="" siteId="{8e83a730-1a46-40ed-8797-1d2d98cac2d1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233</TotalTime>
  <Words>866</Words>
  <Application>Microsoft Office PowerPoint</Application>
  <PresentationFormat>Laajakuva</PresentationFormat>
  <Paragraphs>77</Paragraphs>
  <Slides>15</Slides>
  <Notes>0</Notes>
  <HiddenSlides>0</HiddenSlides>
  <MMClips>0</MMClips>
  <ScaleCrop>false</ScaleCrop>
  <HeadingPairs>
    <vt:vector size="6" baseType="variant">
      <vt:variant>
        <vt:lpstr>Käytetyt fontit</vt:lpstr>
      </vt:variant>
      <vt:variant>
        <vt:i4>4</vt:i4>
      </vt:variant>
      <vt:variant>
        <vt:lpstr>Teema</vt:lpstr>
      </vt:variant>
      <vt:variant>
        <vt:i4>1</vt:i4>
      </vt:variant>
      <vt:variant>
        <vt:lpstr>Dian otsikot</vt:lpstr>
      </vt:variant>
      <vt:variant>
        <vt:i4>15</vt:i4>
      </vt:variant>
    </vt:vector>
  </HeadingPairs>
  <TitlesOfParts>
    <vt:vector size="20" baseType="lpstr">
      <vt:lpstr>Aptos</vt:lpstr>
      <vt:lpstr>Aptos Display</vt:lpstr>
      <vt:lpstr>Arial</vt:lpstr>
      <vt:lpstr>Calibri</vt:lpstr>
      <vt:lpstr>Office-teema</vt:lpstr>
      <vt:lpstr>Tietorakenteet ja Algoritmit</vt:lpstr>
      <vt:lpstr>Tehtävänanto</vt:lpstr>
      <vt:lpstr>Tehtävänanto</vt:lpstr>
      <vt:lpstr>Tiedoston rakenne</vt:lpstr>
      <vt:lpstr>Bubble Sort</vt:lpstr>
      <vt:lpstr>Insertion Sort</vt:lpstr>
      <vt:lpstr>Selection Sort</vt:lpstr>
      <vt:lpstr>Nopeimmat algoritmit </vt:lpstr>
      <vt:lpstr>Nopeimmat algoritmit </vt:lpstr>
      <vt:lpstr>Nopeimmat algoritmit </vt:lpstr>
      <vt:lpstr>Nopeimmat algoritmit </vt:lpstr>
      <vt:lpstr>Nopeimmat algoritmit </vt:lpstr>
      <vt:lpstr>Modulaarinen rakenne Funktioreferenssi </vt:lpstr>
      <vt:lpstr>Modulaarinen rakenne Funktioreferenssi </vt:lpstr>
      <vt:lpstr>Bubble Sort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Keskinen, Juho</dc:creator>
  <cp:lastModifiedBy>Keskinen, Juho</cp:lastModifiedBy>
  <cp:revision>1</cp:revision>
  <dcterms:created xsi:type="dcterms:W3CDTF">2026-01-30T15:53:05Z</dcterms:created>
  <dcterms:modified xsi:type="dcterms:W3CDTF">2026-01-30T19:52:32Z</dcterms:modified>
</cp:coreProperties>
</file>